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modernComment_906B_E80F68EF.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9" r:id="rId4"/>
    <p:sldMasterId id="2147483792" r:id="rId5"/>
    <p:sldMasterId id="2147483660" r:id="rId6"/>
  </p:sldMasterIdLst>
  <p:notesMasterIdLst>
    <p:notesMasterId r:id="rId25"/>
  </p:notesMasterIdLst>
  <p:handoutMasterIdLst>
    <p:handoutMasterId r:id="rId26"/>
  </p:handoutMasterIdLst>
  <p:sldIdLst>
    <p:sldId id="36962" r:id="rId7"/>
    <p:sldId id="36971" r:id="rId8"/>
    <p:sldId id="36979" r:id="rId9"/>
    <p:sldId id="36980" r:id="rId10"/>
    <p:sldId id="36981" r:id="rId11"/>
    <p:sldId id="36982" r:id="rId12"/>
    <p:sldId id="36986" r:id="rId13"/>
    <p:sldId id="36990" r:id="rId14"/>
    <p:sldId id="36991" r:id="rId15"/>
    <p:sldId id="36992" r:id="rId16"/>
    <p:sldId id="36985" r:id="rId17"/>
    <p:sldId id="36996" r:id="rId18"/>
    <p:sldId id="36987" r:id="rId19"/>
    <p:sldId id="36988" r:id="rId20"/>
    <p:sldId id="36989" r:id="rId21"/>
    <p:sldId id="36993" r:id="rId22"/>
    <p:sldId id="36994" r:id="rId23"/>
    <p:sldId id="3699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4A3649B-C75B-56FA-EDB7-17370BC2FC58}" name="Rogers, Preston (US 347G)" initials="R3" userId="S::preston.rogers@jpl.nasa.gov::2265682b-d330-498a-86b7-6fc27dd877fc" providerId="AD"/>
  <p188:author id="{68313DAF-47D1-B92F-0B0E-5AC1C2631C2A}" name="Urs, Karthik (US 352E)" initials="U3" userId="S::karthik.urs@jpl.nasa.gov::25274c2f-91aa-4d66-81e2-242c31221323" providerId="AD"/>
  <p188:author id="{998788D6-54B3-E468-F269-251BE8C0D7BA}" name="Rodriguez, Esteben (US 352E)" initials="R3" userId="S::esteben.rodriguez@jpl.nasa.gov::1d75bc7d-1a27-48cd-bdca-b36a57a74cd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rthik Urs" initials="KU" lastIdx="13" clrIdx="0">
    <p:extLst>
      <p:ext uri="{19B8F6BF-5375-455C-9EA6-DF929625EA0E}">
        <p15:presenceInfo xmlns:p15="http://schemas.microsoft.com/office/powerpoint/2012/main" userId="Karthik Urs" providerId="None"/>
      </p:ext>
    </p:extLst>
  </p:cmAuthor>
  <p:cmAuthor id="2" name="Rodriguez, Esteben (US 352E)" initials="R3" lastIdx="5" clrIdx="1">
    <p:extLst>
      <p:ext uri="{19B8F6BF-5375-455C-9EA6-DF929625EA0E}">
        <p15:presenceInfo xmlns:p15="http://schemas.microsoft.com/office/powerpoint/2012/main" userId="S::esteben.rodriguez@jpl.nasa.gov::1d75bc7d-1a27-48cd-bdca-b36a57a74c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000"/>
    <a:srgbClr val="041721"/>
    <a:srgbClr val="E1A2EA"/>
    <a:srgbClr val="FFD579"/>
    <a:srgbClr val="422F44"/>
    <a:srgbClr val="EA1C2D"/>
    <a:srgbClr val="FDFAFF"/>
    <a:srgbClr val="5F2D41"/>
    <a:srgbClr val="595959"/>
    <a:srgbClr val="0432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327A2-0C84-CEDC-84AC-74471A7CA4C9}" v="9" dt="2026-02-26T00:48:00.4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2.xml"/></Relationships>
</file>

<file path=ppt/comments/modernComment_906B_E80F68EF.xml><?xml version="1.0" encoding="utf-8"?>
<p188:cmLst xmlns:a="http://schemas.openxmlformats.org/drawingml/2006/main" xmlns:r="http://schemas.openxmlformats.org/officeDocument/2006/relationships" xmlns:p188="http://schemas.microsoft.com/office/powerpoint/2018/8/main">
  <p188:cm id="{54E171A1-22EF-4037-AEA9-3A5CFB606DF8}" authorId="{68313DAF-47D1-B92F-0B0E-5AC1C2631C2A}" status="resolved" created="2023-08-22T20:38:36.347" complete="100000">
    <ac:txMkLst xmlns:ac="http://schemas.microsoft.com/office/drawing/2013/main/command">
      <pc:docMk xmlns:pc="http://schemas.microsoft.com/office/powerpoint/2013/main/command"/>
      <pc:sldMk xmlns:pc="http://schemas.microsoft.com/office/powerpoint/2013/main/command" cId="3893324015" sldId="36971"/>
      <ac:spMk id="2" creationId="{11669E6D-062E-1A7F-0F76-CD87616C5274}"/>
      <ac:txMk cp="69">
        <ac:context len="161" hash="1481954491"/>
      </ac:txMk>
    </ac:txMkLst>
    <p188:pos x="9733935" y="422787"/>
    <p188:txBody>
      <a:bodyPr/>
      <a:lstStyle/>
      <a:p>
        <a:r>
          <a:rPr lang="en-US"/>
          <a:t>functionality expected to be offered by the flight motor controller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2124117-2056-F04A-9DC1-DAF80AA380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E5C68E7-4825-434A-9CDF-FD932A5E49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D5ABFE-584F-F04D-BC99-C1ACD68CCFEE}" type="datetimeFigureOut">
              <a:rPr lang="en-US" smtClean="0"/>
              <a:t>5/8/26</a:t>
            </a:fld>
            <a:endParaRPr lang="en-US"/>
          </a:p>
        </p:txBody>
      </p:sp>
      <p:sp>
        <p:nvSpPr>
          <p:cNvPr id="4" name="Footer Placeholder 3">
            <a:extLst>
              <a:ext uri="{FF2B5EF4-FFF2-40B4-BE49-F238E27FC236}">
                <a16:creationId xmlns:a16="http://schemas.microsoft.com/office/drawing/2014/main" id="{CC90449E-2ACE-1F45-B81D-525049DE91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Presentation Title</a:t>
            </a:r>
          </a:p>
        </p:txBody>
      </p:sp>
      <p:sp>
        <p:nvSpPr>
          <p:cNvPr id="5" name="Slide Number Placeholder 4">
            <a:extLst>
              <a:ext uri="{FF2B5EF4-FFF2-40B4-BE49-F238E27FC236}">
                <a16:creationId xmlns:a16="http://schemas.microsoft.com/office/drawing/2014/main" id="{3A261855-0205-944B-B8ED-2F08B876E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3CDCC0-C608-3C4D-970A-3912D6692722}" type="slidenum">
              <a:rPr lang="en-US" smtClean="0"/>
              <a:t>‹#›</a:t>
            </a:fld>
            <a:endParaRPr lang="en-US"/>
          </a:p>
        </p:txBody>
      </p:sp>
    </p:spTree>
    <p:extLst>
      <p:ext uri="{BB962C8B-B14F-4D97-AF65-F5344CB8AC3E}">
        <p14:creationId xmlns:p14="http://schemas.microsoft.com/office/powerpoint/2010/main" val="334583263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BAD06-80BF-B747-B2B2-2646110899A4}" type="datetimeFigureOut">
              <a:rPr lang="en-US" smtClean="0"/>
              <a:t>5/8/26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Presentation Title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E94A1-7C40-8946-AD2E-519DF92826D0}" type="slidenum">
              <a:rPr lang="en-US" smtClean="0"/>
              <a:t>‹#›</a:t>
            </a:fld>
            <a:endParaRPr lang="en-US"/>
          </a:p>
        </p:txBody>
      </p:sp>
    </p:spTree>
    <p:extLst>
      <p:ext uri="{BB962C8B-B14F-4D97-AF65-F5344CB8AC3E}">
        <p14:creationId xmlns:p14="http://schemas.microsoft.com/office/powerpoint/2010/main" val="109876985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 high level, the lander mechanical team or actuator team wanted to test out motors that will be used on the Sample Retrieval Lander. </a:t>
            </a: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There are a number of sub-systems on the Sample Retrieval Lander that require precise control of motors and require loose coordination between motors within the sub-system (such as deploying multiple legs simultaneously).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We want to make sure we can run each motor in the fashion necessary for the sub-system. This could include running the motor until a hard-stop occurs (or stall) or until a certain position is reached.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 </a:t>
            </a:r>
            <a:endParaRPr lang="en-US" dirty="0">
              <a:cs typeface="Calibri"/>
            </a:endParaRPr>
          </a:p>
          <a:p>
            <a:r>
              <a:rPr lang="en-US" dirty="0"/>
              <a:t>Lastly, various sub-systems incorporate sensors to inform about the outside world. For instance, temperature sensors are used to determine if motor windings are beyond standard operating conditions. We need to make sure these sensors are accurate before going on the Sample Retrieval Lander</a:t>
            </a:r>
            <a:endParaRPr lang="en-US" dirty="0">
              <a:cs typeface="Calibri"/>
            </a:endParaRP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2</a:t>
            </a:fld>
            <a:endParaRPr lang="en-US"/>
          </a:p>
        </p:txBody>
      </p:sp>
    </p:spTree>
    <p:extLst>
      <p:ext uri="{BB962C8B-B14F-4D97-AF65-F5344CB8AC3E}">
        <p14:creationId xmlns:p14="http://schemas.microsoft.com/office/powerpoint/2010/main" val="3769865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As was stated on the previous slide, the actuator team wanted to test out certain motors. Specifically, they wanted to test the M32 (AKA Acadia) and M45 (AKA Saguaro) as these two motors were deployed throughout the Lander for a number of sub-systems including hatches and landing legs.</a:t>
            </a:r>
          </a:p>
          <a:p>
            <a:endParaRPr lang="en-US" dirty="0">
              <a:cs typeface="Calibri"/>
            </a:endParaRPr>
          </a:p>
          <a:p>
            <a:endParaRPr lang="en-US" dirty="0">
              <a:cs typeface="Calibri"/>
            </a:endParaRPr>
          </a:p>
          <a:p>
            <a:endParaRPr lang="en-US" dirty="0">
              <a:cs typeface="Calibri"/>
            </a:endParaRPr>
          </a:p>
          <a:p>
            <a:endParaRPr lang="en-US" dirty="0">
              <a:cs typeface="Calibri"/>
            </a:endParaRP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3</a:t>
            </a:fld>
            <a:endParaRPr lang="en-US"/>
          </a:p>
        </p:txBody>
      </p:sp>
    </p:spTree>
    <p:extLst>
      <p:ext uri="{BB962C8B-B14F-4D97-AF65-F5344CB8AC3E}">
        <p14:creationId xmlns:p14="http://schemas.microsoft.com/office/powerpoint/2010/main" val="2687329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tests include characterizing each motor and testing the chosen control method--open-loop voltage control. </a:t>
            </a:r>
            <a:br>
              <a:rPr lang="en-US" dirty="0">
                <a:cs typeface="+mn-lt"/>
              </a:rPr>
            </a:br>
            <a:endParaRPr lang="en-US" dirty="0"/>
          </a:p>
          <a:p>
            <a:endParaRPr lang="en-US" dirty="0"/>
          </a:p>
          <a:p>
            <a:r>
              <a:rPr lang="en-US" dirty="0">
                <a:cs typeface="Calibri" panose="020F0502020204030204"/>
              </a:rPr>
              <a:t>By characterizing, I mean finding the values of certain constants that are intrinsic to each motor. These constants include the torque constant which gives the relationship between current applied to the motor and the output torque and the back EMF constant which, in a similar fashion, gives the relationship between the back EMF voltage and the rotor speed.</a:t>
            </a:r>
          </a:p>
          <a:p>
            <a:r>
              <a:rPr lang="en-US" dirty="0">
                <a:cs typeface="Calibri" panose="020F0502020204030204"/>
              </a:rPr>
              <a:t>To find this, one needs to run the motor at various loads and voltage values.</a:t>
            </a:r>
          </a:p>
          <a:p>
            <a:endParaRPr lang="en-US" dirty="0"/>
          </a:p>
          <a:p>
            <a:r>
              <a:rPr lang="en-US" dirty="0"/>
              <a:t>To obtain these voltage values, the actuator team was given the directive to use open-loop voltage control. </a:t>
            </a:r>
          </a:p>
          <a:p>
            <a:endParaRPr lang="en-US" dirty="0"/>
          </a:p>
          <a:p>
            <a:endParaRPr lang="en-US" dirty="0">
              <a:cs typeface="Calibri"/>
            </a:endParaRPr>
          </a:p>
          <a:p>
            <a:endParaRPr lang="en-US" dirty="0">
              <a:cs typeface="Calibri"/>
            </a:endParaRPr>
          </a:p>
          <a:p>
            <a:endParaRPr lang="en-US" dirty="0">
              <a:cs typeface="Calibri"/>
            </a:endParaRP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4</a:t>
            </a:fld>
            <a:endParaRPr lang="en-US"/>
          </a:p>
        </p:txBody>
      </p:sp>
    </p:spTree>
    <p:extLst>
      <p:ext uri="{BB962C8B-B14F-4D97-AF65-F5344CB8AC3E}">
        <p14:creationId xmlns:p14="http://schemas.microsoft.com/office/powerpoint/2010/main" val="3090612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said we need to ensure sub-systems work properly, I meant that while testing these motors, they have to be able to perform and stop in ways similar to what will be done on the Sample Retrieval Lander.</a:t>
            </a:r>
          </a:p>
          <a:p>
            <a:endParaRPr lang="en-US" dirty="0">
              <a:cs typeface="Calibri"/>
            </a:endParaRPr>
          </a:p>
          <a:p>
            <a:r>
              <a:rPr lang="en-US" dirty="0">
                <a:cs typeface="Calibri"/>
              </a:rPr>
              <a:t>This means running these motors with torques and speeds they will likely experience (if not being tested on the true sub-system), having them stop for certain reasons (reaching a position, hard-stop, contact switch), stopping in a desired way (using dynamic braking or physical brake), etc. </a:t>
            </a:r>
            <a:endParaRPr lang="en-US" dirty="0">
              <a:cs typeface="+mn-lt"/>
            </a:endParaRPr>
          </a:p>
          <a:p>
            <a:endParaRPr lang="en-US" dirty="0">
              <a:cs typeface="+mn-lt"/>
            </a:endParaRPr>
          </a:p>
          <a:p>
            <a:endParaRPr lang="en-US" dirty="0">
              <a:cs typeface="+mn-lt"/>
            </a:endParaRPr>
          </a:p>
          <a:p>
            <a:endParaRPr lang="en-US" dirty="0">
              <a:cs typeface="Calibri"/>
            </a:endParaRPr>
          </a:p>
          <a:p>
            <a:endParaRPr lang="en-US">
              <a:cs typeface="Calibri" panose="020F0502020204030204"/>
            </a:endParaRP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5</a:t>
            </a:fld>
            <a:endParaRPr lang="en-US"/>
          </a:p>
        </p:txBody>
      </p:sp>
    </p:spTree>
    <p:extLst>
      <p:ext uri="{BB962C8B-B14F-4D97-AF65-F5344CB8AC3E}">
        <p14:creationId xmlns:p14="http://schemas.microsoft.com/office/powerpoint/2010/main" val="3478756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We also need to make sure that we can understand the true state of the system as we are running the motors. This means knowing what voltage is being applied, how much current, the external temperature; things like that.</a:t>
            </a:r>
          </a:p>
          <a:p>
            <a:endParaRPr lang="en-US" dirty="0">
              <a:cs typeface="Calibri"/>
            </a:endParaRPr>
          </a:p>
          <a:p>
            <a:r>
              <a:rPr lang="en-US" dirty="0">
                <a:cs typeface="Calibri"/>
              </a:rPr>
              <a:t>Some of these are taken care of by FCAT itself while others requiring modifications on higher and lower level software.</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6</a:t>
            </a:fld>
            <a:endParaRPr lang="en-US"/>
          </a:p>
        </p:txBody>
      </p:sp>
    </p:spTree>
    <p:extLst>
      <p:ext uri="{BB962C8B-B14F-4D97-AF65-F5344CB8AC3E}">
        <p14:creationId xmlns:p14="http://schemas.microsoft.com/office/powerpoint/2010/main" val="2567403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 we had a lot of functionality we wanted to get out of ground equipment – the equipment that would test out the motors.</a:t>
            </a:r>
            <a:br>
              <a:rPr lang="en-US" dirty="0">
                <a:cs typeface="+mn-lt"/>
              </a:rPr>
            </a:br>
            <a:br>
              <a:rPr lang="en-US" dirty="0">
                <a:cs typeface="+mn-lt"/>
              </a:rPr>
            </a:br>
            <a:endParaRPr lang="en-US" dirty="0">
              <a:cs typeface="+mn-lt"/>
            </a:endParaRPr>
          </a:p>
          <a:p>
            <a:r>
              <a:rPr lang="en-US" dirty="0">
                <a:cs typeface="+mn-lt"/>
              </a:rPr>
              <a:t>To clear things up, a list of desired commands were given that more or less covered much of the goals. </a:t>
            </a:r>
          </a:p>
          <a:p>
            <a:endParaRPr lang="en-US" dirty="0">
              <a:cs typeface="+mn-lt"/>
            </a:endParaRPr>
          </a:p>
          <a:p>
            <a:r>
              <a:rPr lang="en-US" dirty="0">
                <a:cs typeface="+mn-lt"/>
              </a:rPr>
              <a:t>The lowest level, tier0 commands, involved things like dynamic braking and open-loop voltage control that were closely tied to what the actual ELMO can achieve, functionality wise.</a:t>
            </a:r>
          </a:p>
          <a:p>
            <a:endParaRPr lang="en-US" dirty="0">
              <a:cs typeface="+mn-lt"/>
            </a:endParaRPr>
          </a:p>
          <a:p>
            <a:r>
              <a:rPr lang="en-US" dirty="0">
                <a:cs typeface="+mn-lt"/>
              </a:rPr>
              <a:t>At the higher levels, tier0 and tier1, we have commands that are tied to sub-system needs, like stopping after a contact switch is triggered.</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7</a:t>
            </a:fld>
            <a:endParaRPr lang="en-US"/>
          </a:p>
        </p:txBody>
      </p:sp>
    </p:spTree>
    <p:extLst>
      <p:ext uri="{BB962C8B-B14F-4D97-AF65-F5344CB8AC3E}">
        <p14:creationId xmlns:p14="http://schemas.microsoft.com/office/powerpoint/2010/main" val="539631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At a high level, these are the primary components that would be used to command the motors. </a:t>
            </a:r>
          </a:p>
          <a:p>
            <a:r>
              <a:rPr lang="en-US" dirty="0">
                <a:cs typeface="Calibri"/>
              </a:rPr>
              <a:t>We have the Intel NUC that would communicate to the flight </a:t>
            </a:r>
            <a:r>
              <a:rPr lang="en-US" err="1">
                <a:cs typeface="Calibri"/>
              </a:rPr>
              <a:t>bluebox</a:t>
            </a:r>
            <a:r>
              <a:rPr lang="en-US" dirty="0">
                <a:cs typeface="Calibri"/>
              </a:rPr>
              <a:t> over </a:t>
            </a:r>
            <a:r>
              <a:rPr lang="en-US" err="1">
                <a:cs typeface="Calibri"/>
              </a:rPr>
              <a:t>ethercat</a:t>
            </a:r>
            <a:r>
              <a:rPr lang="en-US" dirty="0">
                <a:cs typeface="Calibri"/>
              </a:rPr>
              <a:t>.</a:t>
            </a:r>
          </a:p>
          <a:p>
            <a:r>
              <a:rPr lang="en-US" dirty="0">
                <a:cs typeface="Calibri"/>
              </a:rPr>
              <a:t>We have the motor that would be sent voltage inputs by the blue box.</a:t>
            </a:r>
          </a:p>
          <a:p>
            <a:r>
              <a:rPr lang="en-US" dirty="0">
                <a:cs typeface="Calibri"/>
              </a:rPr>
              <a:t>And we have sensors that would provide information about the environment and would be eventually sent back to the NUC for telemetry.</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8</a:t>
            </a:fld>
            <a:endParaRPr lang="en-US"/>
          </a:p>
        </p:txBody>
      </p:sp>
    </p:spTree>
    <p:extLst>
      <p:ext uri="{BB962C8B-B14F-4D97-AF65-F5344CB8AC3E}">
        <p14:creationId xmlns:p14="http://schemas.microsoft.com/office/powerpoint/2010/main" val="441324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It is important to know the inner working of the Flight </a:t>
            </a:r>
            <a:r>
              <a:rPr lang="en-US" dirty="0" err="1">
                <a:cs typeface="Calibri"/>
              </a:rPr>
              <a:t>BlueBox</a:t>
            </a:r>
            <a:r>
              <a:rPr lang="en-US" dirty="0">
                <a:cs typeface="Calibri"/>
              </a:rPr>
              <a:t> for the possibility of needing to make internal modifications--as we did.</a:t>
            </a:r>
          </a:p>
          <a:p>
            <a:endParaRPr lang="en-US" dirty="0">
              <a:cs typeface="Calibri"/>
            </a:endParaRPr>
          </a:p>
          <a:p>
            <a:r>
              <a:rPr lang="en-US" dirty="0">
                <a:cs typeface="Calibri"/>
              </a:rPr>
              <a:t>The Flight </a:t>
            </a:r>
            <a:r>
              <a:rPr lang="en-US" dirty="0" err="1">
                <a:cs typeface="Calibri"/>
              </a:rPr>
              <a:t>BlueBox</a:t>
            </a:r>
            <a:r>
              <a:rPr lang="en-US" dirty="0">
                <a:cs typeface="Calibri"/>
              </a:rPr>
              <a:t> is composed of up to five </a:t>
            </a:r>
            <a:r>
              <a:rPr lang="en-US" dirty="0" err="1">
                <a:cs typeface="Calibri"/>
              </a:rPr>
              <a:t>Elmos</a:t>
            </a:r>
            <a:r>
              <a:rPr lang="en-US" dirty="0">
                <a:cs typeface="Calibri"/>
              </a:rPr>
              <a:t> that send inputs to the motors and a number Beckhoff modules.</a:t>
            </a:r>
            <a:br>
              <a:rPr lang="en-US" dirty="0">
                <a:cs typeface="+mn-lt"/>
              </a:rPr>
            </a:br>
            <a:endParaRPr lang="en-US" dirty="0">
              <a:cs typeface="+mn-lt"/>
            </a:endParaRPr>
          </a:p>
          <a:p>
            <a:r>
              <a:rPr lang="en-US" dirty="0">
                <a:cs typeface="+mn-lt"/>
              </a:rPr>
              <a:t>The signals from these </a:t>
            </a:r>
            <a:r>
              <a:rPr lang="en-US" dirty="0" err="1">
                <a:cs typeface="+mn-lt"/>
              </a:rPr>
              <a:t>Elmos</a:t>
            </a:r>
            <a:r>
              <a:rPr lang="en-US" dirty="0">
                <a:cs typeface="+mn-lt"/>
              </a:rPr>
              <a:t> and Beckhoff modules are sent over to the distribution board and distributed to channel-specific signals.</a:t>
            </a:r>
          </a:p>
          <a:p>
            <a:endParaRPr lang="en-US" dirty="0">
              <a:cs typeface="+mn-lt"/>
            </a:endParaRPr>
          </a:p>
          <a:p>
            <a:r>
              <a:rPr lang="en-US" dirty="0">
                <a:cs typeface="+mn-lt"/>
              </a:rPr>
              <a:t>It is also worth noting that not all Flight </a:t>
            </a:r>
            <a:r>
              <a:rPr lang="en-US" dirty="0" err="1">
                <a:cs typeface="+mn-lt"/>
              </a:rPr>
              <a:t>BlueBox's</a:t>
            </a:r>
            <a:r>
              <a:rPr lang="en-US" dirty="0">
                <a:cs typeface="+mn-lt"/>
              </a:rPr>
              <a:t> were created equal with some functionality added/ removed based on the customer's needs.</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9</a:t>
            </a:fld>
            <a:endParaRPr lang="en-US"/>
          </a:p>
        </p:txBody>
      </p:sp>
    </p:spTree>
    <p:extLst>
      <p:ext uri="{BB962C8B-B14F-4D97-AF65-F5344CB8AC3E}">
        <p14:creationId xmlns:p14="http://schemas.microsoft.com/office/powerpoint/2010/main" val="1492174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After being given the hardware, it was up to us to decide how to interface with it.</a:t>
            </a:r>
          </a:p>
          <a:p>
            <a:r>
              <a:rPr lang="en-US" dirty="0">
                <a:cs typeface="Calibri"/>
              </a:rPr>
              <a:t>Primarily, we wanted to make sure that it worked with FCAT-</a:t>
            </a:r>
            <a:r>
              <a:rPr lang="en-US" dirty="0" err="1">
                <a:cs typeface="Calibri"/>
              </a:rPr>
              <a:t>Fastcat</a:t>
            </a:r>
            <a:r>
              <a:rPr lang="en-US" dirty="0">
                <a:cs typeface="Calibri"/>
              </a:rPr>
              <a:t>-JSD and that the new software we made would take satisfy requirements these alone did not satisfy.</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10</a:t>
            </a:fld>
            <a:endParaRPr lang="en-US"/>
          </a:p>
        </p:txBody>
      </p:sp>
    </p:spTree>
    <p:extLst>
      <p:ext uri="{BB962C8B-B14F-4D97-AF65-F5344CB8AC3E}">
        <p14:creationId xmlns:p14="http://schemas.microsoft.com/office/powerpoint/2010/main" val="1091235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After figuring out a way to perform open-loop voltage control (as well as other work that involved playing around in EAS to learn about different ELMO objects), we (Bryson and I) were ready to create an initial rough draft of how this software would look like.</a:t>
            </a:r>
          </a:p>
          <a:p>
            <a:endParaRPr lang="en-US" dirty="0">
              <a:cs typeface="Calibri"/>
            </a:endParaRPr>
          </a:p>
          <a:p>
            <a:r>
              <a:rPr lang="en-US" dirty="0">
                <a:cs typeface="Calibri"/>
              </a:rPr>
              <a:t>We thought of a number of ways of satisfying the requirements. We thought of a very high-level tier1/tier2 software that would make calls to a lower level tier0 software.</a:t>
            </a:r>
            <a:br>
              <a:rPr lang="en-US" dirty="0">
                <a:cs typeface="+mn-lt"/>
              </a:rPr>
            </a:br>
            <a:r>
              <a:rPr lang="en-US" dirty="0">
                <a:cs typeface="Calibri"/>
              </a:rPr>
              <a:t>We also thought of implementing our own console to minimize the functionality available to operators (such as FCAT services functionality).</a:t>
            </a:r>
          </a:p>
          <a:p>
            <a:endParaRPr lang="en-US" dirty="0">
              <a:cs typeface="Calibri"/>
            </a:endParaRPr>
          </a:p>
          <a:p>
            <a:r>
              <a:rPr lang="en-US" dirty="0">
                <a:cs typeface="Calibri"/>
              </a:rPr>
              <a:t>We chose to not re-invent the wheel by a lot of existing CASAH tools; instead opting to use existing software like the commander. This is able to glean which services are available after starting dispatcher.</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11</a:t>
            </a:fld>
            <a:endParaRPr lang="en-US"/>
          </a:p>
        </p:txBody>
      </p:sp>
    </p:spTree>
    <p:extLst>
      <p:ext uri="{BB962C8B-B14F-4D97-AF65-F5344CB8AC3E}">
        <p14:creationId xmlns:p14="http://schemas.microsoft.com/office/powerpoint/2010/main" val="1766772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As we were designing the additional node to get the Flight </a:t>
            </a:r>
            <a:r>
              <a:rPr lang="en-US" dirty="0" err="1">
                <a:cs typeface="Calibri"/>
              </a:rPr>
              <a:t>BlueBox</a:t>
            </a:r>
            <a:r>
              <a:rPr lang="en-US" dirty="0">
                <a:cs typeface="Calibri"/>
              </a:rPr>
              <a:t> – specific functionality, we soon realized that drivers did not exist for certain Beckhoff modules. </a:t>
            </a:r>
            <a:endParaRPr lang="en-US">
              <a:cs typeface="Calibri"/>
            </a:endParaRPr>
          </a:p>
          <a:p>
            <a:r>
              <a:rPr lang="en-US" dirty="0">
                <a:cs typeface="Calibri"/>
              </a:rPr>
              <a:t>These Beckhoff modules were already in the box and replacements could not be easily found.</a:t>
            </a:r>
          </a:p>
          <a:p>
            <a:endParaRPr lang="en-US" dirty="0">
              <a:cs typeface="Calibri"/>
            </a:endParaRPr>
          </a:p>
          <a:p>
            <a:r>
              <a:rPr lang="en-US" dirty="0">
                <a:cs typeface="Calibri"/>
              </a:rPr>
              <a:t>Drivers for the following devices were made:</a:t>
            </a:r>
          </a:p>
          <a:p>
            <a:r>
              <a:rPr lang="en-US" dirty="0">
                <a:cs typeface="Calibri"/>
              </a:rPr>
              <a:t>El1008 – 8-channel digital input (used for contact switches to declare when a motor should cease motion)</a:t>
            </a:r>
          </a:p>
          <a:p>
            <a:r>
              <a:rPr lang="en-US" dirty="0">
                <a:cs typeface="Calibri"/>
              </a:rPr>
              <a:t>El2809 – 16-channel digital output (used to notify the heater circuitry that power should be applied to the heaters)</a:t>
            </a:r>
          </a:p>
          <a:p>
            <a:r>
              <a:rPr lang="en-US" dirty="0">
                <a:cs typeface="Calibri"/>
              </a:rPr>
              <a:t>El6001 – To enable communication to RS232 devices (used to get info. About safety but yet to be used)</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13</a:t>
            </a:fld>
            <a:endParaRPr lang="en-US"/>
          </a:p>
        </p:txBody>
      </p:sp>
    </p:spTree>
    <p:extLst>
      <p:ext uri="{BB962C8B-B14F-4D97-AF65-F5344CB8AC3E}">
        <p14:creationId xmlns:p14="http://schemas.microsoft.com/office/powerpoint/2010/main" val="997250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one, the safety circuitry tries to constantly monitor the ELMO "heartbeat" (which was really just an output pin being toggled at a fixed frequency). Because of this heartbeat monitoring, we could not use the Flight </a:t>
            </a:r>
            <a:r>
              <a:rPr lang="en-US" dirty="0" err="1"/>
              <a:t>BBox</a:t>
            </a:r>
            <a:r>
              <a:rPr lang="en-US" dirty="0"/>
              <a:t> in the base configuration because the safety circuitry would lock us out of the box when these heartbeats failed to occur.</a:t>
            </a:r>
          </a:p>
          <a:p>
            <a:endParaRPr lang="en-US" dirty="0">
              <a:cs typeface="Calibri"/>
            </a:endParaRP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14</a:t>
            </a:fld>
            <a:endParaRPr lang="en-US"/>
          </a:p>
        </p:txBody>
      </p:sp>
    </p:spTree>
    <p:extLst>
      <p:ext uri="{BB962C8B-B14F-4D97-AF65-F5344CB8AC3E}">
        <p14:creationId xmlns:p14="http://schemas.microsoft.com/office/powerpoint/2010/main" val="61908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We were given the requirement of modeling the internal winding temperatures of the brushless motor given only the temperature of the exterior via PRT. </a:t>
            </a:r>
          </a:p>
          <a:p>
            <a:endParaRPr lang="en-US" dirty="0">
              <a:cs typeface="Calibri"/>
            </a:endParaRPr>
          </a:p>
          <a:p>
            <a:r>
              <a:rPr lang="en-US" dirty="0">
                <a:cs typeface="Calibri"/>
              </a:rPr>
              <a:t>The temperature of the PRT would come in as T_3 and the temperature of the other nodes, T_1, T_2, and T_4 would be found in the way described in the model, iteratively.</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15</a:t>
            </a:fld>
            <a:endParaRPr lang="en-US"/>
          </a:p>
        </p:txBody>
      </p:sp>
    </p:spTree>
    <p:extLst>
      <p:ext uri="{BB962C8B-B14F-4D97-AF65-F5344CB8AC3E}">
        <p14:creationId xmlns:p14="http://schemas.microsoft.com/office/powerpoint/2010/main" val="1983085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idea was to use a number of existing </a:t>
            </a:r>
            <a:r>
              <a:rPr lang="en-US" dirty="0" err="1"/>
              <a:t>fastcat</a:t>
            </a:r>
            <a:r>
              <a:rPr lang="en-US" dirty="0"/>
              <a:t> devices to accomplish this; stringing together summation devices, multiplication devices, etc. Instead, we chose to create a new </a:t>
            </a:r>
            <a:r>
              <a:rPr lang="en-US" dirty="0" err="1"/>
              <a:t>fastcat</a:t>
            </a:r>
            <a:r>
              <a:rPr lang="en-US" dirty="0"/>
              <a:t> device with the idea that the modeling motor winding temperature is a common one and others in the world out there would find this useful.</a:t>
            </a:r>
          </a:p>
          <a:p>
            <a:endParaRPr lang="en-US" dirty="0">
              <a:cs typeface="Calibri"/>
            </a:endParaRPr>
          </a:p>
          <a:p>
            <a:r>
              <a:rPr lang="en-US" dirty="0">
                <a:cs typeface="Calibri"/>
              </a:rPr>
              <a:t>When any of the temperatures are exceeded in the </a:t>
            </a:r>
            <a:r>
              <a:rPr lang="en-US" dirty="0" err="1">
                <a:cs typeface="Calibri"/>
              </a:rPr>
              <a:t>max_allowable_temps</a:t>
            </a:r>
            <a:r>
              <a:rPr lang="en-US" dirty="0">
                <a:cs typeface="Calibri"/>
              </a:rPr>
              <a:t> array (specified in the </a:t>
            </a:r>
            <a:r>
              <a:rPr lang="en-US" dirty="0" err="1">
                <a:cs typeface="Calibri"/>
              </a:rPr>
              <a:t>fastcat</a:t>
            </a:r>
            <a:r>
              <a:rPr lang="en-US" dirty="0">
                <a:cs typeface="Calibri"/>
              </a:rPr>
              <a:t> </a:t>
            </a:r>
            <a:r>
              <a:rPr lang="en-US" dirty="0" err="1">
                <a:cs typeface="Calibri"/>
              </a:rPr>
              <a:t>yaml</a:t>
            </a:r>
            <a:r>
              <a:rPr lang="en-US" dirty="0">
                <a:cs typeface="Calibri"/>
              </a:rPr>
              <a:t>), all </a:t>
            </a:r>
            <a:r>
              <a:rPr lang="en-US" dirty="0" err="1">
                <a:cs typeface="Calibri"/>
              </a:rPr>
              <a:t>fastcat</a:t>
            </a:r>
            <a:r>
              <a:rPr lang="en-US" dirty="0">
                <a:cs typeface="Calibri"/>
              </a:rPr>
              <a:t> devices are faulted. This ensures the motor will cease movement.</a:t>
            </a:r>
          </a:p>
        </p:txBody>
      </p:sp>
      <p:sp>
        <p:nvSpPr>
          <p:cNvPr id="4" name="Footer Placeholder 3"/>
          <p:cNvSpPr>
            <a:spLocks noGrp="1"/>
          </p:cNvSpPr>
          <p:nvPr>
            <p:ph type="ftr" sz="quarter" idx="4"/>
          </p:nvPr>
        </p:nvSpPr>
        <p:spPr/>
        <p:txBody>
          <a:bodyPr/>
          <a:lstStyle/>
          <a:p>
            <a:r>
              <a:rPr lang="en-US"/>
              <a:t>Presentation Title</a:t>
            </a:r>
          </a:p>
        </p:txBody>
      </p:sp>
      <p:sp>
        <p:nvSpPr>
          <p:cNvPr id="5" name="Slide Number Placeholder 4"/>
          <p:cNvSpPr>
            <a:spLocks noGrp="1"/>
          </p:cNvSpPr>
          <p:nvPr>
            <p:ph type="sldNum" sz="quarter" idx="5"/>
          </p:nvPr>
        </p:nvSpPr>
        <p:spPr/>
        <p:txBody>
          <a:bodyPr/>
          <a:lstStyle/>
          <a:p>
            <a:fld id="{988E94A1-7C40-8946-AD2E-519DF92826D0}" type="slidenum">
              <a:rPr lang="en-US" smtClean="0"/>
              <a:t>16</a:t>
            </a:fld>
            <a:endParaRPr lang="en-US"/>
          </a:p>
        </p:txBody>
      </p:sp>
    </p:spTree>
    <p:extLst>
      <p:ext uri="{BB962C8B-B14F-4D97-AF65-F5344CB8AC3E}">
        <p14:creationId xmlns:p14="http://schemas.microsoft.com/office/powerpoint/2010/main" val="973936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E9F099-D064-6F58-DF7C-3FC2A8999CD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8443345" cy="5173133"/>
          </a:xfrm>
          <a:prstGeom prst="rect">
            <a:avLst/>
          </a:prstGeom>
        </p:spPr>
      </p:pic>
      <p:sp>
        <p:nvSpPr>
          <p:cNvPr id="4" name="Rectangle">
            <a:extLst>
              <a:ext uri="{FF2B5EF4-FFF2-40B4-BE49-F238E27FC236}">
                <a16:creationId xmlns:a16="http://schemas.microsoft.com/office/drawing/2014/main" id="{2C560D5A-6704-0193-551D-8314C24F8FDE}"/>
              </a:ext>
            </a:extLst>
          </p:cNvPr>
          <p:cNvSpPr/>
          <p:nvPr userDrawn="1"/>
        </p:nvSpPr>
        <p:spPr>
          <a:xfrm rot="10800000">
            <a:off x="0" y="5239631"/>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5" name="Rectangle 4">
            <a:extLst>
              <a:ext uri="{FF2B5EF4-FFF2-40B4-BE49-F238E27FC236}">
                <a16:creationId xmlns:a16="http://schemas.microsoft.com/office/drawing/2014/main" id="{6E74CA93-F895-DE31-C4AA-00A2F70BB871}"/>
              </a:ext>
            </a:extLst>
          </p:cNvPr>
          <p:cNvSpPr/>
          <p:nvPr userDrawn="1"/>
        </p:nvSpPr>
        <p:spPr>
          <a:xfrm>
            <a:off x="3048" y="5131024"/>
            <a:ext cx="8275413"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67DD6AA0-88B1-FA3A-14A6-D8FB85A01063}"/>
              </a:ext>
            </a:extLst>
          </p:cNvPr>
          <p:cNvSpPr/>
          <p:nvPr userDrawn="1"/>
        </p:nvSpPr>
        <p:spPr>
          <a:xfrm>
            <a:off x="7082463" y="-1941"/>
            <a:ext cx="5109537" cy="6926444"/>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AB1D45ED-9B70-752A-C468-459D07374E07}"/>
              </a:ext>
            </a:extLst>
          </p:cNvPr>
          <p:cNvSpPr>
            <a:spLocks noGrp="1"/>
          </p:cNvSpPr>
          <p:nvPr>
            <p:ph type="ctrTitle" hasCustomPrompt="1"/>
          </p:nvPr>
        </p:nvSpPr>
        <p:spPr>
          <a:xfrm>
            <a:off x="105043" y="5410824"/>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Presentation Title</a:t>
            </a:r>
          </a:p>
        </p:txBody>
      </p:sp>
      <p:sp>
        <p:nvSpPr>
          <p:cNvPr id="8" name="Subtitle 2">
            <a:extLst>
              <a:ext uri="{FF2B5EF4-FFF2-40B4-BE49-F238E27FC236}">
                <a16:creationId xmlns:a16="http://schemas.microsoft.com/office/drawing/2014/main" id="{B0202230-F2CD-0A8E-7A20-6BF651622BF5}"/>
              </a:ext>
            </a:extLst>
          </p:cNvPr>
          <p:cNvSpPr>
            <a:spLocks noGrp="1"/>
          </p:cNvSpPr>
          <p:nvPr>
            <p:ph type="subTitle" idx="1" hasCustomPrompt="1"/>
          </p:nvPr>
        </p:nvSpPr>
        <p:spPr>
          <a:xfrm>
            <a:off x="8135668" y="5107670"/>
            <a:ext cx="3832585" cy="414936"/>
          </a:xfrm>
          <a:prstGeom prst="rect">
            <a:avLst/>
          </a:prstGeom>
          <a:ln>
            <a:noFill/>
          </a:ln>
        </p:spPr>
        <p:txBody>
          <a:bodyPr anchor="ctr">
            <a:noAutofit/>
          </a:bodyPr>
          <a:lstStyle>
            <a:lvl1pPr marL="0" indent="0" algn="r">
              <a:buNone/>
              <a:defRPr lang="en-US" sz="2800" b="0" i="0" kern="0" cap="none" spc="200" baseline="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Name</a:t>
            </a:r>
          </a:p>
        </p:txBody>
      </p:sp>
      <p:sp>
        <p:nvSpPr>
          <p:cNvPr id="10" name="Text Placeholder 2">
            <a:extLst>
              <a:ext uri="{FF2B5EF4-FFF2-40B4-BE49-F238E27FC236}">
                <a16:creationId xmlns:a16="http://schemas.microsoft.com/office/drawing/2014/main" id="{7404E887-F272-F7A6-9ED7-AE80D0811636}"/>
              </a:ext>
            </a:extLst>
          </p:cNvPr>
          <p:cNvSpPr>
            <a:spLocks noGrp="1"/>
          </p:cNvSpPr>
          <p:nvPr>
            <p:ph type="body" sz="quarter" idx="12" hasCustomPrompt="1"/>
          </p:nvPr>
        </p:nvSpPr>
        <p:spPr>
          <a:xfrm>
            <a:off x="7921487" y="5497667"/>
            <a:ext cx="4046768" cy="368754"/>
          </a:xfrm>
          <a:prstGeom prst="rect">
            <a:avLst/>
          </a:prstGeom>
        </p:spPr>
        <p:txBody>
          <a:bodyPr anchor="ctr">
            <a:noAutofit/>
          </a:bodyPr>
          <a:lstStyle>
            <a:lvl1pPr marL="0" indent="0" algn="r">
              <a:buNone/>
              <a:defRPr lang="en-US" sz="2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Date</a:t>
            </a:r>
          </a:p>
        </p:txBody>
      </p:sp>
      <p:sp>
        <p:nvSpPr>
          <p:cNvPr id="11" name="Text Placeholder 5">
            <a:extLst>
              <a:ext uri="{FF2B5EF4-FFF2-40B4-BE49-F238E27FC236}">
                <a16:creationId xmlns:a16="http://schemas.microsoft.com/office/drawing/2014/main" id="{1AC4C519-12CA-B065-00A5-B81041B017EF}"/>
              </a:ext>
            </a:extLst>
          </p:cNvPr>
          <p:cNvSpPr>
            <a:spLocks noGrp="1"/>
          </p:cNvSpPr>
          <p:nvPr>
            <p:ph type="body" sz="quarter" idx="13" hasCustomPrompt="1"/>
          </p:nvPr>
        </p:nvSpPr>
        <p:spPr>
          <a:xfrm>
            <a:off x="7629600" y="6276599"/>
            <a:ext cx="4338653" cy="253088"/>
          </a:xfrm>
          <a:prstGeom prst="rect">
            <a:avLst/>
          </a:prstGeom>
        </p:spPr>
        <p:txBody>
          <a:bodyPr>
            <a:noAutofit/>
          </a:bodyPr>
          <a:lstStyle>
            <a:lvl1pPr marL="0" indent="0" algn="r">
              <a:buNone/>
              <a:defRPr lang="en-US" sz="1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Alfresco Link (if applicable)</a:t>
            </a:r>
          </a:p>
        </p:txBody>
      </p:sp>
      <p:sp>
        <p:nvSpPr>
          <p:cNvPr id="13" name="Text Placeholder 13">
            <a:extLst>
              <a:ext uri="{FF2B5EF4-FFF2-40B4-BE49-F238E27FC236}">
                <a16:creationId xmlns:a16="http://schemas.microsoft.com/office/drawing/2014/main" id="{75F68089-C78E-A403-33B1-4C9821AB440B}"/>
              </a:ext>
            </a:extLst>
          </p:cNvPr>
          <p:cNvSpPr>
            <a:spLocks noGrp="1"/>
          </p:cNvSpPr>
          <p:nvPr>
            <p:ph type="body" sz="quarter" idx="14" hasCustomPrompt="1"/>
          </p:nvPr>
        </p:nvSpPr>
        <p:spPr>
          <a:xfrm>
            <a:off x="353221" y="606076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Subtitle</a:t>
            </a:r>
          </a:p>
        </p:txBody>
      </p:sp>
      <p:grpSp>
        <p:nvGrpSpPr>
          <p:cNvPr id="14" name="Group 13">
            <a:extLst>
              <a:ext uri="{FF2B5EF4-FFF2-40B4-BE49-F238E27FC236}">
                <a16:creationId xmlns:a16="http://schemas.microsoft.com/office/drawing/2014/main" id="{C87A6FD0-2815-0B85-43F8-511CCB091673}"/>
              </a:ext>
            </a:extLst>
          </p:cNvPr>
          <p:cNvGrpSpPr/>
          <p:nvPr userDrawn="1"/>
        </p:nvGrpSpPr>
        <p:grpSpPr>
          <a:xfrm>
            <a:off x="8135669" y="314380"/>
            <a:ext cx="4823051" cy="4414815"/>
            <a:chOff x="8135669" y="372569"/>
            <a:chExt cx="4823051" cy="4414815"/>
          </a:xfrm>
        </p:grpSpPr>
        <p:sp>
          <p:nvSpPr>
            <p:cNvPr id="15" name="Title 1">
              <a:extLst>
                <a:ext uri="{FF2B5EF4-FFF2-40B4-BE49-F238E27FC236}">
                  <a16:creationId xmlns:a16="http://schemas.microsoft.com/office/drawing/2014/main" id="{6CF0B1C5-0252-B69B-E217-045942A52902}"/>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16" name="Group 15">
              <a:extLst>
                <a:ext uri="{FF2B5EF4-FFF2-40B4-BE49-F238E27FC236}">
                  <a16:creationId xmlns:a16="http://schemas.microsoft.com/office/drawing/2014/main" id="{85C385F8-4A32-4FCE-7F7F-BC06E91B00CC}"/>
                </a:ext>
              </a:extLst>
            </p:cNvPr>
            <p:cNvGrpSpPr/>
            <p:nvPr userDrawn="1"/>
          </p:nvGrpSpPr>
          <p:grpSpPr>
            <a:xfrm>
              <a:off x="8135669" y="374511"/>
              <a:ext cx="4823051" cy="4412873"/>
              <a:chOff x="8135669" y="533535"/>
              <a:chExt cx="4823051" cy="4412873"/>
            </a:xfrm>
          </p:grpSpPr>
          <p:sp>
            <p:nvSpPr>
              <p:cNvPr id="21" name="Title 1">
                <a:extLst>
                  <a:ext uri="{FF2B5EF4-FFF2-40B4-BE49-F238E27FC236}">
                    <a16:creationId xmlns:a16="http://schemas.microsoft.com/office/drawing/2014/main" id="{89D8C392-4A8B-22D0-C7F4-1606B114CB28}"/>
                  </a:ext>
                </a:extLst>
              </p:cNvPr>
              <p:cNvSpPr txBox="1">
                <a:spLocks/>
              </p:cNvSpPr>
              <p:nvPr userDrawn="1"/>
            </p:nvSpPr>
            <p:spPr bwMode="auto">
              <a:xfrm>
                <a:off x="8135669" y="3561287"/>
                <a:ext cx="4338761" cy="138512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marL="0" algn="ctr" defTabSz="914400" rtl="0" eaLnBrk="1" fontAlgn="base" latinLnBrk="0" hangingPunct="1">
                  <a:lnSpc>
                    <a:spcPts val="2400"/>
                  </a:lnSpc>
                  <a:spcBef>
                    <a:spcPts val="0"/>
                  </a:spcBef>
                  <a:spcAft>
                    <a:spcPct val="0"/>
                  </a:spcAft>
                </a:pPr>
                <a:endParaRPr lang="en-US" sz="32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endParaRPr>
              </a:p>
            </p:txBody>
          </p:sp>
          <p:pic>
            <p:nvPicPr>
              <p:cNvPr id="23" name="Picture 22">
                <a:extLst>
                  <a:ext uri="{FF2B5EF4-FFF2-40B4-BE49-F238E27FC236}">
                    <a16:creationId xmlns:a16="http://schemas.microsoft.com/office/drawing/2014/main" id="{1BAE2A3F-364D-3109-F0C4-8B1D3EF6F492}"/>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27" name="Group 26">
                <a:extLst>
                  <a:ext uri="{FF2B5EF4-FFF2-40B4-BE49-F238E27FC236}">
                    <a16:creationId xmlns:a16="http://schemas.microsoft.com/office/drawing/2014/main" id="{3122EFA9-75A2-76C8-A8AA-43BF4667B507}"/>
                  </a:ext>
                </a:extLst>
              </p:cNvPr>
              <p:cNvGrpSpPr/>
              <p:nvPr userDrawn="1"/>
            </p:nvGrpSpPr>
            <p:grpSpPr>
              <a:xfrm>
                <a:off x="8418100" y="533535"/>
                <a:ext cx="4540620" cy="1539248"/>
                <a:chOff x="8418100" y="533535"/>
                <a:chExt cx="4540620" cy="1539248"/>
              </a:xfrm>
            </p:grpSpPr>
            <p:pic>
              <p:nvPicPr>
                <p:cNvPr id="28" name="Picture 27">
                  <a:extLst>
                    <a:ext uri="{FF2B5EF4-FFF2-40B4-BE49-F238E27FC236}">
                      <a16:creationId xmlns:a16="http://schemas.microsoft.com/office/drawing/2014/main" id="{BF5B5C35-D7FD-A35D-99F9-5C7EEE6B399C}"/>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29" name="Title 1">
                  <a:extLst>
                    <a:ext uri="{FF2B5EF4-FFF2-40B4-BE49-F238E27FC236}">
                      <a16:creationId xmlns:a16="http://schemas.microsoft.com/office/drawing/2014/main" id="{AE16F418-0661-46D9-F675-DDFA987C2945}"/>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5" name="TextBox 24">
            <a:extLst>
              <a:ext uri="{FF2B5EF4-FFF2-40B4-BE49-F238E27FC236}">
                <a16:creationId xmlns:a16="http://schemas.microsoft.com/office/drawing/2014/main" id="{636FB7F3-95AF-1CFD-92A4-5528F7E1452A}"/>
              </a:ext>
            </a:extLst>
          </p:cNvPr>
          <p:cNvSpPr txBox="1"/>
          <p:nvPr userDrawn="1"/>
        </p:nvSpPr>
        <p:spPr>
          <a:xfrm>
            <a:off x="1989364" y="6662456"/>
            <a:ext cx="8213272" cy="20005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i="0" kern="1200">
                <a:solidFill>
                  <a:schemeClr val="bg1"/>
                </a:solidFill>
                <a:latin typeface="+mn-lt"/>
                <a:ea typeface="+mn-ea"/>
                <a:cs typeface="Arial Narrow" panose="020B0604020202020204" pitchFamily="34" charset="0"/>
              </a:rPr>
              <a:t>The technical data in this document is controlled under the U.S. Export Regulations; release to foreign persons may require an export authorization.</a:t>
            </a:r>
          </a:p>
        </p:txBody>
      </p:sp>
      <p:sp>
        <p:nvSpPr>
          <p:cNvPr id="31" name="Text Placeholder 30">
            <a:extLst>
              <a:ext uri="{FF2B5EF4-FFF2-40B4-BE49-F238E27FC236}">
                <a16:creationId xmlns:a16="http://schemas.microsoft.com/office/drawing/2014/main" id="{0EB82534-7DA4-4B8E-B297-D7F77F45373C}"/>
              </a:ext>
            </a:extLst>
          </p:cNvPr>
          <p:cNvSpPr>
            <a:spLocks noGrp="1"/>
          </p:cNvSpPr>
          <p:nvPr>
            <p:ph type="body" sz="quarter" idx="15" hasCustomPrompt="1"/>
          </p:nvPr>
        </p:nvSpPr>
        <p:spPr>
          <a:xfrm>
            <a:off x="8961438" y="3344863"/>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
        <p:nvSpPr>
          <p:cNvPr id="33" name="Text Placeholder 32">
            <a:extLst>
              <a:ext uri="{FF2B5EF4-FFF2-40B4-BE49-F238E27FC236}">
                <a16:creationId xmlns:a16="http://schemas.microsoft.com/office/drawing/2014/main" id="{666DBD93-91DF-4387-91BD-E480DBAF46BD}"/>
              </a:ext>
            </a:extLst>
          </p:cNvPr>
          <p:cNvSpPr>
            <a:spLocks noGrp="1"/>
          </p:cNvSpPr>
          <p:nvPr>
            <p:ph type="body" sz="quarter" idx="16" hasCustomPrompt="1"/>
          </p:nvPr>
        </p:nvSpPr>
        <p:spPr>
          <a:xfrm>
            <a:off x="7854950" y="5865318"/>
            <a:ext cx="4113213" cy="436220"/>
          </a:xfrm>
          <a:prstGeom prst="rect">
            <a:avLst/>
          </a:prstGeom>
        </p:spPr>
        <p:txBody>
          <a:bodyPr/>
          <a:lstStyle>
            <a:lvl1pPr marL="0" indent="0" algn="r">
              <a:buNone/>
              <a:defRPr sz="2400">
                <a:solidFill>
                  <a:schemeClr val="bg1"/>
                </a:solidFill>
                <a:latin typeface="Helvetica Neue Light" panose="02000403000000020004"/>
              </a:defRPr>
            </a:lvl1pPr>
          </a:lstStyle>
          <a:p>
            <a:pPr lvl="0"/>
            <a:r>
              <a:rPr lang="en-US"/>
              <a:t>LRR #</a:t>
            </a:r>
          </a:p>
        </p:txBody>
      </p:sp>
    </p:spTree>
    <p:extLst>
      <p:ext uri="{BB962C8B-B14F-4D97-AF65-F5344CB8AC3E}">
        <p14:creationId xmlns:p14="http://schemas.microsoft.com/office/powerpoint/2010/main" val="2544469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629294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ntent_White_Two_Section">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7" name="Text Placeholder 5">
            <a:extLst>
              <a:ext uri="{FF2B5EF4-FFF2-40B4-BE49-F238E27FC236}">
                <a16:creationId xmlns:a16="http://schemas.microsoft.com/office/drawing/2014/main" id="{43A4570B-60C6-FC5F-1F80-7E7040C51F6A}"/>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A25BFE45-5032-43C6-9ED6-8F92AB48D27E}"/>
              </a:ext>
            </a:extLst>
          </p:cNvPr>
          <p:cNvGrpSpPr/>
          <p:nvPr userDrawn="1"/>
        </p:nvGrpSpPr>
        <p:grpSpPr>
          <a:xfrm>
            <a:off x="10308566" y="70818"/>
            <a:ext cx="1877335" cy="578242"/>
            <a:chOff x="10308566" y="70818"/>
            <a:chExt cx="1877335" cy="578242"/>
          </a:xfrm>
        </p:grpSpPr>
        <p:sp>
          <p:nvSpPr>
            <p:cNvPr id="17" name="Title 1">
              <a:extLst>
                <a:ext uri="{FF2B5EF4-FFF2-40B4-BE49-F238E27FC236}">
                  <a16:creationId xmlns:a16="http://schemas.microsoft.com/office/drawing/2014/main" id="{E6BABC16-79D8-4465-B014-DFEFB18B737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8" name="Picture 17">
              <a:extLst>
                <a:ext uri="{FF2B5EF4-FFF2-40B4-BE49-F238E27FC236}">
                  <a16:creationId xmlns:a16="http://schemas.microsoft.com/office/drawing/2014/main" id="{18CDA597-85D1-44ED-B196-39CED80F7AF8}"/>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24040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ntent_White_Quandrant">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5550965-41A1-8ACE-E468-EDC52EDB0925}"/>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035395A8-796C-3CC3-4E9C-1DC73E2B38C1}"/>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5">
            <a:extLst>
              <a:ext uri="{FF2B5EF4-FFF2-40B4-BE49-F238E27FC236}">
                <a16:creationId xmlns:a16="http://schemas.microsoft.com/office/drawing/2014/main" id="{13986505-4721-406A-C917-FE93A29AFB84}"/>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66FD14AB-2502-0F02-D959-4299D826A926}"/>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5">
            <a:extLst>
              <a:ext uri="{FF2B5EF4-FFF2-40B4-BE49-F238E27FC236}">
                <a16:creationId xmlns:a16="http://schemas.microsoft.com/office/drawing/2014/main" id="{6F25E2FB-D12D-FB29-2A9F-B0AF03E59333}"/>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7" name="Group 16">
            <a:extLst>
              <a:ext uri="{FF2B5EF4-FFF2-40B4-BE49-F238E27FC236}">
                <a16:creationId xmlns:a16="http://schemas.microsoft.com/office/drawing/2014/main" id="{7850A117-52ED-4B58-A0C9-E281751AB22F}"/>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5243F4C-DE12-4C1B-84ED-259FAF35DB2D}"/>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1EF61D09-CA18-4B16-847A-C03A709E8623}"/>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25182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_White_Text_and_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DC5C295-FB9A-C2F7-D237-B56589FF4C8A}"/>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29DE0F4-AD47-47BE-862C-519D78552208}"/>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E3E2FF2-73B8-43EC-A3F3-A06CBBBC4734}"/>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9D7651F3-624D-4C8A-A702-4E8EFFF174FE}"/>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48544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_Only_White">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6" name="Text Placeholder 2">
            <a:extLst>
              <a:ext uri="{FF2B5EF4-FFF2-40B4-BE49-F238E27FC236}">
                <a16:creationId xmlns:a16="http://schemas.microsoft.com/office/drawing/2014/main" id="{CE1B7819-228E-CE71-7576-4CBA07A40144}"/>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grpSp>
        <p:nvGrpSpPr>
          <p:cNvPr id="11" name="Group 10">
            <a:extLst>
              <a:ext uri="{FF2B5EF4-FFF2-40B4-BE49-F238E27FC236}">
                <a16:creationId xmlns:a16="http://schemas.microsoft.com/office/drawing/2014/main" id="{5D428B9C-42C9-4095-9F62-FD562D5F2ED4}"/>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D4BB15C1-D86E-4019-B669-E94199D2606F}"/>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D7E10998-D290-4799-93B1-41B8ADE2BF4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519804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lank_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8" name="Group 7">
            <a:extLst>
              <a:ext uri="{FF2B5EF4-FFF2-40B4-BE49-F238E27FC236}">
                <a16:creationId xmlns:a16="http://schemas.microsoft.com/office/drawing/2014/main" id="{1D387BBD-7C36-4DBB-B48E-70948920FAE9}"/>
              </a:ext>
            </a:extLst>
          </p:cNvPr>
          <p:cNvGrpSpPr/>
          <p:nvPr userDrawn="1"/>
        </p:nvGrpSpPr>
        <p:grpSpPr>
          <a:xfrm>
            <a:off x="10308566" y="70818"/>
            <a:ext cx="1877335" cy="578242"/>
            <a:chOff x="10308566" y="70818"/>
            <a:chExt cx="1877335" cy="578242"/>
          </a:xfrm>
        </p:grpSpPr>
        <p:sp>
          <p:nvSpPr>
            <p:cNvPr id="11" name="Title 1">
              <a:extLst>
                <a:ext uri="{FF2B5EF4-FFF2-40B4-BE49-F238E27FC236}">
                  <a16:creationId xmlns:a16="http://schemas.microsoft.com/office/drawing/2014/main" id="{4CEF4AA6-E1BE-4BCC-9CC0-A24F0B92204B}"/>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A58AB975-B8A3-4D36-8D41-D57056CF58D1}"/>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027917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ontent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6" name="Text Placeholder 5">
            <a:extLst>
              <a:ext uri="{FF2B5EF4-FFF2-40B4-BE49-F238E27FC236}">
                <a16:creationId xmlns:a16="http://schemas.microsoft.com/office/drawing/2014/main" id="{6FF420E7-81D4-BD58-9C49-2368D2B602AB}"/>
              </a:ext>
            </a:extLst>
          </p:cNvPr>
          <p:cNvSpPr>
            <a:spLocks noGrp="1"/>
          </p:cNvSpPr>
          <p:nvPr userDrawn="1">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0C49109A-EDAB-4DA9-83B8-C65D925E9FBB}"/>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280E32A1-0B2C-4ED5-945D-633B91C68AC9}"/>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351C9C17-8FD7-4A5A-80F7-7CB951DD7389}"/>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182759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ontent_Multi_Two_Section">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a:xfrm>
            <a:off x="352612" y="6492875"/>
            <a:ext cx="1710884" cy="365125"/>
          </a:xfrm>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Text Placeholder 5">
            <a:extLst>
              <a:ext uri="{FF2B5EF4-FFF2-40B4-BE49-F238E27FC236}">
                <a16:creationId xmlns:a16="http://schemas.microsoft.com/office/drawing/2014/main" id="{DF4D316A-BA27-2CDA-E6DA-B2FBA93BD3CE}"/>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03787DC-06EB-A69E-CA90-8F56F73F4CA4}"/>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5">
            <a:extLst>
              <a:ext uri="{FF2B5EF4-FFF2-40B4-BE49-F238E27FC236}">
                <a16:creationId xmlns:a16="http://schemas.microsoft.com/office/drawing/2014/main" id="{FBBFE8C3-7A9D-1B42-DB57-DC4E41CED085}"/>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a:extLst>
              <a:ext uri="{FF2B5EF4-FFF2-40B4-BE49-F238E27FC236}">
                <a16:creationId xmlns:a16="http://schemas.microsoft.com/office/drawing/2014/main" id="{9507C497-8B27-4505-8E04-3687D09AFC01}"/>
              </a:ext>
            </a:extLst>
          </p:cNvPr>
          <p:cNvGrpSpPr/>
          <p:nvPr userDrawn="1"/>
        </p:nvGrpSpPr>
        <p:grpSpPr>
          <a:xfrm>
            <a:off x="10308566" y="70818"/>
            <a:ext cx="1877335" cy="578242"/>
            <a:chOff x="10308566" y="70818"/>
            <a:chExt cx="1877335" cy="578242"/>
          </a:xfrm>
        </p:grpSpPr>
        <p:sp>
          <p:nvSpPr>
            <p:cNvPr id="21" name="Title 1">
              <a:extLst>
                <a:ext uri="{FF2B5EF4-FFF2-40B4-BE49-F238E27FC236}">
                  <a16:creationId xmlns:a16="http://schemas.microsoft.com/office/drawing/2014/main" id="{AA602D0A-F1DB-4373-AAC4-D25A9797066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2" name="Picture 21">
              <a:extLst>
                <a:ext uri="{FF2B5EF4-FFF2-40B4-BE49-F238E27FC236}">
                  <a16:creationId xmlns:a16="http://schemas.microsoft.com/office/drawing/2014/main" id="{978E8C4A-8A8C-4726-86C1-B3D29453B1E7}"/>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226467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ontent_Multi_Quandrant">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cxnSp>
        <p:nvCxnSpPr>
          <p:cNvPr id="6" name="Straight Connector 5">
            <a:extLst>
              <a:ext uri="{FF2B5EF4-FFF2-40B4-BE49-F238E27FC236}">
                <a16:creationId xmlns:a16="http://schemas.microsoft.com/office/drawing/2014/main" id="{A877EFAB-CEC4-30AD-0F44-E1377F77B57D}"/>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243E7F-BA0A-52CF-F55C-2DF7621C8D5C}"/>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5">
            <a:extLst>
              <a:ext uri="{FF2B5EF4-FFF2-40B4-BE49-F238E27FC236}">
                <a16:creationId xmlns:a16="http://schemas.microsoft.com/office/drawing/2014/main" id="{CE7B9855-2BF5-5B1F-081F-C6C732B54787}"/>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1F7C524-4887-A9F5-4629-7A2B7E7BA522}"/>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5">
            <a:extLst>
              <a:ext uri="{FF2B5EF4-FFF2-40B4-BE49-F238E27FC236}">
                <a16:creationId xmlns:a16="http://schemas.microsoft.com/office/drawing/2014/main" id="{980F5790-6576-FF86-506B-ADCFA034145C}"/>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95344996-835A-26BD-2FC9-E819B79E3478}"/>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2" name="Group 21">
            <a:extLst>
              <a:ext uri="{FF2B5EF4-FFF2-40B4-BE49-F238E27FC236}">
                <a16:creationId xmlns:a16="http://schemas.microsoft.com/office/drawing/2014/main" id="{04A6D93F-E532-44B1-B04A-7041D60DC25A}"/>
              </a:ext>
            </a:extLst>
          </p:cNvPr>
          <p:cNvGrpSpPr/>
          <p:nvPr userDrawn="1"/>
        </p:nvGrpSpPr>
        <p:grpSpPr>
          <a:xfrm>
            <a:off x="10308566" y="70818"/>
            <a:ext cx="1877335" cy="578242"/>
            <a:chOff x="10308566" y="70818"/>
            <a:chExt cx="1877335" cy="578242"/>
          </a:xfrm>
        </p:grpSpPr>
        <p:sp>
          <p:nvSpPr>
            <p:cNvPr id="28" name="Title 1">
              <a:extLst>
                <a:ext uri="{FF2B5EF4-FFF2-40B4-BE49-F238E27FC236}">
                  <a16:creationId xmlns:a16="http://schemas.microsoft.com/office/drawing/2014/main" id="{17F3F568-F970-464E-85AD-E917489D6B1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9" name="Picture 28">
              <a:extLst>
                <a:ext uri="{FF2B5EF4-FFF2-40B4-BE49-F238E27FC236}">
                  <a16:creationId xmlns:a16="http://schemas.microsoft.com/office/drawing/2014/main" id="{9FA2AEFE-1190-4548-B467-32D411CB617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397282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ontent_Multi_Text_and_Pictur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Picture Placeholder 11">
            <a:extLst>
              <a:ext uri="{FF2B5EF4-FFF2-40B4-BE49-F238E27FC236}">
                <a16:creationId xmlns:a16="http://schemas.microsoft.com/office/drawing/2014/main" id="{815812CD-E421-C488-D4CC-97CFD4B64599}"/>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3" name="Text Placeholder 5">
            <a:extLst>
              <a:ext uri="{FF2B5EF4-FFF2-40B4-BE49-F238E27FC236}">
                <a16:creationId xmlns:a16="http://schemas.microsoft.com/office/drawing/2014/main" id="{24BB0B6B-A3CB-4CF0-E0FC-860520D2C7C2}"/>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CF31ED16-05E6-49BD-B13D-3442CE05A5D4}"/>
              </a:ext>
            </a:extLst>
          </p:cNvPr>
          <p:cNvGrpSpPr/>
          <p:nvPr userDrawn="1"/>
        </p:nvGrpSpPr>
        <p:grpSpPr>
          <a:xfrm>
            <a:off x="10308566" y="70818"/>
            <a:ext cx="1877335" cy="578242"/>
            <a:chOff x="10308566" y="70818"/>
            <a:chExt cx="1877335" cy="578242"/>
          </a:xfrm>
        </p:grpSpPr>
        <p:sp>
          <p:nvSpPr>
            <p:cNvPr id="19" name="Title 1">
              <a:extLst>
                <a:ext uri="{FF2B5EF4-FFF2-40B4-BE49-F238E27FC236}">
                  <a16:creationId xmlns:a16="http://schemas.microsoft.com/office/drawing/2014/main" id="{D40317CA-673F-4B82-9499-91F336ED6B9C}"/>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0" name="Picture 19">
              <a:extLst>
                <a:ext uri="{FF2B5EF4-FFF2-40B4-BE49-F238E27FC236}">
                  <a16:creationId xmlns:a16="http://schemas.microsoft.com/office/drawing/2014/main" id="{EF97A502-1ECF-418B-A564-69FF4FF2B66C}"/>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79341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Title_Only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5C01AD5-6DD4-43AA-B802-8723D37DF265}"/>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E7FB5393-C2C4-436A-8D6F-6067946E097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C84F828F-1DE2-41EB-A60D-984B5629CAE6}"/>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753034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Section_Title_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F32FD4D-C089-B290-F5E6-2A7915AC318C}"/>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p:blipFill>
        <p:spPr>
          <a:xfrm>
            <a:off x="1524" y="0"/>
            <a:ext cx="12192000" cy="6858000"/>
          </a:xfrm>
          <a:prstGeom prst="rect">
            <a:avLst/>
          </a:prstGeom>
        </p:spPr>
      </p:pic>
      <p:sp>
        <p:nvSpPr>
          <p:cNvPr id="16" name="Rectangle 15">
            <a:extLst>
              <a:ext uri="{FF2B5EF4-FFF2-40B4-BE49-F238E27FC236}">
                <a16:creationId xmlns:a16="http://schemas.microsoft.com/office/drawing/2014/main" id="{6373F711-C3D3-8D70-3D9F-0E36378B9823}"/>
              </a:ext>
            </a:extLst>
          </p:cNvPr>
          <p:cNvSpPr/>
          <p:nvPr userDrawn="1"/>
        </p:nvSpPr>
        <p:spPr>
          <a:xfrm>
            <a:off x="0" y="2074163"/>
            <a:ext cx="12188952" cy="4800600"/>
          </a:xfrm>
          <a:prstGeom prst="rect">
            <a:avLst/>
          </a:prstGeom>
          <a:gradFill flip="none" rotWithShape="1">
            <a:gsLst>
              <a:gs pos="0">
                <a:schemeClr val="tx1">
                  <a:alpha val="0"/>
                </a:schemeClr>
              </a:gs>
              <a:gs pos="100000">
                <a:schemeClr val="tx1">
                  <a:alpha val="30488"/>
                </a:schemeClr>
              </a:gs>
            </a:gsLst>
            <a:lin ang="5400000" scaled="0"/>
            <a:tileRect/>
          </a:gradFill>
          <a:ln w="12700" cap="flat" cmpd="sng" algn="ctr">
            <a:noFill/>
            <a:prstDash val="solid"/>
            <a:miter lim="800000"/>
          </a:ln>
          <a:effectLst/>
        </p:spPr>
        <p:txBody>
          <a:bodyPr rtlCol="0" anchor="ctr"/>
          <a:lstStyle/>
          <a:p>
            <a:pPr algn="l"/>
            <a:endParaRPr lang="en-US">
              <a:solidFill>
                <a:srgbClr val="FFFFFF"/>
              </a:solidFill>
              <a:latin typeface="Calibri" panose="020F0502020204030204"/>
              <a:cs typeface="Arial"/>
              <a:sym typeface="Arial"/>
            </a:endParaRPr>
          </a:p>
        </p:txBody>
      </p:sp>
      <p:grpSp>
        <p:nvGrpSpPr>
          <p:cNvPr id="24" name="Group 23">
            <a:extLst>
              <a:ext uri="{FF2B5EF4-FFF2-40B4-BE49-F238E27FC236}">
                <a16:creationId xmlns:a16="http://schemas.microsoft.com/office/drawing/2014/main" id="{B5C9FC9D-ACA1-30FD-08A1-2ECA1EC595DF}"/>
              </a:ext>
            </a:extLst>
          </p:cNvPr>
          <p:cNvGrpSpPr/>
          <p:nvPr userDrawn="1"/>
        </p:nvGrpSpPr>
        <p:grpSpPr>
          <a:xfrm>
            <a:off x="-3048" y="735913"/>
            <a:ext cx="12192000" cy="1769081"/>
            <a:chOff x="-4572" y="2260998"/>
            <a:chExt cx="12192000" cy="1769081"/>
          </a:xfrm>
        </p:grpSpPr>
        <p:grpSp>
          <p:nvGrpSpPr>
            <p:cNvPr id="22" name="Group 21">
              <a:extLst>
                <a:ext uri="{FF2B5EF4-FFF2-40B4-BE49-F238E27FC236}">
                  <a16:creationId xmlns:a16="http://schemas.microsoft.com/office/drawing/2014/main" id="{CED5AD5E-B889-B762-D395-57F92B056343}"/>
                </a:ext>
              </a:extLst>
            </p:cNvPr>
            <p:cNvGrpSpPr/>
            <p:nvPr userDrawn="1"/>
          </p:nvGrpSpPr>
          <p:grpSpPr>
            <a:xfrm>
              <a:off x="-4572" y="2260998"/>
              <a:ext cx="12192000" cy="1726976"/>
              <a:chOff x="0" y="5131024"/>
              <a:chExt cx="12192000" cy="1726976"/>
            </a:xfrm>
          </p:grpSpPr>
          <p:sp>
            <p:nvSpPr>
              <p:cNvPr id="20" name="Rectangle">
                <a:extLst>
                  <a:ext uri="{FF2B5EF4-FFF2-40B4-BE49-F238E27FC236}">
                    <a16:creationId xmlns:a16="http://schemas.microsoft.com/office/drawing/2014/main" id="{D17CBE25-9F58-DBF5-2697-63A17E6795E9}"/>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1" name="Rectangle 20">
                <a:extLst>
                  <a:ext uri="{FF2B5EF4-FFF2-40B4-BE49-F238E27FC236}">
                    <a16:creationId xmlns:a16="http://schemas.microsoft.com/office/drawing/2014/main" id="{C604165A-8C16-82A1-F662-249F60C23F9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663212E2-4792-592E-92D6-D97F8C5CF443}"/>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sp>
        <p:nvSpPr>
          <p:cNvPr id="44" name="Title 1">
            <a:extLst>
              <a:ext uri="{FF2B5EF4-FFF2-40B4-BE49-F238E27FC236}">
                <a16:creationId xmlns:a16="http://schemas.microsoft.com/office/drawing/2014/main" id="{BD9D7EC7-A90F-5BC1-361C-C231B2DF06A1}"/>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45" name="Text Placeholder 13">
            <a:extLst>
              <a:ext uri="{FF2B5EF4-FFF2-40B4-BE49-F238E27FC236}">
                <a16:creationId xmlns:a16="http://schemas.microsoft.com/office/drawing/2014/main" id="{C7C2ACFD-DAD4-5AC1-0174-463BD9AB016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4"/>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5"/>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10" name="Date Placeholder 9">
            <a:extLst>
              <a:ext uri="{FF2B5EF4-FFF2-40B4-BE49-F238E27FC236}">
                <a16:creationId xmlns:a16="http://schemas.microsoft.com/office/drawing/2014/main" id="{C1E2351D-DFD1-4B60-63A2-64030A5F017E}"/>
              </a:ext>
            </a:extLst>
          </p:cNvPr>
          <p:cNvSpPr>
            <a:spLocks noGrp="1"/>
          </p:cNvSpPr>
          <p:nvPr>
            <p:ph type="dt" sz="half" idx="15"/>
          </p:nvPr>
        </p:nvSpPr>
        <p:spPr/>
        <p:txBody>
          <a:bodyPr/>
          <a:lstStyle>
            <a:lvl1pPr>
              <a:defRPr>
                <a:solidFill>
                  <a:schemeClr val="bg1"/>
                </a:solidFill>
              </a:defRPr>
            </a:lvl1pPr>
          </a:lstStyle>
          <a:p>
            <a:r>
              <a:rPr lang="en-US"/>
              <a:t>DD MMM YYYY</a:t>
            </a:r>
          </a:p>
        </p:txBody>
      </p:sp>
      <p:sp>
        <p:nvSpPr>
          <p:cNvPr id="13" name="Footer Placeholder 12">
            <a:extLst>
              <a:ext uri="{FF2B5EF4-FFF2-40B4-BE49-F238E27FC236}">
                <a16:creationId xmlns:a16="http://schemas.microsoft.com/office/drawing/2014/main" id="{B1926429-1384-BEAD-7DBA-A248BFBE3DB8}"/>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FE563FEC-CC54-5DCC-F823-FDA4F29B1B6F}"/>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8" name="Text Placeholder 30">
            <a:extLst>
              <a:ext uri="{FF2B5EF4-FFF2-40B4-BE49-F238E27FC236}">
                <a16:creationId xmlns:a16="http://schemas.microsoft.com/office/drawing/2014/main" id="{1D9E62F0-E928-6B91-D305-5C137ADE39BF}"/>
              </a:ext>
            </a:extLst>
          </p:cNvPr>
          <p:cNvSpPr>
            <a:spLocks noGrp="1"/>
          </p:cNvSpPr>
          <p:nvPr>
            <p:ph type="body" sz="quarter" idx="18" hasCustomPrompt="1"/>
          </p:nvPr>
        </p:nvSpPr>
        <p:spPr>
          <a:xfrm>
            <a:off x="8961438" y="4249639"/>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Tree>
    <p:extLst>
      <p:ext uri="{BB962C8B-B14F-4D97-AF65-F5344CB8AC3E}">
        <p14:creationId xmlns:p14="http://schemas.microsoft.com/office/powerpoint/2010/main" val="2824275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Section_Title_2">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7CFE4C8-F023-F07C-2309-65418B72F491}"/>
              </a:ext>
            </a:extLst>
          </p:cNvPr>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0" y="0"/>
            <a:ext cx="121904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78746F55-F190-B330-94FD-214060CBC889}"/>
              </a:ext>
            </a:extLst>
          </p:cNvPr>
          <p:cNvGrpSpPr/>
          <p:nvPr userDrawn="1"/>
        </p:nvGrpSpPr>
        <p:grpSpPr>
          <a:xfrm>
            <a:off x="-3048" y="735913"/>
            <a:ext cx="12192000" cy="1769081"/>
            <a:chOff x="-4572" y="2260998"/>
            <a:chExt cx="12192000" cy="1769081"/>
          </a:xfrm>
        </p:grpSpPr>
        <p:grpSp>
          <p:nvGrpSpPr>
            <p:cNvPr id="25" name="Group 24">
              <a:extLst>
                <a:ext uri="{FF2B5EF4-FFF2-40B4-BE49-F238E27FC236}">
                  <a16:creationId xmlns:a16="http://schemas.microsoft.com/office/drawing/2014/main" id="{92718773-0A97-1D20-C5AF-36340DEB48D9}"/>
                </a:ext>
              </a:extLst>
            </p:cNvPr>
            <p:cNvGrpSpPr/>
            <p:nvPr userDrawn="1"/>
          </p:nvGrpSpPr>
          <p:grpSpPr>
            <a:xfrm>
              <a:off x="-4572" y="2260998"/>
              <a:ext cx="12192000" cy="1726976"/>
              <a:chOff x="0" y="5131024"/>
              <a:chExt cx="12192000" cy="1726976"/>
            </a:xfrm>
          </p:grpSpPr>
          <p:sp>
            <p:nvSpPr>
              <p:cNvPr id="27" name="Rectangle">
                <a:extLst>
                  <a:ext uri="{FF2B5EF4-FFF2-40B4-BE49-F238E27FC236}">
                    <a16:creationId xmlns:a16="http://schemas.microsoft.com/office/drawing/2014/main" id="{DD53FCAF-C80F-1027-4011-395114192D1C}"/>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8" name="Rectangle 27">
                <a:extLst>
                  <a:ext uri="{FF2B5EF4-FFF2-40B4-BE49-F238E27FC236}">
                    <a16:creationId xmlns:a16="http://schemas.microsoft.com/office/drawing/2014/main" id="{6D1841A8-D88B-F185-D9FE-47C6DB87D27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80C3DAEA-5E79-3525-198C-382C9267DEDA}"/>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9" name="Title 1">
            <a:extLst>
              <a:ext uri="{FF2B5EF4-FFF2-40B4-BE49-F238E27FC236}">
                <a16:creationId xmlns:a16="http://schemas.microsoft.com/office/drawing/2014/main" id="{55D0F806-D6D9-48B8-12F3-32AF4C326D29}"/>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30" name="Text Placeholder 13">
            <a:extLst>
              <a:ext uri="{FF2B5EF4-FFF2-40B4-BE49-F238E27FC236}">
                <a16:creationId xmlns:a16="http://schemas.microsoft.com/office/drawing/2014/main" id="{871FAE5A-A807-8E49-1A75-0A7F489961D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sp>
        <p:nvSpPr>
          <p:cNvPr id="10" name="Date Placeholder 9">
            <a:extLst>
              <a:ext uri="{FF2B5EF4-FFF2-40B4-BE49-F238E27FC236}">
                <a16:creationId xmlns:a16="http://schemas.microsoft.com/office/drawing/2014/main" id="{14582460-9F23-76B4-767F-430EEA944765}"/>
              </a:ext>
            </a:extLst>
          </p:cNvPr>
          <p:cNvSpPr>
            <a:spLocks noGrp="1"/>
          </p:cNvSpPr>
          <p:nvPr>
            <p:ph type="dt" sz="half" idx="15"/>
          </p:nvPr>
        </p:nvSpPr>
        <p:spPr/>
        <p:txBody>
          <a:bodyPr/>
          <a:lstStyle>
            <a:lvl1pPr>
              <a:defRPr>
                <a:solidFill>
                  <a:schemeClr val="bg1"/>
                </a:solidFill>
              </a:defRPr>
            </a:lvl1pPr>
          </a:lstStyle>
          <a:p>
            <a:r>
              <a:rPr lang="en-US"/>
              <a:t>DD MMM YYYY</a:t>
            </a:r>
          </a:p>
        </p:txBody>
      </p:sp>
      <p:sp>
        <p:nvSpPr>
          <p:cNvPr id="13" name="Footer Placeholder 12">
            <a:extLst>
              <a:ext uri="{FF2B5EF4-FFF2-40B4-BE49-F238E27FC236}">
                <a16:creationId xmlns:a16="http://schemas.microsoft.com/office/drawing/2014/main" id="{4727E7EE-A68F-1014-EAD6-06A056F4B994}"/>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AD78B655-1B54-C5FF-433D-5D369FB12451}"/>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3" name="Text Placeholder 30">
            <a:extLst>
              <a:ext uri="{FF2B5EF4-FFF2-40B4-BE49-F238E27FC236}">
                <a16:creationId xmlns:a16="http://schemas.microsoft.com/office/drawing/2014/main" id="{3DA4D3B1-DB85-7385-CCCC-00C9FC157359}"/>
              </a:ext>
            </a:extLst>
          </p:cNvPr>
          <p:cNvSpPr>
            <a:spLocks noGrp="1"/>
          </p:cNvSpPr>
          <p:nvPr>
            <p:ph type="body" sz="quarter" idx="18" hasCustomPrompt="1"/>
          </p:nvPr>
        </p:nvSpPr>
        <p:spPr>
          <a:xfrm>
            <a:off x="8961438" y="4249639"/>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Tree>
    <p:extLst>
      <p:ext uri="{BB962C8B-B14F-4D97-AF65-F5344CB8AC3E}">
        <p14:creationId xmlns:p14="http://schemas.microsoft.com/office/powerpoint/2010/main" val="1718914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E9F099-D064-6F58-DF7C-3FC2A8999CD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8443345" cy="5173133"/>
          </a:xfrm>
          <a:prstGeom prst="rect">
            <a:avLst/>
          </a:prstGeom>
        </p:spPr>
      </p:pic>
      <p:sp>
        <p:nvSpPr>
          <p:cNvPr id="4" name="Rectangle">
            <a:extLst>
              <a:ext uri="{FF2B5EF4-FFF2-40B4-BE49-F238E27FC236}">
                <a16:creationId xmlns:a16="http://schemas.microsoft.com/office/drawing/2014/main" id="{2C560D5A-6704-0193-551D-8314C24F8FDE}"/>
              </a:ext>
            </a:extLst>
          </p:cNvPr>
          <p:cNvSpPr/>
          <p:nvPr userDrawn="1"/>
        </p:nvSpPr>
        <p:spPr>
          <a:xfrm rot="10800000">
            <a:off x="0" y="5239631"/>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5" name="Rectangle 4">
            <a:extLst>
              <a:ext uri="{FF2B5EF4-FFF2-40B4-BE49-F238E27FC236}">
                <a16:creationId xmlns:a16="http://schemas.microsoft.com/office/drawing/2014/main" id="{6E74CA93-F895-DE31-C4AA-00A2F70BB871}"/>
              </a:ext>
            </a:extLst>
          </p:cNvPr>
          <p:cNvSpPr/>
          <p:nvPr userDrawn="1"/>
        </p:nvSpPr>
        <p:spPr>
          <a:xfrm>
            <a:off x="3048" y="5131024"/>
            <a:ext cx="8275413"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67DD6AA0-88B1-FA3A-14A6-D8FB85A01063}"/>
              </a:ext>
            </a:extLst>
          </p:cNvPr>
          <p:cNvSpPr/>
          <p:nvPr userDrawn="1"/>
        </p:nvSpPr>
        <p:spPr>
          <a:xfrm>
            <a:off x="7082463" y="-1941"/>
            <a:ext cx="5109537" cy="6926444"/>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AB1D45ED-9B70-752A-C468-459D07374E07}"/>
              </a:ext>
            </a:extLst>
          </p:cNvPr>
          <p:cNvSpPr>
            <a:spLocks noGrp="1"/>
          </p:cNvSpPr>
          <p:nvPr>
            <p:ph type="ctrTitle" hasCustomPrompt="1"/>
          </p:nvPr>
        </p:nvSpPr>
        <p:spPr>
          <a:xfrm>
            <a:off x="105043" y="5410824"/>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Presentation Title</a:t>
            </a:r>
          </a:p>
        </p:txBody>
      </p:sp>
      <p:sp>
        <p:nvSpPr>
          <p:cNvPr id="8" name="Subtitle 2">
            <a:extLst>
              <a:ext uri="{FF2B5EF4-FFF2-40B4-BE49-F238E27FC236}">
                <a16:creationId xmlns:a16="http://schemas.microsoft.com/office/drawing/2014/main" id="{B0202230-F2CD-0A8E-7A20-6BF651622BF5}"/>
              </a:ext>
            </a:extLst>
          </p:cNvPr>
          <p:cNvSpPr>
            <a:spLocks noGrp="1"/>
          </p:cNvSpPr>
          <p:nvPr>
            <p:ph type="subTitle" idx="1" hasCustomPrompt="1"/>
          </p:nvPr>
        </p:nvSpPr>
        <p:spPr>
          <a:xfrm>
            <a:off x="8135668" y="5107670"/>
            <a:ext cx="3832585" cy="414936"/>
          </a:xfrm>
          <a:prstGeom prst="rect">
            <a:avLst/>
          </a:prstGeom>
          <a:ln>
            <a:noFill/>
          </a:ln>
        </p:spPr>
        <p:txBody>
          <a:bodyPr anchor="ctr">
            <a:noAutofit/>
          </a:bodyPr>
          <a:lstStyle>
            <a:lvl1pPr marL="0" indent="0" algn="r">
              <a:buNone/>
              <a:defRPr lang="en-US" sz="2800" b="0" i="0" kern="0" cap="none" spc="200" baseline="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Name</a:t>
            </a:r>
          </a:p>
        </p:txBody>
      </p:sp>
      <p:sp>
        <p:nvSpPr>
          <p:cNvPr id="10" name="Text Placeholder 2">
            <a:extLst>
              <a:ext uri="{FF2B5EF4-FFF2-40B4-BE49-F238E27FC236}">
                <a16:creationId xmlns:a16="http://schemas.microsoft.com/office/drawing/2014/main" id="{7404E887-F272-F7A6-9ED7-AE80D0811636}"/>
              </a:ext>
            </a:extLst>
          </p:cNvPr>
          <p:cNvSpPr>
            <a:spLocks noGrp="1"/>
          </p:cNvSpPr>
          <p:nvPr>
            <p:ph type="body" sz="quarter" idx="12" hasCustomPrompt="1"/>
          </p:nvPr>
        </p:nvSpPr>
        <p:spPr>
          <a:xfrm>
            <a:off x="7921487" y="5497667"/>
            <a:ext cx="4046768" cy="368754"/>
          </a:xfrm>
          <a:prstGeom prst="rect">
            <a:avLst/>
          </a:prstGeom>
        </p:spPr>
        <p:txBody>
          <a:bodyPr anchor="ctr">
            <a:noAutofit/>
          </a:bodyPr>
          <a:lstStyle>
            <a:lvl1pPr marL="0" indent="0" algn="r">
              <a:buNone/>
              <a:defRPr lang="en-US" sz="2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Date</a:t>
            </a:r>
          </a:p>
        </p:txBody>
      </p:sp>
      <p:sp>
        <p:nvSpPr>
          <p:cNvPr id="11" name="Text Placeholder 5">
            <a:extLst>
              <a:ext uri="{FF2B5EF4-FFF2-40B4-BE49-F238E27FC236}">
                <a16:creationId xmlns:a16="http://schemas.microsoft.com/office/drawing/2014/main" id="{1AC4C519-12CA-B065-00A5-B81041B017EF}"/>
              </a:ext>
            </a:extLst>
          </p:cNvPr>
          <p:cNvSpPr>
            <a:spLocks noGrp="1"/>
          </p:cNvSpPr>
          <p:nvPr>
            <p:ph type="body" sz="quarter" idx="13" hasCustomPrompt="1"/>
          </p:nvPr>
        </p:nvSpPr>
        <p:spPr>
          <a:xfrm>
            <a:off x="7629600" y="6276599"/>
            <a:ext cx="4338653" cy="253088"/>
          </a:xfrm>
          <a:prstGeom prst="rect">
            <a:avLst/>
          </a:prstGeom>
        </p:spPr>
        <p:txBody>
          <a:bodyPr>
            <a:noAutofit/>
          </a:bodyPr>
          <a:lstStyle>
            <a:lvl1pPr marL="0" indent="0" algn="r">
              <a:buNone/>
              <a:defRPr lang="en-US" sz="1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Alfresco Link (if applicable)</a:t>
            </a:r>
          </a:p>
        </p:txBody>
      </p:sp>
      <p:sp>
        <p:nvSpPr>
          <p:cNvPr id="13" name="Text Placeholder 13">
            <a:extLst>
              <a:ext uri="{FF2B5EF4-FFF2-40B4-BE49-F238E27FC236}">
                <a16:creationId xmlns:a16="http://schemas.microsoft.com/office/drawing/2014/main" id="{75F68089-C78E-A403-33B1-4C9821AB440B}"/>
              </a:ext>
            </a:extLst>
          </p:cNvPr>
          <p:cNvSpPr>
            <a:spLocks noGrp="1"/>
          </p:cNvSpPr>
          <p:nvPr>
            <p:ph type="body" sz="quarter" idx="14" hasCustomPrompt="1"/>
          </p:nvPr>
        </p:nvSpPr>
        <p:spPr>
          <a:xfrm>
            <a:off x="353221" y="606076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Subtitle</a:t>
            </a:r>
          </a:p>
        </p:txBody>
      </p:sp>
      <p:grpSp>
        <p:nvGrpSpPr>
          <p:cNvPr id="14" name="Group 13">
            <a:extLst>
              <a:ext uri="{FF2B5EF4-FFF2-40B4-BE49-F238E27FC236}">
                <a16:creationId xmlns:a16="http://schemas.microsoft.com/office/drawing/2014/main" id="{C87A6FD0-2815-0B85-43F8-511CCB091673}"/>
              </a:ext>
            </a:extLst>
          </p:cNvPr>
          <p:cNvGrpSpPr/>
          <p:nvPr userDrawn="1"/>
        </p:nvGrpSpPr>
        <p:grpSpPr>
          <a:xfrm>
            <a:off x="8135669" y="314380"/>
            <a:ext cx="4823051" cy="4414815"/>
            <a:chOff x="8135669" y="372569"/>
            <a:chExt cx="4823051" cy="4414815"/>
          </a:xfrm>
        </p:grpSpPr>
        <p:sp>
          <p:nvSpPr>
            <p:cNvPr id="15" name="Title 1">
              <a:extLst>
                <a:ext uri="{FF2B5EF4-FFF2-40B4-BE49-F238E27FC236}">
                  <a16:creationId xmlns:a16="http://schemas.microsoft.com/office/drawing/2014/main" id="{6CF0B1C5-0252-B69B-E217-045942A52902}"/>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16" name="Group 15">
              <a:extLst>
                <a:ext uri="{FF2B5EF4-FFF2-40B4-BE49-F238E27FC236}">
                  <a16:creationId xmlns:a16="http://schemas.microsoft.com/office/drawing/2014/main" id="{85C385F8-4A32-4FCE-7F7F-BC06E91B00CC}"/>
                </a:ext>
              </a:extLst>
            </p:cNvPr>
            <p:cNvGrpSpPr/>
            <p:nvPr userDrawn="1"/>
          </p:nvGrpSpPr>
          <p:grpSpPr>
            <a:xfrm>
              <a:off x="8135669" y="374511"/>
              <a:ext cx="4823051" cy="4412873"/>
              <a:chOff x="8135669" y="533535"/>
              <a:chExt cx="4823051" cy="4412873"/>
            </a:xfrm>
          </p:grpSpPr>
          <p:sp>
            <p:nvSpPr>
              <p:cNvPr id="21" name="Title 1">
                <a:extLst>
                  <a:ext uri="{FF2B5EF4-FFF2-40B4-BE49-F238E27FC236}">
                    <a16:creationId xmlns:a16="http://schemas.microsoft.com/office/drawing/2014/main" id="{89D8C392-4A8B-22D0-C7F4-1606B114CB28}"/>
                  </a:ext>
                </a:extLst>
              </p:cNvPr>
              <p:cNvSpPr txBox="1">
                <a:spLocks/>
              </p:cNvSpPr>
              <p:nvPr userDrawn="1"/>
            </p:nvSpPr>
            <p:spPr bwMode="auto">
              <a:xfrm>
                <a:off x="8135669" y="3561287"/>
                <a:ext cx="4338761" cy="138512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marL="0" algn="ctr" defTabSz="914400" rtl="0" eaLnBrk="1" fontAlgn="base" latinLnBrk="0" hangingPunct="1">
                  <a:lnSpc>
                    <a:spcPts val="2400"/>
                  </a:lnSpc>
                  <a:spcBef>
                    <a:spcPts val="0"/>
                  </a:spcBef>
                  <a:spcAft>
                    <a:spcPct val="0"/>
                  </a:spcAft>
                </a:pPr>
                <a:endParaRPr lang="en-US" sz="32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endParaRPr>
              </a:p>
            </p:txBody>
          </p:sp>
          <p:pic>
            <p:nvPicPr>
              <p:cNvPr id="23" name="Picture 22">
                <a:extLst>
                  <a:ext uri="{FF2B5EF4-FFF2-40B4-BE49-F238E27FC236}">
                    <a16:creationId xmlns:a16="http://schemas.microsoft.com/office/drawing/2014/main" id="{1BAE2A3F-364D-3109-F0C4-8B1D3EF6F492}"/>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27" name="Group 26">
                <a:extLst>
                  <a:ext uri="{FF2B5EF4-FFF2-40B4-BE49-F238E27FC236}">
                    <a16:creationId xmlns:a16="http://schemas.microsoft.com/office/drawing/2014/main" id="{3122EFA9-75A2-76C8-A8AA-43BF4667B507}"/>
                  </a:ext>
                </a:extLst>
              </p:cNvPr>
              <p:cNvGrpSpPr/>
              <p:nvPr userDrawn="1"/>
            </p:nvGrpSpPr>
            <p:grpSpPr>
              <a:xfrm>
                <a:off x="8418100" y="533535"/>
                <a:ext cx="4540620" cy="1539248"/>
                <a:chOff x="8418100" y="533535"/>
                <a:chExt cx="4540620" cy="1539248"/>
              </a:xfrm>
            </p:grpSpPr>
            <p:pic>
              <p:nvPicPr>
                <p:cNvPr id="28" name="Picture 27">
                  <a:extLst>
                    <a:ext uri="{FF2B5EF4-FFF2-40B4-BE49-F238E27FC236}">
                      <a16:creationId xmlns:a16="http://schemas.microsoft.com/office/drawing/2014/main" id="{BF5B5C35-D7FD-A35D-99F9-5C7EEE6B399C}"/>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29" name="Title 1">
                  <a:extLst>
                    <a:ext uri="{FF2B5EF4-FFF2-40B4-BE49-F238E27FC236}">
                      <a16:creationId xmlns:a16="http://schemas.microsoft.com/office/drawing/2014/main" id="{AE16F418-0661-46D9-F675-DDFA987C2945}"/>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5" name="TextBox 24">
            <a:extLst>
              <a:ext uri="{FF2B5EF4-FFF2-40B4-BE49-F238E27FC236}">
                <a16:creationId xmlns:a16="http://schemas.microsoft.com/office/drawing/2014/main" id="{636FB7F3-95AF-1CFD-92A4-5528F7E1452A}"/>
              </a:ext>
            </a:extLst>
          </p:cNvPr>
          <p:cNvSpPr txBox="1"/>
          <p:nvPr userDrawn="1"/>
        </p:nvSpPr>
        <p:spPr>
          <a:xfrm>
            <a:off x="1989364" y="6662456"/>
            <a:ext cx="8213272" cy="20005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i="0" kern="1200">
                <a:solidFill>
                  <a:schemeClr val="bg1"/>
                </a:solidFill>
                <a:latin typeface="+mn-lt"/>
                <a:ea typeface="+mn-ea"/>
                <a:cs typeface="Arial Narrow" panose="020B0604020202020204" pitchFamily="34" charset="0"/>
              </a:rPr>
              <a:t>The technical data in this document is controlled under the U.S. Export Regulations; release to foreign persons may require an export authorization.</a:t>
            </a:r>
          </a:p>
        </p:txBody>
      </p:sp>
      <p:sp>
        <p:nvSpPr>
          <p:cNvPr id="31" name="Text Placeholder 30">
            <a:extLst>
              <a:ext uri="{FF2B5EF4-FFF2-40B4-BE49-F238E27FC236}">
                <a16:creationId xmlns:a16="http://schemas.microsoft.com/office/drawing/2014/main" id="{0EB82534-7DA4-4B8E-B297-D7F77F45373C}"/>
              </a:ext>
            </a:extLst>
          </p:cNvPr>
          <p:cNvSpPr>
            <a:spLocks noGrp="1"/>
          </p:cNvSpPr>
          <p:nvPr>
            <p:ph type="body" sz="quarter" idx="15" hasCustomPrompt="1"/>
          </p:nvPr>
        </p:nvSpPr>
        <p:spPr>
          <a:xfrm>
            <a:off x="8961438" y="3344863"/>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
        <p:nvSpPr>
          <p:cNvPr id="33" name="Text Placeholder 32">
            <a:extLst>
              <a:ext uri="{FF2B5EF4-FFF2-40B4-BE49-F238E27FC236}">
                <a16:creationId xmlns:a16="http://schemas.microsoft.com/office/drawing/2014/main" id="{666DBD93-91DF-4387-91BD-E480DBAF46BD}"/>
              </a:ext>
            </a:extLst>
          </p:cNvPr>
          <p:cNvSpPr>
            <a:spLocks noGrp="1"/>
          </p:cNvSpPr>
          <p:nvPr>
            <p:ph type="body" sz="quarter" idx="16" hasCustomPrompt="1"/>
          </p:nvPr>
        </p:nvSpPr>
        <p:spPr>
          <a:xfrm>
            <a:off x="7854950" y="5865318"/>
            <a:ext cx="4113213" cy="436220"/>
          </a:xfrm>
          <a:prstGeom prst="rect">
            <a:avLst/>
          </a:prstGeom>
        </p:spPr>
        <p:txBody>
          <a:bodyPr/>
          <a:lstStyle>
            <a:lvl1pPr marL="0" indent="0" algn="r">
              <a:buNone/>
              <a:defRPr sz="2400">
                <a:solidFill>
                  <a:schemeClr val="bg1"/>
                </a:solidFill>
                <a:latin typeface="Helvetica Neue Light" panose="02000403000000020004"/>
              </a:defRPr>
            </a:lvl1pPr>
          </a:lstStyle>
          <a:p>
            <a:pPr lvl="0"/>
            <a:r>
              <a:rPr lang="en-US"/>
              <a:t>LRR #</a:t>
            </a:r>
          </a:p>
        </p:txBody>
      </p:sp>
    </p:spTree>
    <p:extLst>
      <p:ext uri="{BB962C8B-B14F-4D97-AF65-F5344CB8AC3E}">
        <p14:creationId xmlns:p14="http://schemas.microsoft.com/office/powerpoint/2010/main" val="2544469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6292944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_White_Two_Section">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7" name="Text Placeholder 5">
            <a:extLst>
              <a:ext uri="{FF2B5EF4-FFF2-40B4-BE49-F238E27FC236}">
                <a16:creationId xmlns:a16="http://schemas.microsoft.com/office/drawing/2014/main" id="{43A4570B-60C6-FC5F-1F80-7E7040C51F6A}"/>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A25BFE45-5032-43C6-9ED6-8F92AB48D27E}"/>
              </a:ext>
            </a:extLst>
          </p:cNvPr>
          <p:cNvGrpSpPr/>
          <p:nvPr userDrawn="1"/>
        </p:nvGrpSpPr>
        <p:grpSpPr>
          <a:xfrm>
            <a:off x="10308566" y="70818"/>
            <a:ext cx="1877335" cy="578242"/>
            <a:chOff x="10308566" y="70818"/>
            <a:chExt cx="1877335" cy="578242"/>
          </a:xfrm>
        </p:grpSpPr>
        <p:sp>
          <p:nvSpPr>
            <p:cNvPr id="17" name="Title 1">
              <a:extLst>
                <a:ext uri="{FF2B5EF4-FFF2-40B4-BE49-F238E27FC236}">
                  <a16:creationId xmlns:a16="http://schemas.microsoft.com/office/drawing/2014/main" id="{E6BABC16-79D8-4465-B014-DFEFB18B737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8" name="Picture 17">
              <a:extLst>
                <a:ext uri="{FF2B5EF4-FFF2-40B4-BE49-F238E27FC236}">
                  <a16:creationId xmlns:a16="http://schemas.microsoft.com/office/drawing/2014/main" id="{18CDA597-85D1-44ED-B196-39CED80F7AF8}"/>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2404020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Content_White_Quandrant">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5550965-41A1-8ACE-E468-EDC52EDB0925}"/>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035395A8-796C-3CC3-4E9C-1DC73E2B38C1}"/>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5">
            <a:extLst>
              <a:ext uri="{FF2B5EF4-FFF2-40B4-BE49-F238E27FC236}">
                <a16:creationId xmlns:a16="http://schemas.microsoft.com/office/drawing/2014/main" id="{13986505-4721-406A-C917-FE93A29AFB84}"/>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66FD14AB-2502-0F02-D959-4299D826A926}"/>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5">
            <a:extLst>
              <a:ext uri="{FF2B5EF4-FFF2-40B4-BE49-F238E27FC236}">
                <a16:creationId xmlns:a16="http://schemas.microsoft.com/office/drawing/2014/main" id="{6F25E2FB-D12D-FB29-2A9F-B0AF03E59333}"/>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7" name="Group 16">
            <a:extLst>
              <a:ext uri="{FF2B5EF4-FFF2-40B4-BE49-F238E27FC236}">
                <a16:creationId xmlns:a16="http://schemas.microsoft.com/office/drawing/2014/main" id="{7850A117-52ED-4B58-A0C9-E281751AB22F}"/>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5243F4C-DE12-4C1B-84ED-259FAF35DB2D}"/>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1EF61D09-CA18-4B16-847A-C03A709E8623}"/>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251827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Content_White_Text_and_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DC5C295-FB9A-C2F7-D237-B56589FF4C8A}"/>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29DE0F4-AD47-47BE-862C-519D78552208}"/>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E3E2FF2-73B8-43EC-A3F3-A06CBBBC4734}"/>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9D7651F3-624D-4C8A-A702-4E8EFFF174FE}"/>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485446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_Only_White">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6" name="Text Placeholder 2">
            <a:extLst>
              <a:ext uri="{FF2B5EF4-FFF2-40B4-BE49-F238E27FC236}">
                <a16:creationId xmlns:a16="http://schemas.microsoft.com/office/drawing/2014/main" id="{CE1B7819-228E-CE71-7576-4CBA07A40144}"/>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grpSp>
        <p:nvGrpSpPr>
          <p:cNvPr id="11" name="Group 10">
            <a:extLst>
              <a:ext uri="{FF2B5EF4-FFF2-40B4-BE49-F238E27FC236}">
                <a16:creationId xmlns:a16="http://schemas.microsoft.com/office/drawing/2014/main" id="{5D428B9C-42C9-4095-9F62-FD562D5F2ED4}"/>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D4BB15C1-D86E-4019-B669-E94199D2606F}"/>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D7E10998-D290-4799-93B1-41B8ADE2BF4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5198047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Blank_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DD MMM 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8" name="Group 7">
            <a:extLst>
              <a:ext uri="{FF2B5EF4-FFF2-40B4-BE49-F238E27FC236}">
                <a16:creationId xmlns:a16="http://schemas.microsoft.com/office/drawing/2014/main" id="{1D387BBD-7C36-4DBB-B48E-70948920FAE9}"/>
              </a:ext>
            </a:extLst>
          </p:cNvPr>
          <p:cNvGrpSpPr/>
          <p:nvPr userDrawn="1"/>
        </p:nvGrpSpPr>
        <p:grpSpPr>
          <a:xfrm>
            <a:off x="10308566" y="70818"/>
            <a:ext cx="1877335" cy="578242"/>
            <a:chOff x="10308566" y="70818"/>
            <a:chExt cx="1877335" cy="578242"/>
          </a:xfrm>
        </p:grpSpPr>
        <p:sp>
          <p:nvSpPr>
            <p:cNvPr id="11" name="Title 1">
              <a:extLst>
                <a:ext uri="{FF2B5EF4-FFF2-40B4-BE49-F238E27FC236}">
                  <a16:creationId xmlns:a16="http://schemas.microsoft.com/office/drawing/2014/main" id="{4CEF4AA6-E1BE-4BCC-9CC0-A24F0B92204B}"/>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A58AB975-B8A3-4D36-8D41-D57056CF58D1}"/>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0279175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Content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6" name="Text Placeholder 5">
            <a:extLst>
              <a:ext uri="{FF2B5EF4-FFF2-40B4-BE49-F238E27FC236}">
                <a16:creationId xmlns:a16="http://schemas.microsoft.com/office/drawing/2014/main" id="{6FF420E7-81D4-BD58-9C49-2368D2B602AB}"/>
              </a:ext>
            </a:extLst>
          </p:cNvPr>
          <p:cNvSpPr>
            <a:spLocks noGrp="1"/>
          </p:cNvSpPr>
          <p:nvPr userDrawn="1">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0C49109A-EDAB-4DA9-83B8-C65D925E9FBB}"/>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280E32A1-0B2C-4ED5-945D-633B91C68AC9}"/>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351C9C17-8FD7-4A5A-80F7-7CB951DD7389}"/>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1827592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9_Content_Multi_Two_Section">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a:xfrm>
            <a:off x="352612" y="6492875"/>
            <a:ext cx="1710884" cy="365125"/>
          </a:xfrm>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Text Placeholder 5">
            <a:extLst>
              <a:ext uri="{FF2B5EF4-FFF2-40B4-BE49-F238E27FC236}">
                <a16:creationId xmlns:a16="http://schemas.microsoft.com/office/drawing/2014/main" id="{DF4D316A-BA27-2CDA-E6DA-B2FBA93BD3CE}"/>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03787DC-06EB-A69E-CA90-8F56F73F4CA4}"/>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5">
            <a:extLst>
              <a:ext uri="{FF2B5EF4-FFF2-40B4-BE49-F238E27FC236}">
                <a16:creationId xmlns:a16="http://schemas.microsoft.com/office/drawing/2014/main" id="{FBBFE8C3-7A9D-1B42-DB57-DC4E41CED085}"/>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a:extLst>
              <a:ext uri="{FF2B5EF4-FFF2-40B4-BE49-F238E27FC236}">
                <a16:creationId xmlns:a16="http://schemas.microsoft.com/office/drawing/2014/main" id="{9507C497-8B27-4505-8E04-3687D09AFC01}"/>
              </a:ext>
            </a:extLst>
          </p:cNvPr>
          <p:cNvGrpSpPr/>
          <p:nvPr userDrawn="1"/>
        </p:nvGrpSpPr>
        <p:grpSpPr>
          <a:xfrm>
            <a:off x="10308566" y="70818"/>
            <a:ext cx="1877335" cy="578242"/>
            <a:chOff x="10308566" y="70818"/>
            <a:chExt cx="1877335" cy="578242"/>
          </a:xfrm>
        </p:grpSpPr>
        <p:sp>
          <p:nvSpPr>
            <p:cNvPr id="21" name="Title 1">
              <a:extLst>
                <a:ext uri="{FF2B5EF4-FFF2-40B4-BE49-F238E27FC236}">
                  <a16:creationId xmlns:a16="http://schemas.microsoft.com/office/drawing/2014/main" id="{AA602D0A-F1DB-4373-AAC4-D25A9797066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2" name="Picture 21">
              <a:extLst>
                <a:ext uri="{FF2B5EF4-FFF2-40B4-BE49-F238E27FC236}">
                  <a16:creationId xmlns:a16="http://schemas.microsoft.com/office/drawing/2014/main" id="{978E8C4A-8A8C-4726-86C1-B3D29453B1E7}"/>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2264670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Content_Multi_Quandrant">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cxnSp>
        <p:nvCxnSpPr>
          <p:cNvPr id="6" name="Straight Connector 5">
            <a:extLst>
              <a:ext uri="{FF2B5EF4-FFF2-40B4-BE49-F238E27FC236}">
                <a16:creationId xmlns:a16="http://schemas.microsoft.com/office/drawing/2014/main" id="{A877EFAB-CEC4-30AD-0F44-E1377F77B57D}"/>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243E7F-BA0A-52CF-F55C-2DF7621C8D5C}"/>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5">
            <a:extLst>
              <a:ext uri="{FF2B5EF4-FFF2-40B4-BE49-F238E27FC236}">
                <a16:creationId xmlns:a16="http://schemas.microsoft.com/office/drawing/2014/main" id="{CE7B9855-2BF5-5B1F-081F-C6C732B54787}"/>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1F7C524-4887-A9F5-4629-7A2B7E7BA522}"/>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5">
            <a:extLst>
              <a:ext uri="{FF2B5EF4-FFF2-40B4-BE49-F238E27FC236}">
                <a16:creationId xmlns:a16="http://schemas.microsoft.com/office/drawing/2014/main" id="{980F5790-6576-FF86-506B-ADCFA034145C}"/>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95344996-835A-26BD-2FC9-E819B79E3478}"/>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2" name="Group 21">
            <a:extLst>
              <a:ext uri="{FF2B5EF4-FFF2-40B4-BE49-F238E27FC236}">
                <a16:creationId xmlns:a16="http://schemas.microsoft.com/office/drawing/2014/main" id="{04A6D93F-E532-44B1-B04A-7041D60DC25A}"/>
              </a:ext>
            </a:extLst>
          </p:cNvPr>
          <p:cNvGrpSpPr/>
          <p:nvPr userDrawn="1"/>
        </p:nvGrpSpPr>
        <p:grpSpPr>
          <a:xfrm>
            <a:off x="10308566" y="70818"/>
            <a:ext cx="1877335" cy="578242"/>
            <a:chOff x="10308566" y="70818"/>
            <a:chExt cx="1877335" cy="578242"/>
          </a:xfrm>
        </p:grpSpPr>
        <p:sp>
          <p:nvSpPr>
            <p:cNvPr id="28" name="Title 1">
              <a:extLst>
                <a:ext uri="{FF2B5EF4-FFF2-40B4-BE49-F238E27FC236}">
                  <a16:creationId xmlns:a16="http://schemas.microsoft.com/office/drawing/2014/main" id="{17F3F568-F970-464E-85AD-E917489D6B1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9" name="Picture 28">
              <a:extLst>
                <a:ext uri="{FF2B5EF4-FFF2-40B4-BE49-F238E27FC236}">
                  <a16:creationId xmlns:a16="http://schemas.microsoft.com/office/drawing/2014/main" id="{9FA2AEFE-1190-4548-B467-32D411CB617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3972828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1_Content_Multi_Text_and_Pictur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Picture Placeholder 11">
            <a:extLst>
              <a:ext uri="{FF2B5EF4-FFF2-40B4-BE49-F238E27FC236}">
                <a16:creationId xmlns:a16="http://schemas.microsoft.com/office/drawing/2014/main" id="{815812CD-E421-C488-D4CC-97CFD4B64599}"/>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3" name="Text Placeholder 5">
            <a:extLst>
              <a:ext uri="{FF2B5EF4-FFF2-40B4-BE49-F238E27FC236}">
                <a16:creationId xmlns:a16="http://schemas.microsoft.com/office/drawing/2014/main" id="{24BB0B6B-A3CB-4CF0-E0FC-860520D2C7C2}"/>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CF31ED16-05E6-49BD-B13D-3442CE05A5D4}"/>
              </a:ext>
            </a:extLst>
          </p:cNvPr>
          <p:cNvGrpSpPr/>
          <p:nvPr userDrawn="1"/>
        </p:nvGrpSpPr>
        <p:grpSpPr>
          <a:xfrm>
            <a:off x="10308566" y="70818"/>
            <a:ext cx="1877335" cy="578242"/>
            <a:chOff x="10308566" y="70818"/>
            <a:chExt cx="1877335" cy="578242"/>
          </a:xfrm>
        </p:grpSpPr>
        <p:sp>
          <p:nvSpPr>
            <p:cNvPr id="19" name="Title 1">
              <a:extLst>
                <a:ext uri="{FF2B5EF4-FFF2-40B4-BE49-F238E27FC236}">
                  <a16:creationId xmlns:a16="http://schemas.microsoft.com/office/drawing/2014/main" id="{D40317CA-673F-4B82-9499-91F336ED6B9C}"/>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0" name="Picture 19">
              <a:extLst>
                <a:ext uri="{FF2B5EF4-FFF2-40B4-BE49-F238E27FC236}">
                  <a16:creationId xmlns:a16="http://schemas.microsoft.com/office/drawing/2014/main" id="{EF97A502-1ECF-418B-A564-69FF4FF2B66C}"/>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7934178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2_Title_Only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DD MMM YYYY</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5C01AD5-6DD4-43AA-B802-8723D37DF265}"/>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E7FB5393-C2C4-436A-8D6F-6067946E097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C84F828F-1DE2-41EB-A60D-984B5629CAE6}"/>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7530347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_Section_Title_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F32FD4D-C089-B290-F5E6-2A7915AC318C}"/>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p:blipFill>
        <p:spPr>
          <a:xfrm>
            <a:off x="1524" y="0"/>
            <a:ext cx="12192000" cy="6858000"/>
          </a:xfrm>
          <a:prstGeom prst="rect">
            <a:avLst/>
          </a:prstGeom>
        </p:spPr>
      </p:pic>
      <p:sp>
        <p:nvSpPr>
          <p:cNvPr id="16" name="Rectangle 15">
            <a:extLst>
              <a:ext uri="{FF2B5EF4-FFF2-40B4-BE49-F238E27FC236}">
                <a16:creationId xmlns:a16="http://schemas.microsoft.com/office/drawing/2014/main" id="{6373F711-C3D3-8D70-3D9F-0E36378B9823}"/>
              </a:ext>
            </a:extLst>
          </p:cNvPr>
          <p:cNvSpPr/>
          <p:nvPr userDrawn="1"/>
        </p:nvSpPr>
        <p:spPr>
          <a:xfrm>
            <a:off x="0" y="2074163"/>
            <a:ext cx="12188952" cy="4800600"/>
          </a:xfrm>
          <a:prstGeom prst="rect">
            <a:avLst/>
          </a:prstGeom>
          <a:gradFill flip="none" rotWithShape="1">
            <a:gsLst>
              <a:gs pos="0">
                <a:schemeClr val="tx1">
                  <a:alpha val="0"/>
                </a:schemeClr>
              </a:gs>
              <a:gs pos="100000">
                <a:schemeClr val="tx1">
                  <a:alpha val="30488"/>
                </a:schemeClr>
              </a:gs>
            </a:gsLst>
            <a:lin ang="5400000" scaled="0"/>
            <a:tileRect/>
          </a:gradFill>
          <a:ln w="12700" cap="flat" cmpd="sng" algn="ctr">
            <a:noFill/>
            <a:prstDash val="solid"/>
            <a:miter lim="800000"/>
          </a:ln>
          <a:effectLst/>
        </p:spPr>
        <p:txBody>
          <a:bodyPr rtlCol="0" anchor="ctr"/>
          <a:lstStyle/>
          <a:p>
            <a:pPr algn="l"/>
            <a:endParaRPr lang="en-US">
              <a:solidFill>
                <a:srgbClr val="FFFFFF"/>
              </a:solidFill>
              <a:latin typeface="Calibri" panose="020F0502020204030204"/>
              <a:cs typeface="Arial"/>
              <a:sym typeface="Arial"/>
            </a:endParaRPr>
          </a:p>
        </p:txBody>
      </p:sp>
      <p:grpSp>
        <p:nvGrpSpPr>
          <p:cNvPr id="24" name="Group 23">
            <a:extLst>
              <a:ext uri="{FF2B5EF4-FFF2-40B4-BE49-F238E27FC236}">
                <a16:creationId xmlns:a16="http://schemas.microsoft.com/office/drawing/2014/main" id="{B5C9FC9D-ACA1-30FD-08A1-2ECA1EC595DF}"/>
              </a:ext>
            </a:extLst>
          </p:cNvPr>
          <p:cNvGrpSpPr/>
          <p:nvPr userDrawn="1"/>
        </p:nvGrpSpPr>
        <p:grpSpPr>
          <a:xfrm>
            <a:off x="-3048" y="735913"/>
            <a:ext cx="12192000" cy="1769081"/>
            <a:chOff x="-4572" y="2260998"/>
            <a:chExt cx="12192000" cy="1769081"/>
          </a:xfrm>
        </p:grpSpPr>
        <p:grpSp>
          <p:nvGrpSpPr>
            <p:cNvPr id="22" name="Group 21">
              <a:extLst>
                <a:ext uri="{FF2B5EF4-FFF2-40B4-BE49-F238E27FC236}">
                  <a16:creationId xmlns:a16="http://schemas.microsoft.com/office/drawing/2014/main" id="{CED5AD5E-B889-B762-D395-57F92B056343}"/>
                </a:ext>
              </a:extLst>
            </p:cNvPr>
            <p:cNvGrpSpPr/>
            <p:nvPr userDrawn="1"/>
          </p:nvGrpSpPr>
          <p:grpSpPr>
            <a:xfrm>
              <a:off x="-4572" y="2260998"/>
              <a:ext cx="12192000" cy="1726976"/>
              <a:chOff x="0" y="5131024"/>
              <a:chExt cx="12192000" cy="1726976"/>
            </a:xfrm>
          </p:grpSpPr>
          <p:sp>
            <p:nvSpPr>
              <p:cNvPr id="20" name="Rectangle">
                <a:extLst>
                  <a:ext uri="{FF2B5EF4-FFF2-40B4-BE49-F238E27FC236}">
                    <a16:creationId xmlns:a16="http://schemas.microsoft.com/office/drawing/2014/main" id="{D17CBE25-9F58-DBF5-2697-63A17E6795E9}"/>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1" name="Rectangle 20">
                <a:extLst>
                  <a:ext uri="{FF2B5EF4-FFF2-40B4-BE49-F238E27FC236}">
                    <a16:creationId xmlns:a16="http://schemas.microsoft.com/office/drawing/2014/main" id="{C604165A-8C16-82A1-F662-249F60C23F9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663212E2-4792-592E-92D6-D97F8C5CF443}"/>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sp>
        <p:nvSpPr>
          <p:cNvPr id="44" name="Title 1">
            <a:extLst>
              <a:ext uri="{FF2B5EF4-FFF2-40B4-BE49-F238E27FC236}">
                <a16:creationId xmlns:a16="http://schemas.microsoft.com/office/drawing/2014/main" id="{BD9D7EC7-A90F-5BC1-361C-C231B2DF06A1}"/>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45" name="Text Placeholder 13">
            <a:extLst>
              <a:ext uri="{FF2B5EF4-FFF2-40B4-BE49-F238E27FC236}">
                <a16:creationId xmlns:a16="http://schemas.microsoft.com/office/drawing/2014/main" id="{C7C2ACFD-DAD4-5AC1-0174-463BD9AB016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4"/>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5"/>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10" name="Date Placeholder 9">
            <a:extLst>
              <a:ext uri="{FF2B5EF4-FFF2-40B4-BE49-F238E27FC236}">
                <a16:creationId xmlns:a16="http://schemas.microsoft.com/office/drawing/2014/main" id="{C1E2351D-DFD1-4B60-63A2-64030A5F017E}"/>
              </a:ext>
            </a:extLst>
          </p:cNvPr>
          <p:cNvSpPr>
            <a:spLocks noGrp="1"/>
          </p:cNvSpPr>
          <p:nvPr>
            <p:ph type="dt" sz="half" idx="15"/>
          </p:nvPr>
        </p:nvSpPr>
        <p:spPr/>
        <p:txBody>
          <a:bodyPr/>
          <a:lstStyle>
            <a:lvl1pPr>
              <a:defRPr>
                <a:solidFill>
                  <a:schemeClr val="bg1"/>
                </a:solidFill>
              </a:defRPr>
            </a:lvl1pPr>
          </a:lstStyle>
          <a:p>
            <a:r>
              <a:rPr lang="en-US"/>
              <a:t>DD MMM YYYY</a:t>
            </a:r>
          </a:p>
        </p:txBody>
      </p:sp>
      <p:sp>
        <p:nvSpPr>
          <p:cNvPr id="13" name="Footer Placeholder 12">
            <a:extLst>
              <a:ext uri="{FF2B5EF4-FFF2-40B4-BE49-F238E27FC236}">
                <a16:creationId xmlns:a16="http://schemas.microsoft.com/office/drawing/2014/main" id="{B1926429-1384-BEAD-7DBA-A248BFBE3DB8}"/>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FE563FEC-CC54-5DCC-F823-FDA4F29B1B6F}"/>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8" name="Text Placeholder 30">
            <a:extLst>
              <a:ext uri="{FF2B5EF4-FFF2-40B4-BE49-F238E27FC236}">
                <a16:creationId xmlns:a16="http://schemas.microsoft.com/office/drawing/2014/main" id="{1D9E62F0-E928-6B91-D305-5C137ADE39BF}"/>
              </a:ext>
            </a:extLst>
          </p:cNvPr>
          <p:cNvSpPr>
            <a:spLocks noGrp="1"/>
          </p:cNvSpPr>
          <p:nvPr>
            <p:ph type="body" sz="quarter" idx="18" hasCustomPrompt="1"/>
          </p:nvPr>
        </p:nvSpPr>
        <p:spPr>
          <a:xfrm>
            <a:off x="8961438" y="4249639"/>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Tree>
    <p:extLst>
      <p:ext uri="{BB962C8B-B14F-4D97-AF65-F5344CB8AC3E}">
        <p14:creationId xmlns:p14="http://schemas.microsoft.com/office/powerpoint/2010/main" val="2824275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4_Section_Title_2">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7CFE4C8-F023-F07C-2309-65418B72F491}"/>
              </a:ext>
            </a:extLst>
          </p:cNvPr>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0" y="0"/>
            <a:ext cx="121904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78746F55-F190-B330-94FD-214060CBC889}"/>
              </a:ext>
            </a:extLst>
          </p:cNvPr>
          <p:cNvGrpSpPr/>
          <p:nvPr userDrawn="1"/>
        </p:nvGrpSpPr>
        <p:grpSpPr>
          <a:xfrm>
            <a:off x="-3048" y="735913"/>
            <a:ext cx="12192000" cy="1769081"/>
            <a:chOff x="-4572" y="2260998"/>
            <a:chExt cx="12192000" cy="1769081"/>
          </a:xfrm>
        </p:grpSpPr>
        <p:grpSp>
          <p:nvGrpSpPr>
            <p:cNvPr id="25" name="Group 24">
              <a:extLst>
                <a:ext uri="{FF2B5EF4-FFF2-40B4-BE49-F238E27FC236}">
                  <a16:creationId xmlns:a16="http://schemas.microsoft.com/office/drawing/2014/main" id="{92718773-0A97-1D20-C5AF-36340DEB48D9}"/>
                </a:ext>
              </a:extLst>
            </p:cNvPr>
            <p:cNvGrpSpPr/>
            <p:nvPr userDrawn="1"/>
          </p:nvGrpSpPr>
          <p:grpSpPr>
            <a:xfrm>
              <a:off x="-4572" y="2260998"/>
              <a:ext cx="12192000" cy="1726976"/>
              <a:chOff x="0" y="5131024"/>
              <a:chExt cx="12192000" cy="1726976"/>
            </a:xfrm>
          </p:grpSpPr>
          <p:sp>
            <p:nvSpPr>
              <p:cNvPr id="27" name="Rectangle">
                <a:extLst>
                  <a:ext uri="{FF2B5EF4-FFF2-40B4-BE49-F238E27FC236}">
                    <a16:creationId xmlns:a16="http://schemas.microsoft.com/office/drawing/2014/main" id="{DD53FCAF-C80F-1027-4011-395114192D1C}"/>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8" name="Rectangle 27">
                <a:extLst>
                  <a:ext uri="{FF2B5EF4-FFF2-40B4-BE49-F238E27FC236}">
                    <a16:creationId xmlns:a16="http://schemas.microsoft.com/office/drawing/2014/main" id="{6D1841A8-D88B-F185-D9FE-47C6DB87D27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80C3DAEA-5E79-3525-198C-382C9267DEDA}"/>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9" name="Title 1">
            <a:extLst>
              <a:ext uri="{FF2B5EF4-FFF2-40B4-BE49-F238E27FC236}">
                <a16:creationId xmlns:a16="http://schemas.microsoft.com/office/drawing/2014/main" id="{55D0F806-D6D9-48B8-12F3-32AF4C326D29}"/>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30" name="Text Placeholder 13">
            <a:extLst>
              <a:ext uri="{FF2B5EF4-FFF2-40B4-BE49-F238E27FC236}">
                <a16:creationId xmlns:a16="http://schemas.microsoft.com/office/drawing/2014/main" id="{871FAE5A-A807-8E49-1A75-0A7F489961D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sp>
        <p:nvSpPr>
          <p:cNvPr id="10" name="Date Placeholder 9">
            <a:extLst>
              <a:ext uri="{FF2B5EF4-FFF2-40B4-BE49-F238E27FC236}">
                <a16:creationId xmlns:a16="http://schemas.microsoft.com/office/drawing/2014/main" id="{14582460-9F23-76B4-767F-430EEA944765}"/>
              </a:ext>
            </a:extLst>
          </p:cNvPr>
          <p:cNvSpPr>
            <a:spLocks noGrp="1"/>
          </p:cNvSpPr>
          <p:nvPr>
            <p:ph type="dt" sz="half" idx="15"/>
          </p:nvPr>
        </p:nvSpPr>
        <p:spPr/>
        <p:txBody>
          <a:bodyPr/>
          <a:lstStyle>
            <a:lvl1pPr>
              <a:defRPr>
                <a:solidFill>
                  <a:schemeClr val="bg1"/>
                </a:solidFill>
              </a:defRPr>
            </a:lvl1pPr>
          </a:lstStyle>
          <a:p>
            <a:r>
              <a:rPr lang="en-US"/>
              <a:t>DD MMM YYYY</a:t>
            </a:r>
          </a:p>
        </p:txBody>
      </p:sp>
      <p:sp>
        <p:nvSpPr>
          <p:cNvPr id="13" name="Footer Placeholder 12">
            <a:extLst>
              <a:ext uri="{FF2B5EF4-FFF2-40B4-BE49-F238E27FC236}">
                <a16:creationId xmlns:a16="http://schemas.microsoft.com/office/drawing/2014/main" id="{4727E7EE-A68F-1014-EAD6-06A056F4B994}"/>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AD78B655-1B54-C5FF-433D-5D369FB12451}"/>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3" name="Text Placeholder 30">
            <a:extLst>
              <a:ext uri="{FF2B5EF4-FFF2-40B4-BE49-F238E27FC236}">
                <a16:creationId xmlns:a16="http://schemas.microsoft.com/office/drawing/2014/main" id="{3DA4D3B1-DB85-7385-CCCC-00C9FC157359}"/>
              </a:ext>
            </a:extLst>
          </p:cNvPr>
          <p:cNvSpPr>
            <a:spLocks noGrp="1"/>
          </p:cNvSpPr>
          <p:nvPr>
            <p:ph type="body" sz="quarter" idx="18" hasCustomPrompt="1"/>
          </p:nvPr>
        </p:nvSpPr>
        <p:spPr>
          <a:xfrm>
            <a:off x="8961438" y="4249639"/>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Tree>
    <p:extLst>
      <p:ext uri="{BB962C8B-B14F-4D97-AF65-F5344CB8AC3E}">
        <p14:creationId xmlns:p14="http://schemas.microsoft.com/office/powerpoint/2010/main" val="17189141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2E9F099-D064-6F58-DF7C-3FC2A8999CD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8443345" cy="5173133"/>
          </a:xfrm>
          <a:prstGeom prst="rect">
            <a:avLst/>
          </a:prstGeom>
        </p:spPr>
      </p:pic>
      <p:sp>
        <p:nvSpPr>
          <p:cNvPr id="4" name="Rectangle">
            <a:extLst>
              <a:ext uri="{FF2B5EF4-FFF2-40B4-BE49-F238E27FC236}">
                <a16:creationId xmlns:a16="http://schemas.microsoft.com/office/drawing/2014/main" id="{2C560D5A-6704-0193-551D-8314C24F8FDE}"/>
              </a:ext>
            </a:extLst>
          </p:cNvPr>
          <p:cNvSpPr/>
          <p:nvPr userDrawn="1"/>
        </p:nvSpPr>
        <p:spPr>
          <a:xfrm rot="10800000">
            <a:off x="0" y="5239631"/>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5" name="Rectangle 4">
            <a:extLst>
              <a:ext uri="{FF2B5EF4-FFF2-40B4-BE49-F238E27FC236}">
                <a16:creationId xmlns:a16="http://schemas.microsoft.com/office/drawing/2014/main" id="{6E74CA93-F895-DE31-C4AA-00A2F70BB871}"/>
              </a:ext>
            </a:extLst>
          </p:cNvPr>
          <p:cNvSpPr/>
          <p:nvPr userDrawn="1"/>
        </p:nvSpPr>
        <p:spPr>
          <a:xfrm>
            <a:off x="3048" y="5131024"/>
            <a:ext cx="8275413"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67DD6AA0-88B1-FA3A-14A6-D8FB85A01063}"/>
              </a:ext>
            </a:extLst>
          </p:cNvPr>
          <p:cNvSpPr/>
          <p:nvPr userDrawn="1"/>
        </p:nvSpPr>
        <p:spPr>
          <a:xfrm>
            <a:off x="7082463" y="-1941"/>
            <a:ext cx="5109537" cy="6926444"/>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AB1D45ED-9B70-752A-C468-459D07374E07}"/>
              </a:ext>
            </a:extLst>
          </p:cNvPr>
          <p:cNvSpPr>
            <a:spLocks noGrp="1"/>
          </p:cNvSpPr>
          <p:nvPr>
            <p:ph type="ctrTitle" hasCustomPrompt="1"/>
          </p:nvPr>
        </p:nvSpPr>
        <p:spPr>
          <a:xfrm>
            <a:off x="105043" y="5410824"/>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Presentation Title</a:t>
            </a:r>
          </a:p>
        </p:txBody>
      </p:sp>
      <p:sp>
        <p:nvSpPr>
          <p:cNvPr id="8" name="Subtitle 2">
            <a:extLst>
              <a:ext uri="{FF2B5EF4-FFF2-40B4-BE49-F238E27FC236}">
                <a16:creationId xmlns:a16="http://schemas.microsoft.com/office/drawing/2014/main" id="{B0202230-F2CD-0A8E-7A20-6BF651622BF5}"/>
              </a:ext>
            </a:extLst>
          </p:cNvPr>
          <p:cNvSpPr>
            <a:spLocks noGrp="1"/>
          </p:cNvSpPr>
          <p:nvPr>
            <p:ph type="subTitle" idx="1" hasCustomPrompt="1"/>
          </p:nvPr>
        </p:nvSpPr>
        <p:spPr>
          <a:xfrm>
            <a:off x="8135668" y="5107670"/>
            <a:ext cx="3832585" cy="414936"/>
          </a:xfrm>
          <a:prstGeom prst="rect">
            <a:avLst/>
          </a:prstGeom>
          <a:ln>
            <a:noFill/>
          </a:ln>
        </p:spPr>
        <p:txBody>
          <a:bodyPr anchor="ctr">
            <a:noAutofit/>
          </a:bodyPr>
          <a:lstStyle>
            <a:lvl1pPr marL="0" indent="0" algn="r">
              <a:buNone/>
              <a:defRPr lang="en-US" sz="2800" b="0" i="0" kern="0" cap="none" spc="200" baseline="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Name</a:t>
            </a:r>
          </a:p>
        </p:txBody>
      </p:sp>
      <p:sp>
        <p:nvSpPr>
          <p:cNvPr id="10" name="Text Placeholder 2">
            <a:extLst>
              <a:ext uri="{FF2B5EF4-FFF2-40B4-BE49-F238E27FC236}">
                <a16:creationId xmlns:a16="http://schemas.microsoft.com/office/drawing/2014/main" id="{7404E887-F272-F7A6-9ED7-AE80D0811636}"/>
              </a:ext>
            </a:extLst>
          </p:cNvPr>
          <p:cNvSpPr>
            <a:spLocks noGrp="1"/>
          </p:cNvSpPr>
          <p:nvPr>
            <p:ph type="body" sz="quarter" idx="12" hasCustomPrompt="1"/>
          </p:nvPr>
        </p:nvSpPr>
        <p:spPr>
          <a:xfrm>
            <a:off x="7921487" y="5497667"/>
            <a:ext cx="4046768" cy="368754"/>
          </a:xfrm>
          <a:prstGeom prst="rect">
            <a:avLst/>
          </a:prstGeom>
        </p:spPr>
        <p:txBody>
          <a:bodyPr anchor="ctr">
            <a:noAutofit/>
          </a:bodyPr>
          <a:lstStyle>
            <a:lvl1pPr marL="0" indent="0" algn="r">
              <a:buNone/>
              <a:defRPr lang="en-US" sz="2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Date</a:t>
            </a:r>
          </a:p>
        </p:txBody>
      </p:sp>
      <p:sp>
        <p:nvSpPr>
          <p:cNvPr id="11" name="Text Placeholder 5">
            <a:extLst>
              <a:ext uri="{FF2B5EF4-FFF2-40B4-BE49-F238E27FC236}">
                <a16:creationId xmlns:a16="http://schemas.microsoft.com/office/drawing/2014/main" id="{1AC4C519-12CA-B065-00A5-B81041B017EF}"/>
              </a:ext>
            </a:extLst>
          </p:cNvPr>
          <p:cNvSpPr>
            <a:spLocks noGrp="1"/>
          </p:cNvSpPr>
          <p:nvPr>
            <p:ph type="body" sz="quarter" idx="13" hasCustomPrompt="1"/>
          </p:nvPr>
        </p:nvSpPr>
        <p:spPr>
          <a:xfrm>
            <a:off x="7629600" y="6276599"/>
            <a:ext cx="4338653" cy="253088"/>
          </a:xfrm>
          <a:prstGeom prst="rect">
            <a:avLst/>
          </a:prstGeom>
        </p:spPr>
        <p:txBody>
          <a:bodyPr>
            <a:noAutofit/>
          </a:bodyPr>
          <a:lstStyle>
            <a:lvl1pPr marL="0" indent="0" algn="r">
              <a:buNone/>
              <a:defRPr lang="en-US" sz="1400" b="0" i="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defRPr>
            </a:lvl1pPr>
            <a:lvl2pPr marL="457200" indent="0">
              <a:buNone/>
              <a:defRPr/>
            </a:lvl2pPr>
            <a:lvl3pPr marL="914400" indent="0">
              <a:buNone/>
              <a:defRPr/>
            </a:lvl3pPr>
            <a:lvl4pPr marL="1371600" indent="0">
              <a:buNone/>
              <a:defRPr/>
            </a:lvl4pPr>
            <a:lvl5pPr marL="1828800" indent="0">
              <a:buNone/>
              <a:defRPr/>
            </a:lvl5pPr>
          </a:lstStyle>
          <a:p>
            <a:pPr marL="0" lvl="0" indent="0" algn="r" rtl="0" eaLnBrk="1" fontAlgn="base" hangingPunct="1">
              <a:spcBef>
                <a:spcPct val="20000"/>
              </a:spcBef>
              <a:spcAft>
                <a:spcPct val="0"/>
              </a:spcAft>
              <a:buSzPct val="75000"/>
              <a:buNone/>
            </a:pPr>
            <a:r>
              <a:rPr lang="en-US"/>
              <a:t>Alfresco Link (if applicable)</a:t>
            </a:r>
          </a:p>
        </p:txBody>
      </p:sp>
      <p:sp>
        <p:nvSpPr>
          <p:cNvPr id="13" name="Text Placeholder 13">
            <a:extLst>
              <a:ext uri="{FF2B5EF4-FFF2-40B4-BE49-F238E27FC236}">
                <a16:creationId xmlns:a16="http://schemas.microsoft.com/office/drawing/2014/main" id="{75F68089-C78E-A403-33B1-4C9821AB440B}"/>
              </a:ext>
            </a:extLst>
          </p:cNvPr>
          <p:cNvSpPr>
            <a:spLocks noGrp="1"/>
          </p:cNvSpPr>
          <p:nvPr>
            <p:ph type="body" sz="quarter" idx="14" hasCustomPrompt="1"/>
          </p:nvPr>
        </p:nvSpPr>
        <p:spPr>
          <a:xfrm>
            <a:off x="353221" y="606076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Subtitle</a:t>
            </a:r>
          </a:p>
        </p:txBody>
      </p:sp>
      <p:grpSp>
        <p:nvGrpSpPr>
          <p:cNvPr id="14" name="Group 13">
            <a:extLst>
              <a:ext uri="{FF2B5EF4-FFF2-40B4-BE49-F238E27FC236}">
                <a16:creationId xmlns:a16="http://schemas.microsoft.com/office/drawing/2014/main" id="{C87A6FD0-2815-0B85-43F8-511CCB091673}"/>
              </a:ext>
            </a:extLst>
          </p:cNvPr>
          <p:cNvGrpSpPr/>
          <p:nvPr userDrawn="1"/>
        </p:nvGrpSpPr>
        <p:grpSpPr>
          <a:xfrm>
            <a:off x="8135669" y="314380"/>
            <a:ext cx="4823051" cy="4414815"/>
            <a:chOff x="8135669" y="372569"/>
            <a:chExt cx="4823051" cy="4414815"/>
          </a:xfrm>
        </p:grpSpPr>
        <p:sp>
          <p:nvSpPr>
            <p:cNvPr id="15" name="Title 1">
              <a:extLst>
                <a:ext uri="{FF2B5EF4-FFF2-40B4-BE49-F238E27FC236}">
                  <a16:creationId xmlns:a16="http://schemas.microsoft.com/office/drawing/2014/main" id="{6CF0B1C5-0252-B69B-E217-045942A52902}"/>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16" name="Group 15">
              <a:extLst>
                <a:ext uri="{FF2B5EF4-FFF2-40B4-BE49-F238E27FC236}">
                  <a16:creationId xmlns:a16="http://schemas.microsoft.com/office/drawing/2014/main" id="{85C385F8-4A32-4FCE-7F7F-BC06E91B00CC}"/>
                </a:ext>
              </a:extLst>
            </p:cNvPr>
            <p:cNvGrpSpPr/>
            <p:nvPr userDrawn="1"/>
          </p:nvGrpSpPr>
          <p:grpSpPr>
            <a:xfrm>
              <a:off x="8135669" y="374511"/>
              <a:ext cx="4823051" cy="4412873"/>
              <a:chOff x="8135669" y="533535"/>
              <a:chExt cx="4823051" cy="4412873"/>
            </a:xfrm>
          </p:grpSpPr>
          <p:sp>
            <p:nvSpPr>
              <p:cNvPr id="21" name="Title 1">
                <a:extLst>
                  <a:ext uri="{FF2B5EF4-FFF2-40B4-BE49-F238E27FC236}">
                    <a16:creationId xmlns:a16="http://schemas.microsoft.com/office/drawing/2014/main" id="{89D8C392-4A8B-22D0-C7F4-1606B114CB28}"/>
                  </a:ext>
                </a:extLst>
              </p:cNvPr>
              <p:cNvSpPr txBox="1">
                <a:spLocks/>
              </p:cNvSpPr>
              <p:nvPr userDrawn="1"/>
            </p:nvSpPr>
            <p:spPr bwMode="auto">
              <a:xfrm>
                <a:off x="8135669" y="3561287"/>
                <a:ext cx="4338761" cy="138512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marL="0" algn="ctr" defTabSz="914400" rtl="0" eaLnBrk="1" fontAlgn="base" latinLnBrk="0" hangingPunct="1">
                  <a:lnSpc>
                    <a:spcPts val="2400"/>
                  </a:lnSpc>
                  <a:spcBef>
                    <a:spcPts val="0"/>
                  </a:spcBef>
                  <a:spcAft>
                    <a:spcPct val="0"/>
                  </a:spcAft>
                </a:pPr>
                <a:endParaRPr lang="en-US" sz="32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endParaRPr>
              </a:p>
            </p:txBody>
          </p:sp>
          <p:pic>
            <p:nvPicPr>
              <p:cNvPr id="23" name="Picture 22">
                <a:extLst>
                  <a:ext uri="{FF2B5EF4-FFF2-40B4-BE49-F238E27FC236}">
                    <a16:creationId xmlns:a16="http://schemas.microsoft.com/office/drawing/2014/main" id="{1BAE2A3F-364D-3109-F0C4-8B1D3EF6F492}"/>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27" name="Group 26">
                <a:extLst>
                  <a:ext uri="{FF2B5EF4-FFF2-40B4-BE49-F238E27FC236}">
                    <a16:creationId xmlns:a16="http://schemas.microsoft.com/office/drawing/2014/main" id="{3122EFA9-75A2-76C8-A8AA-43BF4667B507}"/>
                  </a:ext>
                </a:extLst>
              </p:cNvPr>
              <p:cNvGrpSpPr/>
              <p:nvPr userDrawn="1"/>
            </p:nvGrpSpPr>
            <p:grpSpPr>
              <a:xfrm>
                <a:off x="8418100" y="533535"/>
                <a:ext cx="4540620" cy="1539248"/>
                <a:chOff x="8418100" y="533535"/>
                <a:chExt cx="4540620" cy="1539248"/>
              </a:xfrm>
            </p:grpSpPr>
            <p:pic>
              <p:nvPicPr>
                <p:cNvPr id="28" name="Picture 27">
                  <a:extLst>
                    <a:ext uri="{FF2B5EF4-FFF2-40B4-BE49-F238E27FC236}">
                      <a16:creationId xmlns:a16="http://schemas.microsoft.com/office/drawing/2014/main" id="{BF5B5C35-D7FD-A35D-99F9-5C7EEE6B399C}"/>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29" name="Title 1">
                  <a:extLst>
                    <a:ext uri="{FF2B5EF4-FFF2-40B4-BE49-F238E27FC236}">
                      <a16:creationId xmlns:a16="http://schemas.microsoft.com/office/drawing/2014/main" id="{AE16F418-0661-46D9-F675-DDFA987C2945}"/>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5" name="TextBox 24">
            <a:extLst>
              <a:ext uri="{FF2B5EF4-FFF2-40B4-BE49-F238E27FC236}">
                <a16:creationId xmlns:a16="http://schemas.microsoft.com/office/drawing/2014/main" id="{636FB7F3-95AF-1CFD-92A4-5528F7E1452A}"/>
              </a:ext>
            </a:extLst>
          </p:cNvPr>
          <p:cNvSpPr txBox="1"/>
          <p:nvPr userDrawn="1"/>
        </p:nvSpPr>
        <p:spPr>
          <a:xfrm>
            <a:off x="1989364" y="6662456"/>
            <a:ext cx="8213272" cy="200055"/>
          </a:xfrm>
          <a:prstGeom prst="rect">
            <a:avLst/>
          </a:prstGeom>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b="0" i="0" kern="1200">
                <a:solidFill>
                  <a:schemeClr val="bg1"/>
                </a:solidFill>
                <a:latin typeface="+mn-lt"/>
                <a:ea typeface="+mn-ea"/>
                <a:cs typeface="Arial Narrow" panose="020B0604020202020204" pitchFamily="34" charset="0"/>
              </a:rPr>
              <a:t>The technical data in this document is controlled under the U.S. Export Regulations; release to foreign persons may require an export authorization.</a:t>
            </a:r>
          </a:p>
        </p:txBody>
      </p:sp>
      <p:sp>
        <p:nvSpPr>
          <p:cNvPr id="31" name="Text Placeholder 30">
            <a:extLst>
              <a:ext uri="{FF2B5EF4-FFF2-40B4-BE49-F238E27FC236}">
                <a16:creationId xmlns:a16="http://schemas.microsoft.com/office/drawing/2014/main" id="{0EB82534-7DA4-4B8E-B297-D7F77F45373C}"/>
              </a:ext>
            </a:extLst>
          </p:cNvPr>
          <p:cNvSpPr>
            <a:spLocks noGrp="1"/>
          </p:cNvSpPr>
          <p:nvPr>
            <p:ph type="body" sz="quarter" idx="15" hasCustomPrompt="1"/>
          </p:nvPr>
        </p:nvSpPr>
        <p:spPr>
          <a:xfrm>
            <a:off x="8961438" y="3344863"/>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
        <p:nvSpPr>
          <p:cNvPr id="33" name="Text Placeholder 32">
            <a:extLst>
              <a:ext uri="{FF2B5EF4-FFF2-40B4-BE49-F238E27FC236}">
                <a16:creationId xmlns:a16="http://schemas.microsoft.com/office/drawing/2014/main" id="{666DBD93-91DF-4387-91BD-E480DBAF46BD}"/>
              </a:ext>
            </a:extLst>
          </p:cNvPr>
          <p:cNvSpPr>
            <a:spLocks noGrp="1"/>
          </p:cNvSpPr>
          <p:nvPr>
            <p:ph type="body" sz="quarter" idx="16" hasCustomPrompt="1"/>
          </p:nvPr>
        </p:nvSpPr>
        <p:spPr>
          <a:xfrm>
            <a:off x="7854950" y="5865318"/>
            <a:ext cx="4113213" cy="436220"/>
          </a:xfrm>
          <a:prstGeom prst="rect">
            <a:avLst/>
          </a:prstGeom>
        </p:spPr>
        <p:txBody>
          <a:bodyPr/>
          <a:lstStyle>
            <a:lvl1pPr marL="0" indent="0" algn="r">
              <a:buNone/>
              <a:defRPr sz="2400">
                <a:solidFill>
                  <a:schemeClr val="bg1"/>
                </a:solidFill>
                <a:latin typeface="Helvetica Neue Light" panose="02000403000000020004"/>
              </a:defRPr>
            </a:lvl1pPr>
          </a:lstStyle>
          <a:p>
            <a:pPr lvl="0"/>
            <a:r>
              <a:rPr lang="en-US"/>
              <a:t>LRR #</a:t>
            </a:r>
          </a:p>
        </p:txBody>
      </p:sp>
    </p:spTree>
    <p:extLst>
      <p:ext uri="{BB962C8B-B14F-4D97-AF65-F5344CB8AC3E}">
        <p14:creationId xmlns:p14="http://schemas.microsoft.com/office/powerpoint/2010/main" val="2361173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07 MAR 2023</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8399326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07 MAR 2023</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23" name="Group 22">
            <a:extLst>
              <a:ext uri="{FF2B5EF4-FFF2-40B4-BE49-F238E27FC236}">
                <a16:creationId xmlns:a16="http://schemas.microsoft.com/office/drawing/2014/main" id="{ADC812BE-4444-071E-4759-0A05CE72DDF2}"/>
              </a:ext>
            </a:extLst>
          </p:cNvPr>
          <p:cNvGrpSpPr/>
          <p:nvPr userDrawn="1"/>
        </p:nvGrpSpPr>
        <p:grpSpPr>
          <a:xfrm>
            <a:off x="10308566" y="70818"/>
            <a:ext cx="1877335" cy="578242"/>
            <a:chOff x="10308566" y="70818"/>
            <a:chExt cx="1877335" cy="578242"/>
          </a:xfrm>
        </p:grpSpPr>
        <p:sp>
          <p:nvSpPr>
            <p:cNvPr id="2" name="Title 1">
              <a:extLst>
                <a:ext uri="{FF2B5EF4-FFF2-40B4-BE49-F238E27FC236}">
                  <a16:creationId xmlns:a16="http://schemas.microsoft.com/office/drawing/2014/main" id="{01B8DABD-E51C-D5C6-D854-46CE8843454E}"/>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1" name="Picture 20">
              <a:extLst>
                <a:ext uri="{FF2B5EF4-FFF2-40B4-BE49-F238E27FC236}">
                  <a16:creationId xmlns:a16="http://schemas.microsoft.com/office/drawing/2014/main" id="{BD33C681-283F-F830-1F62-C4E47BADA102}"/>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584797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Content_White_Two_Section">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07 MAR 2023</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7" name="Text Placeholder 5">
            <a:extLst>
              <a:ext uri="{FF2B5EF4-FFF2-40B4-BE49-F238E27FC236}">
                <a16:creationId xmlns:a16="http://schemas.microsoft.com/office/drawing/2014/main" id="{43A4570B-60C6-FC5F-1F80-7E7040C51F6A}"/>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A25BFE45-5032-43C6-9ED6-8F92AB48D27E}"/>
              </a:ext>
            </a:extLst>
          </p:cNvPr>
          <p:cNvGrpSpPr/>
          <p:nvPr userDrawn="1"/>
        </p:nvGrpSpPr>
        <p:grpSpPr>
          <a:xfrm>
            <a:off x="10308566" y="70818"/>
            <a:ext cx="1877335" cy="578242"/>
            <a:chOff x="10308566" y="70818"/>
            <a:chExt cx="1877335" cy="578242"/>
          </a:xfrm>
        </p:grpSpPr>
        <p:sp>
          <p:nvSpPr>
            <p:cNvPr id="17" name="Title 1">
              <a:extLst>
                <a:ext uri="{FF2B5EF4-FFF2-40B4-BE49-F238E27FC236}">
                  <a16:creationId xmlns:a16="http://schemas.microsoft.com/office/drawing/2014/main" id="{E6BABC16-79D8-4465-B014-DFEFB18B737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8" name="Picture 17">
              <a:extLst>
                <a:ext uri="{FF2B5EF4-FFF2-40B4-BE49-F238E27FC236}">
                  <a16:creationId xmlns:a16="http://schemas.microsoft.com/office/drawing/2014/main" id="{18CDA597-85D1-44ED-B196-39CED80F7AF8}"/>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6899146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Content_White_Quandrant">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07 MAR 2023</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cxnSp>
        <p:nvCxnSpPr>
          <p:cNvPr id="10" name="Straight Connector 9">
            <a:extLst>
              <a:ext uri="{FF2B5EF4-FFF2-40B4-BE49-F238E27FC236}">
                <a16:creationId xmlns:a16="http://schemas.microsoft.com/office/drawing/2014/main" id="{7732FE89-B0B9-B9F4-CF4F-796C44744397}"/>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5550965-41A1-8ACE-E468-EDC52EDB0925}"/>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5">
            <a:extLst>
              <a:ext uri="{FF2B5EF4-FFF2-40B4-BE49-F238E27FC236}">
                <a16:creationId xmlns:a16="http://schemas.microsoft.com/office/drawing/2014/main" id="{035395A8-796C-3CC3-4E9C-1DC73E2B38C1}"/>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5">
            <a:extLst>
              <a:ext uri="{FF2B5EF4-FFF2-40B4-BE49-F238E27FC236}">
                <a16:creationId xmlns:a16="http://schemas.microsoft.com/office/drawing/2014/main" id="{13986505-4721-406A-C917-FE93A29AFB84}"/>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66FD14AB-2502-0F02-D959-4299D826A926}"/>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5">
            <a:extLst>
              <a:ext uri="{FF2B5EF4-FFF2-40B4-BE49-F238E27FC236}">
                <a16:creationId xmlns:a16="http://schemas.microsoft.com/office/drawing/2014/main" id="{6F25E2FB-D12D-FB29-2A9F-B0AF03E59333}"/>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7" name="Group 16">
            <a:extLst>
              <a:ext uri="{FF2B5EF4-FFF2-40B4-BE49-F238E27FC236}">
                <a16:creationId xmlns:a16="http://schemas.microsoft.com/office/drawing/2014/main" id="{7850A117-52ED-4B58-A0C9-E281751AB22F}"/>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5243F4C-DE12-4C1B-84ED-259FAF35DB2D}"/>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1EF61D09-CA18-4B16-847A-C03A709E8623}"/>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0203511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Content_White_Text_and_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DDC5C295-FB9A-C2F7-D237-B56589FF4C8A}"/>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07 MAR 2023</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29DE0F4-AD47-47BE-862C-519D78552208}"/>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0E3E2FF2-73B8-43EC-A3F3-A06CBBBC4734}"/>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9D7651F3-624D-4C8A-A702-4E8EFFF174FE}"/>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740644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Title_Only_White">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8" name="Title 1">
            <a:extLst>
              <a:ext uri="{FF2B5EF4-FFF2-40B4-BE49-F238E27FC236}">
                <a16:creationId xmlns:a16="http://schemas.microsoft.com/office/drawing/2014/main" id="{6F99A813-7772-E0A6-7105-52C3B074B525}"/>
              </a:ext>
            </a:extLst>
          </p:cNvPr>
          <p:cNvSpPr>
            <a:spLocks noGrp="1"/>
          </p:cNvSpPr>
          <p:nvPr>
            <p:ph type="title"/>
          </p:nvPr>
        </p:nvSpPr>
        <p:spPr>
          <a:xfrm>
            <a:off x="276352" y="154160"/>
            <a:ext cx="9066431" cy="552594"/>
          </a:xfrm>
          <a:prstGeom prst="rect">
            <a:avLst/>
          </a:prstGeom>
        </p:spPr>
        <p:txBody>
          <a:bodyPr/>
          <a:lstStyle>
            <a:lvl1pPr>
              <a:defRPr sz="2800" b="1" i="0">
                <a:solidFill>
                  <a:schemeClr val="tx1"/>
                </a:solidFill>
                <a:latin typeface="+mj-lt"/>
                <a:ea typeface="Helvetica Neue" panose="02000503000000020004" pitchFamily="2" charset="0"/>
                <a:cs typeface="Helvetica Neue" panose="02000503000000020004" pitchFamily="2" charset="0"/>
              </a:defRPr>
            </a:lvl1pPr>
          </a:lstStyle>
          <a:p>
            <a:endParaRPr lang="en-US"/>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07 MAR 2023</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6" name="Text Placeholder 2">
            <a:extLst>
              <a:ext uri="{FF2B5EF4-FFF2-40B4-BE49-F238E27FC236}">
                <a16:creationId xmlns:a16="http://schemas.microsoft.com/office/drawing/2014/main" id="{CE1B7819-228E-CE71-7576-4CBA07A40144}"/>
              </a:ext>
            </a:extLst>
          </p:cNvPr>
          <p:cNvSpPr>
            <a:spLocks noGrp="1"/>
          </p:cNvSpPr>
          <p:nvPr>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grpSp>
        <p:nvGrpSpPr>
          <p:cNvPr id="11" name="Group 10">
            <a:extLst>
              <a:ext uri="{FF2B5EF4-FFF2-40B4-BE49-F238E27FC236}">
                <a16:creationId xmlns:a16="http://schemas.microsoft.com/office/drawing/2014/main" id="{5D428B9C-42C9-4095-9F62-FD562D5F2ED4}"/>
              </a:ext>
            </a:extLst>
          </p:cNvPr>
          <p:cNvGrpSpPr/>
          <p:nvPr userDrawn="1"/>
        </p:nvGrpSpPr>
        <p:grpSpPr>
          <a:xfrm>
            <a:off x="10308566" y="70818"/>
            <a:ext cx="1877335" cy="578242"/>
            <a:chOff x="10308566" y="70818"/>
            <a:chExt cx="1877335" cy="578242"/>
          </a:xfrm>
        </p:grpSpPr>
        <p:sp>
          <p:nvSpPr>
            <p:cNvPr id="13" name="Title 1">
              <a:extLst>
                <a:ext uri="{FF2B5EF4-FFF2-40B4-BE49-F238E27FC236}">
                  <a16:creationId xmlns:a16="http://schemas.microsoft.com/office/drawing/2014/main" id="{D4BB15C1-D86E-4019-B669-E94199D2606F}"/>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D7E10998-D290-4799-93B1-41B8ADE2BF4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4045646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Blank_Whit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07 MAR 2023</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grpSp>
        <p:nvGrpSpPr>
          <p:cNvPr id="8" name="Group 7">
            <a:extLst>
              <a:ext uri="{FF2B5EF4-FFF2-40B4-BE49-F238E27FC236}">
                <a16:creationId xmlns:a16="http://schemas.microsoft.com/office/drawing/2014/main" id="{1D387BBD-7C36-4DBB-B48E-70948920FAE9}"/>
              </a:ext>
            </a:extLst>
          </p:cNvPr>
          <p:cNvGrpSpPr/>
          <p:nvPr userDrawn="1"/>
        </p:nvGrpSpPr>
        <p:grpSpPr>
          <a:xfrm>
            <a:off x="10308566" y="70818"/>
            <a:ext cx="1877335" cy="578242"/>
            <a:chOff x="10308566" y="70818"/>
            <a:chExt cx="1877335" cy="578242"/>
          </a:xfrm>
        </p:grpSpPr>
        <p:sp>
          <p:nvSpPr>
            <p:cNvPr id="11" name="Title 1">
              <a:extLst>
                <a:ext uri="{FF2B5EF4-FFF2-40B4-BE49-F238E27FC236}">
                  <a16:creationId xmlns:a16="http://schemas.microsoft.com/office/drawing/2014/main" id="{4CEF4AA6-E1BE-4BCC-9CC0-A24F0B92204B}"/>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tx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4" name="Picture 13">
              <a:extLst>
                <a:ext uri="{FF2B5EF4-FFF2-40B4-BE49-F238E27FC236}">
                  <a16:creationId xmlns:a16="http://schemas.microsoft.com/office/drawing/2014/main" id="{A58AB975-B8A3-4D36-8D41-D57056CF58D1}"/>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5521813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Content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6" name="Text Placeholder 5">
            <a:extLst>
              <a:ext uri="{FF2B5EF4-FFF2-40B4-BE49-F238E27FC236}">
                <a16:creationId xmlns:a16="http://schemas.microsoft.com/office/drawing/2014/main" id="{6FF420E7-81D4-BD58-9C49-2368D2B602AB}"/>
              </a:ext>
            </a:extLst>
          </p:cNvPr>
          <p:cNvSpPr>
            <a:spLocks noGrp="1"/>
          </p:cNvSpPr>
          <p:nvPr userDrawn="1">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07 MAR 2023</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0C49109A-EDAB-4DA9-83B8-C65D925E9FBB}"/>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280E32A1-0B2C-4ED5-945D-633B91C68AC9}"/>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351C9C17-8FD7-4A5A-80F7-7CB951DD7389}"/>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8015794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Content_Multi_Two_Section">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a:xfrm>
            <a:off x="352612" y="6492875"/>
            <a:ext cx="1710884" cy="365125"/>
          </a:xfrm>
        </p:spPr>
        <p:txBody>
          <a:bodyPr/>
          <a:lstStyle>
            <a:lvl1pPr>
              <a:defRPr/>
            </a:lvl1pPr>
          </a:lstStyle>
          <a:p>
            <a:r>
              <a:rPr lang="en-US"/>
              <a:t>07 MAR 2023</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Text Placeholder 5">
            <a:extLst>
              <a:ext uri="{FF2B5EF4-FFF2-40B4-BE49-F238E27FC236}">
                <a16:creationId xmlns:a16="http://schemas.microsoft.com/office/drawing/2014/main" id="{DF4D316A-BA27-2CDA-E6DA-B2FBA93BD3CE}"/>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C03787DC-06EB-A69E-CA90-8F56F73F4CA4}"/>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5">
            <a:extLst>
              <a:ext uri="{FF2B5EF4-FFF2-40B4-BE49-F238E27FC236}">
                <a16:creationId xmlns:a16="http://schemas.microsoft.com/office/drawing/2014/main" id="{FBBFE8C3-7A9D-1B42-DB57-DC4E41CED085}"/>
              </a:ext>
            </a:extLst>
          </p:cNvPr>
          <p:cNvSpPr>
            <a:spLocks noGrp="1"/>
          </p:cNvSpPr>
          <p:nvPr>
            <p:ph type="body" sz="quarter" idx="21"/>
          </p:nvPr>
        </p:nvSpPr>
        <p:spPr>
          <a:xfrm>
            <a:off x="6215744" y="1185383"/>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oup 19">
            <a:extLst>
              <a:ext uri="{FF2B5EF4-FFF2-40B4-BE49-F238E27FC236}">
                <a16:creationId xmlns:a16="http://schemas.microsoft.com/office/drawing/2014/main" id="{9507C497-8B27-4505-8E04-3687D09AFC01}"/>
              </a:ext>
            </a:extLst>
          </p:cNvPr>
          <p:cNvGrpSpPr/>
          <p:nvPr userDrawn="1"/>
        </p:nvGrpSpPr>
        <p:grpSpPr>
          <a:xfrm>
            <a:off x="10308566" y="70818"/>
            <a:ext cx="1877335" cy="578242"/>
            <a:chOff x="10308566" y="70818"/>
            <a:chExt cx="1877335" cy="578242"/>
          </a:xfrm>
        </p:grpSpPr>
        <p:sp>
          <p:nvSpPr>
            <p:cNvPr id="21" name="Title 1">
              <a:extLst>
                <a:ext uri="{FF2B5EF4-FFF2-40B4-BE49-F238E27FC236}">
                  <a16:creationId xmlns:a16="http://schemas.microsoft.com/office/drawing/2014/main" id="{AA602D0A-F1DB-4373-AAC4-D25A9797066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2" name="Picture 21">
              <a:extLst>
                <a:ext uri="{FF2B5EF4-FFF2-40B4-BE49-F238E27FC236}">
                  <a16:creationId xmlns:a16="http://schemas.microsoft.com/office/drawing/2014/main" id="{978E8C4A-8A8C-4726-86C1-B3D29453B1E7}"/>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9524015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0_Content_Multi_Quandrant">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07 MAR 2023</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cxnSp>
        <p:nvCxnSpPr>
          <p:cNvPr id="6" name="Straight Connector 5">
            <a:extLst>
              <a:ext uri="{FF2B5EF4-FFF2-40B4-BE49-F238E27FC236}">
                <a16:creationId xmlns:a16="http://schemas.microsoft.com/office/drawing/2014/main" id="{A877EFAB-CEC4-30AD-0F44-E1377F77B57D}"/>
              </a:ext>
            </a:extLst>
          </p:cNvPr>
          <p:cNvCxnSpPr>
            <a:cxnSpLocks/>
          </p:cNvCxnSpPr>
          <p:nvPr userDrawn="1"/>
        </p:nvCxnSpPr>
        <p:spPr>
          <a:xfrm>
            <a:off x="6096000" y="797216"/>
            <a:ext cx="0" cy="580644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243E7F-BA0A-52CF-F55C-2DF7621C8D5C}"/>
              </a:ext>
            </a:extLst>
          </p:cNvPr>
          <p:cNvCxnSpPr>
            <a:cxnSpLocks/>
          </p:cNvCxnSpPr>
          <p:nvPr userDrawn="1"/>
        </p:nvCxnSpPr>
        <p:spPr>
          <a:xfrm flipH="1">
            <a:off x="111062" y="3812721"/>
            <a:ext cx="11969876" cy="0"/>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5">
            <a:extLst>
              <a:ext uri="{FF2B5EF4-FFF2-40B4-BE49-F238E27FC236}">
                <a16:creationId xmlns:a16="http://schemas.microsoft.com/office/drawing/2014/main" id="{CE7B9855-2BF5-5B1F-081F-C6C732B54787}"/>
              </a:ext>
            </a:extLst>
          </p:cNvPr>
          <p:cNvSpPr>
            <a:spLocks noGrp="1"/>
          </p:cNvSpPr>
          <p:nvPr>
            <p:ph type="body" sz="quarter" idx="21"/>
          </p:nvPr>
        </p:nvSpPr>
        <p:spPr>
          <a:xfrm>
            <a:off x="27622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1F7C524-4887-A9F5-4629-7A2B7E7BA522}"/>
              </a:ext>
            </a:extLst>
          </p:cNvPr>
          <p:cNvSpPr>
            <a:spLocks noGrp="1"/>
          </p:cNvSpPr>
          <p:nvPr>
            <p:ph type="body" sz="quarter" idx="22"/>
          </p:nvPr>
        </p:nvSpPr>
        <p:spPr>
          <a:xfrm>
            <a:off x="276222" y="4030931"/>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5">
            <a:extLst>
              <a:ext uri="{FF2B5EF4-FFF2-40B4-BE49-F238E27FC236}">
                <a16:creationId xmlns:a16="http://schemas.microsoft.com/office/drawing/2014/main" id="{980F5790-6576-FF86-506B-ADCFA034145C}"/>
              </a:ext>
            </a:extLst>
          </p:cNvPr>
          <p:cNvSpPr>
            <a:spLocks noGrp="1"/>
          </p:cNvSpPr>
          <p:nvPr>
            <p:ph type="body" sz="quarter" idx="23"/>
          </p:nvPr>
        </p:nvSpPr>
        <p:spPr>
          <a:xfrm>
            <a:off x="6215743" y="1184137"/>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5">
            <a:extLst>
              <a:ext uri="{FF2B5EF4-FFF2-40B4-BE49-F238E27FC236}">
                <a16:creationId xmlns:a16="http://schemas.microsoft.com/office/drawing/2014/main" id="{95344996-835A-26BD-2FC9-E819B79E3478}"/>
              </a:ext>
            </a:extLst>
          </p:cNvPr>
          <p:cNvSpPr>
            <a:spLocks noGrp="1"/>
          </p:cNvSpPr>
          <p:nvPr>
            <p:ph type="body" sz="quarter" idx="24"/>
          </p:nvPr>
        </p:nvSpPr>
        <p:spPr>
          <a:xfrm>
            <a:off x="6215743" y="4027479"/>
            <a:ext cx="5700033" cy="2411144"/>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2" name="Group 21">
            <a:extLst>
              <a:ext uri="{FF2B5EF4-FFF2-40B4-BE49-F238E27FC236}">
                <a16:creationId xmlns:a16="http://schemas.microsoft.com/office/drawing/2014/main" id="{04A6D93F-E532-44B1-B04A-7041D60DC25A}"/>
              </a:ext>
            </a:extLst>
          </p:cNvPr>
          <p:cNvGrpSpPr/>
          <p:nvPr userDrawn="1"/>
        </p:nvGrpSpPr>
        <p:grpSpPr>
          <a:xfrm>
            <a:off x="10308566" y="70818"/>
            <a:ext cx="1877335" cy="578242"/>
            <a:chOff x="10308566" y="70818"/>
            <a:chExt cx="1877335" cy="578242"/>
          </a:xfrm>
        </p:grpSpPr>
        <p:sp>
          <p:nvSpPr>
            <p:cNvPr id="28" name="Title 1">
              <a:extLst>
                <a:ext uri="{FF2B5EF4-FFF2-40B4-BE49-F238E27FC236}">
                  <a16:creationId xmlns:a16="http://schemas.microsoft.com/office/drawing/2014/main" id="{17F3F568-F970-464E-85AD-E917489D6B18}"/>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9" name="Picture 28">
              <a:extLst>
                <a:ext uri="{FF2B5EF4-FFF2-40B4-BE49-F238E27FC236}">
                  <a16:creationId xmlns:a16="http://schemas.microsoft.com/office/drawing/2014/main" id="{9FA2AEFE-1190-4548-B467-32D411CB6174}"/>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34280881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1_Content_Multi_Text_and_Picture">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07 MAR 2023</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sp>
        <p:nvSpPr>
          <p:cNvPr id="2" name="Picture Placeholder 11">
            <a:extLst>
              <a:ext uri="{FF2B5EF4-FFF2-40B4-BE49-F238E27FC236}">
                <a16:creationId xmlns:a16="http://schemas.microsoft.com/office/drawing/2014/main" id="{815812CD-E421-C488-D4CC-97CFD4B64599}"/>
              </a:ext>
            </a:extLst>
          </p:cNvPr>
          <p:cNvSpPr>
            <a:spLocks noGrp="1"/>
          </p:cNvSpPr>
          <p:nvPr>
            <p:ph type="pic" sz="quarter" idx="22"/>
          </p:nvPr>
        </p:nvSpPr>
        <p:spPr>
          <a:xfrm>
            <a:off x="6215742" y="1175972"/>
            <a:ext cx="5700033" cy="5266103"/>
          </a:xfrm>
          <a:prstGeom prst="rect">
            <a:avLst/>
          </a:prstGeom>
        </p:spPr>
        <p:txBody>
          <a:bodyPr/>
          <a:lstStyle>
            <a:lvl1pPr>
              <a:defRPr sz="2000"/>
            </a:lvl1pPr>
          </a:lstStyle>
          <a:p>
            <a:endParaRPr lang="en-US"/>
          </a:p>
        </p:txBody>
      </p:sp>
      <p:sp>
        <p:nvSpPr>
          <p:cNvPr id="3" name="Text Placeholder 5">
            <a:extLst>
              <a:ext uri="{FF2B5EF4-FFF2-40B4-BE49-F238E27FC236}">
                <a16:creationId xmlns:a16="http://schemas.microsoft.com/office/drawing/2014/main" id="{24BB0B6B-A3CB-4CF0-E0FC-860520D2C7C2}"/>
              </a:ext>
            </a:extLst>
          </p:cNvPr>
          <p:cNvSpPr>
            <a:spLocks noGrp="1"/>
          </p:cNvSpPr>
          <p:nvPr>
            <p:ph type="body" sz="quarter" idx="17"/>
          </p:nvPr>
        </p:nvSpPr>
        <p:spPr>
          <a:xfrm>
            <a:off x="276224" y="1188630"/>
            <a:ext cx="570003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CF31ED16-05E6-49BD-B13D-3442CE05A5D4}"/>
              </a:ext>
            </a:extLst>
          </p:cNvPr>
          <p:cNvGrpSpPr/>
          <p:nvPr userDrawn="1"/>
        </p:nvGrpSpPr>
        <p:grpSpPr>
          <a:xfrm>
            <a:off x="10308566" y="70818"/>
            <a:ext cx="1877335" cy="578242"/>
            <a:chOff x="10308566" y="70818"/>
            <a:chExt cx="1877335" cy="578242"/>
          </a:xfrm>
        </p:grpSpPr>
        <p:sp>
          <p:nvSpPr>
            <p:cNvPr id="19" name="Title 1">
              <a:extLst>
                <a:ext uri="{FF2B5EF4-FFF2-40B4-BE49-F238E27FC236}">
                  <a16:creationId xmlns:a16="http://schemas.microsoft.com/office/drawing/2014/main" id="{D40317CA-673F-4B82-9499-91F336ED6B9C}"/>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20" name="Picture 19">
              <a:extLst>
                <a:ext uri="{FF2B5EF4-FFF2-40B4-BE49-F238E27FC236}">
                  <a16:creationId xmlns:a16="http://schemas.microsoft.com/office/drawing/2014/main" id="{EF97A502-1ECF-418B-A564-69FF4FF2B66C}"/>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88722105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2_Title_Only_Multi">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A4EA522E-50E7-7BAF-2D71-DD182C535B6F}"/>
              </a:ext>
            </a:extLst>
          </p:cNvPr>
          <p:cNvSpPr/>
          <p:nvPr userDrawn="1"/>
        </p:nvSpPr>
        <p:spPr>
          <a:xfrm rot="10800000">
            <a:off x="0" y="1"/>
            <a:ext cx="12192000" cy="77230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12" name="Rectangle 11">
            <a:extLst>
              <a:ext uri="{FF2B5EF4-FFF2-40B4-BE49-F238E27FC236}">
                <a16:creationId xmlns:a16="http://schemas.microsoft.com/office/drawing/2014/main" id="{3B037966-CEA8-53E2-A4D6-04DE14F2403E}"/>
              </a:ext>
            </a:extLst>
          </p:cNvPr>
          <p:cNvSpPr/>
          <p:nvPr userDrawn="1"/>
        </p:nvSpPr>
        <p:spPr>
          <a:xfrm>
            <a:off x="0" y="708770"/>
            <a:ext cx="12188952" cy="6353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0E0DC270-429D-22D1-6596-898C6B1A0400}"/>
              </a:ext>
            </a:extLst>
          </p:cNvPr>
          <p:cNvGrpSpPr/>
          <p:nvPr userDrawn="1"/>
        </p:nvGrpSpPr>
        <p:grpSpPr>
          <a:xfrm>
            <a:off x="0" y="1"/>
            <a:ext cx="486561" cy="708769"/>
            <a:chOff x="0" y="1"/>
            <a:chExt cx="1927002" cy="772302"/>
          </a:xfrm>
        </p:grpSpPr>
        <p:sp>
          <p:nvSpPr>
            <p:cNvPr id="13" name="Google Shape;77;p11">
              <a:extLst>
                <a:ext uri="{FF2B5EF4-FFF2-40B4-BE49-F238E27FC236}">
                  <a16:creationId xmlns:a16="http://schemas.microsoft.com/office/drawing/2014/main" id="{5DDD6E24-B686-B9A6-6A8E-FE9AB050C425}"/>
                </a:ext>
              </a:extLst>
            </p:cNvPr>
            <p:cNvSpPr/>
            <p:nvPr userDrawn="1"/>
          </p:nvSpPr>
          <p:spPr>
            <a:xfrm rot="10800000">
              <a:off x="0" y="1"/>
              <a:ext cx="1927002" cy="772302"/>
            </a:xfrm>
            <a:custGeom>
              <a:avLst/>
              <a:gdLst/>
              <a:ahLst/>
              <a:cxnLst/>
              <a:rect l="l" t="t" r="r" b="b"/>
              <a:pathLst>
                <a:path w="2569336" h="6858000" extrusionOk="0">
                  <a:moveTo>
                    <a:pt x="1256538" y="0"/>
                  </a:moveTo>
                  <a:cubicBezTo>
                    <a:pt x="1569466" y="775024"/>
                    <a:pt x="1729804" y="1603165"/>
                    <a:pt x="1728788" y="2438972"/>
                  </a:cubicBezTo>
                  <a:cubicBezTo>
                    <a:pt x="1728788" y="4144582"/>
                    <a:pt x="1073023" y="5696966"/>
                    <a:pt x="0" y="6858000"/>
                  </a:cubicBezTo>
                  <a:lnTo>
                    <a:pt x="2569337" y="6858000"/>
                  </a:lnTo>
                  <a:lnTo>
                    <a:pt x="2569337"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5" name="Google Shape;78;p11">
              <a:extLst>
                <a:ext uri="{FF2B5EF4-FFF2-40B4-BE49-F238E27FC236}">
                  <a16:creationId xmlns:a16="http://schemas.microsoft.com/office/drawing/2014/main" id="{3778FB58-9B15-2924-18A9-844E13D9DB83}"/>
                </a:ext>
              </a:extLst>
            </p:cNvPr>
            <p:cNvSpPr/>
            <p:nvPr userDrawn="1"/>
          </p:nvSpPr>
          <p:spPr>
            <a:xfrm rot="10800000">
              <a:off x="1" y="1"/>
              <a:ext cx="1777412" cy="772302"/>
            </a:xfrm>
            <a:custGeom>
              <a:avLst/>
              <a:gdLst/>
              <a:ahLst/>
              <a:cxnLst/>
              <a:rect l="l" t="t" r="r" b="b"/>
              <a:pathLst>
                <a:path w="2369883" h="6858000" extrusionOk="0">
                  <a:moveTo>
                    <a:pt x="0" y="0"/>
                  </a:moveTo>
                  <a:cubicBezTo>
                    <a:pt x="1144905" y="1173671"/>
                    <a:pt x="1850327" y="2777998"/>
                    <a:pt x="1850327" y="4547172"/>
                  </a:cubicBezTo>
                  <a:cubicBezTo>
                    <a:pt x="1851215" y="5336680"/>
                    <a:pt x="1708277" y="6119749"/>
                    <a:pt x="1428432" y="6858000"/>
                  </a:cubicBezTo>
                  <a:lnTo>
                    <a:pt x="2369883" y="6858000"/>
                  </a:lnTo>
                  <a:lnTo>
                    <a:pt x="2369883" y="0"/>
                  </a:ln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4" name="Google Shape;79;p11">
              <a:extLst>
                <a:ext uri="{FF2B5EF4-FFF2-40B4-BE49-F238E27FC236}">
                  <a16:creationId xmlns:a16="http://schemas.microsoft.com/office/drawing/2014/main" id="{80896E88-B96F-55D0-5CA9-B0A05F5383F2}"/>
                </a:ext>
              </a:extLst>
            </p:cNvPr>
            <p:cNvSpPr/>
            <p:nvPr userDrawn="1"/>
          </p:nvSpPr>
          <p:spPr>
            <a:xfrm rot="10800000">
              <a:off x="2" y="562981"/>
              <a:ext cx="1378553" cy="209322"/>
            </a:xfrm>
            <a:custGeom>
              <a:avLst/>
              <a:gdLst/>
              <a:ahLst/>
              <a:cxnLst/>
              <a:rect l="l" t="t" r="r" b="b"/>
              <a:pathLst>
                <a:path w="1838070" h="1858772" extrusionOk="0">
                  <a:moveTo>
                    <a:pt x="1838071" y="1858772"/>
                  </a:moveTo>
                  <a:lnTo>
                    <a:pt x="1838071" y="0"/>
                  </a:lnTo>
                  <a:lnTo>
                    <a:pt x="0" y="0"/>
                  </a:lnTo>
                  <a:cubicBezTo>
                    <a:pt x="731393" y="489734"/>
                    <a:pt x="1356551" y="1121924"/>
                    <a:pt x="1838071" y="1858772"/>
                  </a:cubicBezTo>
                  <a:close/>
                </a:path>
              </a:pathLst>
            </a:custGeom>
            <a:solidFill>
              <a:srgbClr val="FFFFFF">
                <a:alpha val="206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sp>
        <p:nvSpPr>
          <p:cNvPr id="8" name="Title 1">
            <a:extLst>
              <a:ext uri="{FF2B5EF4-FFF2-40B4-BE49-F238E27FC236}">
                <a16:creationId xmlns:a16="http://schemas.microsoft.com/office/drawing/2014/main" id="{6F99A813-7772-E0A6-7105-52C3B074B525}"/>
              </a:ext>
            </a:extLst>
          </p:cNvPr>
          <p:cNvSpPr>
            <a:spLocks noGrp="1"/>
          </p:cNvSpPr>
          <p:nvPr userDrawn="1">
            <p:ph type="title"/>
          </p:nvPr>
        </p:nvSpPr>
        <p:spPr>
          <a:xfrm>
            <a:off x="276352" y="146654"/>
            <a:ext cx="9066431" cy="552594"/>
          </a:xfrm>
          <a:prstGeom prst="rect">
            <a:avLst/>
          </a:prstGeom>
        </p:spPr>
        <p:txBody>
          <a:bodyPr/>
          <a:lstStyle>
            <a:lvl1pPr>
              <a:defRPr sz="2800" b="1" i="0">
                <a:solidFill>
                  <a:schemeClr val="bg1"/>
                </a:solidFill>
                <a:latin typeface="+mj-lt"/>
                <a:ea typeface="Helvetica Neue" panose="02000503000000020004" pitchFamily="2" charset="0"/>
                <a:cs typeface="Helvetica Neue" panose="02000503000000020004" pitchFamily="2" charset="0"/>
              </a:defRPr>
            </a:lvl1pPr>
          </a:lstStyle>
          <a:p>
            <a:endParaRPr lang="en-US"/>
          </a:p>
        </p:txBody>
      </p:sp>
      <p:sp>
        <p:nvSpPr>
          <p:cNvPr id="16" name="Text Placeholder 2">
            <a:extLst>
              <a:ext uri="{FF2B5EF4-FFF2-40B4-BE49-F238E27FC236}">
                <a16:creationId xmlns:a16="http://schemas.microsoft.com/office/drawing/2014/main" id="{45A343C7-4608-634A-594F-6C70FAD86685}"/>
              </a:ext>
            </a:extLst>
          </p:cNvPr>
          <p:cNvSpPr>
            <a:spLocks noGrp="1"/>
          </p:cNvSpPr>
          <p:nvPr userDrawn="1">
            <p:ph type="body" sz="quarter" idx="10" hasCustomPrompt="1"/>
          </p:nvPr>
        </p:nvSpPr>
        <p:spPr>
          <a:xfrm>
            <a:off x="276225" y="772302"/>
            <a:ext cx="9066558" cy="239713"/>
          </a:xfrm>
          <a:prstGeom prst="rect">
            <a:avLst/>
          </a:prstGeom>
        </p:spPr>
        <p:txBody>
          <a:bodyPr/>
          <a:lstStyle>
            <a:lvl1pPr marL="0" indent="0">
              <a:buNone/>
              <a:defRPr sz="1200" b="0" i="0">
                <a:solidFill>
                  <a:schemeClr val="accent2"/>
                </a:solidFill>
                <a:latin typeface="+mj-lt"/>
                <a:ea typeface="Helvetica Neue" panose="02000503000000020004" pitchFamily="2" charset="0"/>
                <a:cs typeface="Helvetica Neue" panose="02000503000000020004" pitchFamily="2" charset="0"/>
              </a:defRPr>
            </a:lvl1pPr>
          </a:lstStyle>
          <a:p>
            <a:pPr lvl="0"/>
            <a:r>
              <a:rPr lang="en-US"/>
              <a:t>CLICK TO ADD SUBTITLE</a:t>
            </a:r>
          </a:p>
        </p:txBody>
      </p:sp>
      <p:sp>
        <p:nvSpPr>
          <p:cNvPr id="4" name="Date Placeholder 3">
            <a:extLst>
              <a:ext uri="{FF2B5EF4-FFF2-40B4-BE49-F238E27FC236}">
                <a16:creationId xmlns:a16="http://schemas.microsoft.com/office/drawing/2014/main" id="{C55910E7-3E34-3017-D4F4-2BA14A2251D5}"/>
              </a:ext>
            </a:extLst>
          </p:cNvPr>
          <p:cNvSpPr>
            <a:spLocks noGrp="1"/>
          </p:cNvSpPr>
          <p:nvPr>
            <p:ph type="dt" sz="half" idx="18"/>
          </p:nvPr>
        </p:nvSpPr>
        <p:spPr/>
        <p:txBody>
          <a:bodyPr/>
          <a:lstStyle>
            <a:lvl1pPr>
              <a:defRPr/>
            </a:lvl1pPr>
          </a:lstStyle>
          <a:p>
            <a:r>
              <a:rPr lang="en-US"/>
              <a:t>07 MAR 2023</a:t>
            </a:r>
          </a:p>
        </p:txBody>
      </p:sp>
      <p:sp>
        <p:nvSpPr>
          <p:cNvPr id="7" name="Footer Placeholder 6">
            <a:extLst>
              <a:ext uri="{FF2B5EF4-FFF2-40B4-BE49-F238E27FC236}">
                <a16:creationId xmlns:a16="http://schemas.microsoft.com/office/drawing/2014/main" id="{42737175-D1F3-BFBA-F430-CCC72E844EB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9" name="Slide Number Placeholder 8">
            <a:extLst>
              <a:ext uri="{FF2B5EF4-FFF2-40B4-BE49-F238E27FC236}">
                <a16:creationId xmlns:a16="http://schemas.microsoft.com/office/drawing/2014/main" id="{4E7A0F9E-05B7-4076-82A5-63B81ECF51F7}"/>
              </a:ext>
            </a:extLst>
          </p:cNvPr>
          <p:cNvSpPr>
            <a:spLocks noGrp="1"/>
          </p:cNvSpPr>
          <p:nvPr>
            <p:ph type="sldNum" sz="quarter" idx="20"/>
          </p:nvPr>
        </p:nvSpPr>
        <p:spPr/>
        <p:txBody>
          <a:bodyPr/>
          <a:lstStyle/>
          <a:p>
            <a:fld id="{2D04F4CF-F641-6E4E-8F87-8EB8AA2BFA51}" type="slidenum">
              <a:rPr lang="en-US" smtClean="0"/>
              <a:pPr/>
              <a:t>‹#›</a:t>
            </a:fld>
            <a:endParaRPr lang="en-US"/>
          </a:p>
        </p:txBody>
      </p:sp>
      <p:grpSp>
        <p:nvGrpSpPr>
          <p:cNvPr id="17" name="Group 16">
            <a:extLst>
              <a:ext uri="{FF2B5EF4-FFF2-40B4-BE49-F238E27FC236}">
                <a16:creationId xmlns:a16="http://schemas.microsoft.com/office/drawing/2014/main" id="{C5C01AD5-6DD4-43AA-B802-8723D37DF265}"/>
              </a:ext>
            </a:extLst>
          </p:cNvPr>
          <p:cNvGrpSpPr/>
          <p:nvPr userDrawn="1"/>
        </p:nvGrpSpPr>
        <p:grpSpPr>
          <a:xfrm>
            <a:off x="10308566" y="70818"/>
            <a:ext cx="1877335" cy="578242"/>
            <a:chOff x="10308566" y="70818"/>
            <a:chExt cx="1877335" cy="578242"/>
          </a:xfrm>
        </p:grpSpPr>
        <p:sp>
          <p:nvSpPr>
            <p:cNvPr id="18" name="Title 1">
              <a:extLst>
                <a:ext uri="{FF2B5EF4-FFF2-40B4-BE49-F238E27FC236}">
                  <a16:creationId xmlns:a16="http://schemas.microsoft.com/office/drawing/2014/main" id="{E7FB5393-C2C4-436A-8D6F-6067946E0976}"/>
                </a:ext>
              </a:extLst>
            </p:cNvPr>
            <p:cNvSpPr txBox="1">
              <a:spLocks/>
            </p:cNvSpPr>
            <p:nvPr userDrawn="1"/>
          </p:nvSpPr>
          <p:spPr bwMode="auto">
            <a:xfrm>
              <a:off x="10308566" y="154084"/>
              <a:ext cx="1245862" cy="46595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r">
                <a:lnSpc>
                  <a:spcPct val="75000"/>
                </a:lnSpc>
                <a:spcBef>
                  <a:spcPts val="0"/>
                </a:spcBef>
              </a:pPr>
              <a:r>
                <a:rPr lang="en-US" sz="14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MSR</a:t>
              </a:r>
            </a:p>
            <a:p>
              <a:pPr algn="r">
                <a:lnSpc>
                  <a:spcPct val="75000"/>
                </a:lnSpc>
                <a:spcBef>
                  <a:spcPts val="200"/>
                </a:spcBef>
              </a:pPr>
              <a:r>
                <a:rPr lang="en-US" sz="8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 RETRIEVAL LANDER</a:t>
              </a:r>
            </a:p>
          </p:txBody>
        </p:sp>
        <p:pic>
          <p:nvPicPr>
            <p:cNvPr id="19" name="Picture 18">
              <a:extLst>
                <a:ext uri="{FF2B5EF4-FFF2-40B4-BE49-F238E27FC236}">
                  <a16:creationId xmlns:a16="http://schemas.microsoft.com/office/drawing/2014/main" id="{C84F828F-1DE2-41EB-A60D-984B5629CAE6}"/>
                </a:ext>
              </a:extLst>
            </p:cNvPr>
            <p:cNvPicPr>
              <a:picLocks noChangeAspect="1"/>
            </p:cNvPicPr>
            <p:nvPr userDrawn="1"/>
          </p:nvPicPr>
          <p:blipFill rotWithShape="1">
            <a:blip r:embed="rId2"/>
            <a:srcRect b="28990"/>
            <a:stretch/>
          </p:blipFill>
          <p:spPr>
            <a:xfrm>
              <a:off x="11458021" y="70818"/>
              <a:ext cx="727880" cy="578242"/>
            </a:xfrm>
            <a:prstGeom prst="rect">
              <a:avLst/>
            </a:prstGeom>
          </p:spPr>
        </p:pic>
      </p:grpSp>
    </p:spTree>
    <p:extLst>
      <p:ext uri="{BB962C8B-B14F-4D97-AF65-F5344CB8AC3E}">
        <p14:creationId xmlns:p14="http://schemas.microsoft.com/office/powerpoint/2010/main" val="21315169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3_Section_Title_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F32FD4D-C089-B290-F5E6-2A7915AC318C}"/>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a:stretch/>
        </p:blipFill>
        <p:spPr>
          <a:xfrm>
            <a:off x="1524" y="0"/>
            <a:ext cx="12192000" cy="6858000"/>
          </a:xfrm>
          <a:prstGeom prst="rect">
            <a:avLst/>
          </a:prstGeom>
        </p:spPr>
      </p:pic>
      <p:sp>
        <p:nvSpPr>
          <p:cNvPr id="16" name="Rectangle 15">
            <a:extLst>
              <a:ext uri="{FF2B5EF4-FFF2-40B4-BE49-F238E27FC236}">
                <a16:creationId xmlns:a16="http://schemas.microsoft.com/office/drawing/2014/main" id="{6373F711-C3D3-8D70-3D9F-0E36378B9823}"/>
              </a:ext>
            </a:extLst>
          </p:cNvPr>
          <p:cNvSpPr/>
          <p:nvPr userDrawn="1"/>
        </p:nvSpPr>
        <p:spPr>
          <a:xfrm>
            <a:off x="0" y="2074163"/>
            <a:ext cx="12188952" cy="4800600"/>
          </a:xfrm>
          <a:prstGeom prst="rect">
            <a:avLst/>
          </a:prstGeom>
          <a:gradFill flip="none" rotWithShape="1">
            <a:gsLst>
              <a:gs pos="0">
                <a:schemeClr val="tx1">
                  <a:alpha val="0"/>
                </a:schemeClr>
              </a:gs>
              <a:gs pos="100000">
                <a:schemeClr val="tx1">
                  <a:alpha val="30488"/>
                </a:schemeClr>
              </a:gs>
            </a:gsLst>
            <a:lin ang="5400000" scaled="0"/>
            <a:tileRect/>
          </a:gradFill>
          <a:ln w="12700" cap="flat" cmpd="sng" algn="ctr">
            <a:noFill/>
            <a:prstDash val="solid"/>
            <a:miter lim="800000"/>
          </a:ln>
          <a:effectLst/>
        </p:spPr>
        <p:txBody>
          <a:bodyPr rtlCol="0" anchor="ctr"/>
          <a:lstStyle/>
          <a:p>
            <a:pPr algn="l"/>
            <a:endParaRPr lang="en-US">
              <a:solidFill>
                <a:srgbClr val="FFFFFF"/>
              </a:solidFill>
              <a:latin typeface="Calibri" panose="020F0502020204030204"/>
              <a:cs typeface="Arial"/>
              <a:sym typeface="Arial"/>
            </a:endParaRPr>
          </a:p>
        </p:txBody>
      </p:sp>
      <p:grpSp>
        <p:nvGrpSpPr>
          <p:cNvPr id="24" name="Group 23">
            <a:extLst>
              <a:ext uri="{FF2B5EF4-FFF2-40B4-BE49-F238E27FC236}">
                <a16:creationId xmlns:a16="http://schemas.microsoft.com/office/drawing/2014/main" id="{B5C9FC9D-ACA1-30FD-08A1-2ECA1EC595DF}"/>
              </a:ext>
            </a:extLst>
          </p:cNvPr>
          <p:cNvGrpSpPr/>
          <p:nvPr userDrawn="1"/>
        </p:nvGrpSpPr>
        <p:grpSpPr>
          <a:xfrm>
            <a:off x="-3048" y="735913"/>
            <a:ext cx="12192000" cy="1769081"/>
            <a:chOff x="-4572" y="2260998"/>
            <a:chExt cx="12192000" cy="1769081"/>
          </a:xfrm>
        </p:grpSpPr>
        <p:grpSp>
          <p:nvGrpSpPr>
            <p:cNvPr id="22" name="Group 21">
              <a:extLst>
                <a:ext uri="{FF2B5EF4-FFF2-40B4-BE49-F238E27FC236}">
                  <a16:creationId xmlns:a16="http://schemas.microsoft.com/office/drawing/2014/main" id="{CED5AD5E-B889-B762-D395-57F92B056343}"/>
                </a:ext>
              </a:extLst>
            </p:cNvPr>
            <p:cNvGrpSpPr/>
            <p:nvPr userDrawn="1"/>
          </p:nvGrpSpPr>
          <p:grpSpPr>
            <a:xfrm>
              <a:off x="-4572" y="2260998"/>
              <a:ext cx="12192000" cy="1726976"/>
              <a:chOff x="0" y="5131024"/>
              <a:chExt cx="12192000" cy="1726976"/>
            </a:xfrm>
          </p:grpSpPr>
          <p:sp>
            <p:nvSpPr>
              <p:cNvPr id="20" name="Rectangle">
                <a:extLst>
                  <a:ext uri="{FF2B5EF4-FFF2-40B4-BE49-F238E27FC236}">
                    <a16:creationId xmlns:a16="http://schemas.microsoft.com/office/drawing/2014/main" id="{D17CBE25-9F58-DBF5-2697-63A17E6795E9}"/>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1" name="Rectangle 20">
                <a:extLst>
                  <a:ext uri="{FF2B5EF4-FFF2-40B4-BE49-F238E27FC236}">
                    <a16:creationId xmlns:a16="http://schemas.microsoft.com/office/drawing/2014/main" id="{C604165A-8C16-82A1-F662-249F60C23F9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663212E2-4792-592E-92D6-D97F8C5CF443}"/>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sp>
        <p:nvSpPr>
          <p:cNvPr id="44" name="Title 1">
            <a:extLst>
              <a:ext uri="{FF2B5EF4-FFF2-40B4-BE49-F238E27FC236}">
                <a16:creationId xmlns:a16="http://schemas.microsoft.com/office/drawing/2014/main" id="{BD9D7EC7-A90F-5BC1-361C-C231B2DF06A1}"/>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45" name="Text Placeholder 13">
            <a:extLst>
              <a:ext uri="{FF2B5EF4-FFF2-40B4-BE49-F238E27FC236}">
                <a16:creationId xmlns:a16="http://schemas.microsoft.com/office/drawing/2014/main" id="{C7C2ACFD-DAD4-5AC1-0174-463BD9AB016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4"/>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5"/>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10" name="Date Placeholder 9">
            <a:extLst>
              <a:ext uri="{FF2B5EF4-FFF2-40B4-BE49-F238E27FC236}">
                <a16:creationId xmlns:a16="http://schemas.microsoft.com/office/drawing/2014/main" id="{C1E2351D-DFD1-4B60-63A2-64030A5F017E}"/>
              </a:ext>
            </a:extLst>
          </p:cNvPr>
          <p:cNvSpPr>
            <a:spLocks noGrp="1"/>
          </p:cNvSpPr>
          <p:nvPr>
            <p:ph type="dt" sz="half" idx="15"/>
          </p:nvPr>
        </p:nvSpPr>
        <p:spPr/>
        <p:txBody>
          <a:bodyPr/>
          <a:lstStyle>
            <a:lvl1pPr>
              <a:defRPr>
                <a:solidFill>
                  <a:schemeClr val="bg1"/>
                </a:solidFill>
              </a:defRPr>
            </a:lvl1pPr>
          </a:lstStyle>
          <a:p>
            <a:r>
              <a:rPr lang="en-US"/>
              <a:t>07 MAR 2023</a:t>
            </a:r>
          </a:p>
        </p:txBody>
      </p:sp>
      <p:sp>
        <p:nvSpPr>
          <p:cNvPr id="13" name="Footer Placeholder 12">
            <a:extLst>
              <a:ext uri="{FF2B5EF4-FFF2-40B4-BE49-F238E27FC236}">
                <a16:creationId xmlns:a16="http://schemas.microsoft.com/office/drawing/2014/main" id="{B1926429-1384-BEAD-7DBA-A248BFBE3DB8}"/>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FE563FEC-CC54-5DCC-F823-FDA4F29B1B6F}"/>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8" name="Text Placeholder 30">
            <a:extLst>
              <a:ext uri="{FF2B5EF4-FFF2-40B4-BE49-F238E27FC236}">
                <a16:creationId xmlns:a16="http://schemas.microsoft.com/office/drawing/2014/main" id="{1D9E62F0-E928-6B91-D305-5C137ADE39BF}"/>
              </a:ext>
            </a:extLst>
          </p:cNvPr>
          <p:cNvSpPr>
            <a:spLocks noGrp="1"/>
          </p:cNvSpPr>
          <p:nvPr>
            <p:ph type="body" sz="quarter" idx="18" hasCustomPrompt="1"/>
          </p:nvPr>
        </p:nvSpPr>
        <p:spPr>
          <a:xfrm>
            <a:off x="8961438" y="4249639"/>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Tree>
    <p:extLst>
      <p:ext uri="{BB962C8B-B14F-4D97-AF65-F5344CB8AC3E}">
        <p14:creationId xmlns:p14="http://schemas.microsoft.com/office/powerpoint/2010/main" val="62459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4_Section_Title_2">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7CFE4C8-F023-F07C-2309-65418B72F491}"/>
              </a:ext>
            </a:extLst>
          </p:cNvPr>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0" y="0"/>
            <a:ext cx="12190476"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78746F55-F190-B330-94FD-214060CBC889}"/>
              </a:ext>
            </a:extLst>
          </p:cNvPr>
          <p:cNvGrpSpPr/>
          <p:nvPr userDrawn="1"/>
        </p:nvGrpSpPr>
        <p:grpSpPr>
          <a:xfrm>
            <a:off x="-3048" y="735913"/>
            <a:ext cx="12192000" cy="1769081"/>
            <a:chOff x="-4572" y="2260998"/>
            <a:chExt cx="12192000" cy="1769081"/>
          </a:xfrm>
        </p:grpSpPr>
        <p:grpSp>
          <p:nvGrpSpPr>
            <p:cNvPr id="25" name="Group 24">
              <a:extLst>
                <a:ext uri="{FF2B5EF4-FFF2-40B4-BE49-F238E27FC236}">
                  <a16:creationId xmlns:a16="http://schemas.microsoft.com/office/drawing/2014/main" id="{92718773-0A97-1D20-C5AF-36340DEB48D9}"/>
                </a:ext>
              </a:extLst>
            </p:cNvPr>
            <p:cNvGrpSpPr/>
            <p:nvPr userDrawn="1"/>
          </p:nvGrpSpPr>
          <p:grpSpPr>
            <a:xfrm>
              <a:off x="-4572" y="2260998"/>
              <a:ext cx="12192000" cy="1726976"/>
              <a:chOff x="0" y="5131024"/>
              <a:chExt cx="12192000" cy="1726976"/>
            </a:xfrm>
          </p:grpSpPr>
          <p:sp>
            <p:nvSpPr>
              <p:cNvPr id="27" name="Rectangle">
                <a:extLst>
                  <a:ext uri="{FF2B5EF4-FFF2-40B4-BE49-F238E27FC236}">
                    <a16:creationId xmlns:a16="http://schemas.microsoft.com/office/drawing/2014/main" id="{DD53FCAF-C80F-1027-4011-395114192D1C}"/>
                  </a:ext>
                </a:extLst>
              </p:cNvPr>
              <p:cNvSpPr/>
              <p:nvPr userDrawn="1"/>
            </p:nvSpPr>
            <p:spPr>
              <a:xfrm rot="10800000">
                <a:off x="0" y="5173129"/>
                <a:ext cx="12192000" cy="1684871"/>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a:p>
            </p:txBody>
          </p:sp>
          <p:sp>
            <p:nvSpPr>
              <p:cNvPr id="28" name="Rectangle 27">
                <a:extLst>
                  <a:ext uri="{FF2B5EF4-FFF2-40B4-BE49-F238E27FC236}">
                    <a16:creationId xmlns:a16="http://schemas.microsoft.com/office/drawing/2014/main" id="{6D1841A8-D88B-F185-D9FE-47C6DB87D27C}"/>
                  </a:ext>
                </a:extLst>
              </p:cNvPr>
              <p:cNvSpPr/>
              <p:nvPr userDrawn="1"/>
            </p:nvSpPr>
            <p:spPr>
              <a:xfrm>
                <a:off x="3047" y="5131024"/>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80C3DAEA-5E79-3525-198C-382C9267DEDA}"/>
                </a:ext>
              </a:extLst>
            </p:cNvPr>
            <p:cNvSpPr/>
            <p:nvPr userDrawn="1"/>
          </p:nvSpPr>
          <p:spPr>
            <a:xfrm>
              <a:off x="-1" y="3882207"/>
              <a:ext cx="9144000" cy="147872"/>
            </a:xfrm>
            <a:prstGeom prst="rect">
              <a:avLst/>
            </a:prstGeom>
            <a:solidFill>
              <a:srgbClr val="0417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Freeform 5">
            <a:extLst>
              <a:ext uri="{FF2B5EF4-FFF2-40B4-BE49-F238E27FC236}">
                <a16:creationId xmlns:a16="http://schemas.microsoft.com/office/drawing/2014/main" id="{3E6E1FCB-96B5-63A1-6869-414562BEF6A2}"/>
              </a:ext>
            </a:extLst>
          </p:cNvPr>
          <p:cNvSpPr/>
          <p:nvPr userDrawn="1"/>
        </p:nvSpPr>
        <p:spPr>
          <a:xfrm>
            <a:off x="7082463" y="-1941"/>
            <a:ext cx="5109537" cy="6858000"/>
          </a:xfrm>
          <a:custGeom>
            <a:avLst/>
            <a:gdLst>
              <a:gd name="connsiteX0" fmla="*/ 0 w 5109537"/>
              <a:gd name="connsiteY0" fmla="*/ 0 h 6858000"/>
              <a:gd name="connsiteX1" fmla="*/ 1504946 w 5109537"/>
              <a:gd name="connsiteY1" fmla="*/ 0 h 6858000"/>
              <a:gd name="connsiteX2" fmla="*/ 4170245 w 5109537"/>
              <a:gd name="connsiteY2" fmla="*/ 0 h 6858000"/>
              <a:gd name="connsiteX3" fmla="*/ 5109537 w 5109537"/>
              <a:gd name="connsiteY3" fmla="*/ 0 h 6858000"/>
              <a:gd name="connsiteX4" fmla="*/ 5109537 w 5109537"/>
              <a:gd name="connsiteY4" fmla="*/ 6858000 h 6858000"/>
              <a:gd name="connsiteX5" fmla="*/ 4170245 w 5109537"/>
              <a:gd name="connsiteY5" fmla="*/ 6858000 h 6858000"/>
              <a:gd name="connsiteX6" fmla="*/ 1504946 w 5109537"/>
              <a:gd name="connsiteY6" fmla="*/ 6858000 h 6858000"/>
              <a:gd name="connsiteX7" fmla="*/ 0 w 5109537"/>
              <a:gd name="connsiteY7" fmla="*/ 6858000 h 6858000"/>
              <a:gd name="connsiteX8" fmla="*/ 1360722 w 5109537"/>
              <a:gd name="connsiteY8" fmla="*/ 3468091 h 6858000"/>
              <a:gd name="connsiteX9" fmla="*/ 0 w 510953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9537" h="6858000">
                <a:moveTo>
                  <a:pt x="0" y="0"/>
                </a:moveTo>
                <a:lnTo>
                  <a:pt x="1504946" y="0"/>
                </a:lnTo>
                <a:lnTo>
                  <a:pt x="4170245" y="0"/>
                </a:lnTo>
                <a:lnTo>
                  <a:pt x="5109537" y="0"/>
                </a:lnTo>
                <a:lnTo>
                  <a:pt x="5109537" y="6858000"/>
                </a:lnTo>
                <a:lnTo>
                  <a:pt x="4170245" y="6858000"/>
                </a:lnTo>
                <a:lnTo>
                  <a:pt x="1504946" y="6858000"/>
                </a:lnTo>
                <a:lnTo>
                  <a:pt x="0" y="6858000"/>
                </a:lnTo>
                <a:cubicBezTo>
                  <a:pt x="460914" y="6858000"/>
                  <a:pt x="1360722" y="5361585"/>
                  <a:pt x="1360722" y="3468091"/>
                </a:cubicBezTo>
                <a:cubicBezTo>
                  <a:pt x="1360722" y="1574597"/>
                  <a:pt x="460914" y="0"/>
                  <a:pt x="0" y="0"/>
                </a:cubicBezTo>
                <a:close/>
              </a:path>
            </a:pathLst>
          </a:custGeom>
          <a:solidFill>
            <a:srgbClr val="0432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5">
            <a:extLst>
              <a:ext uri="{FF2B5EF4-FFF2-40B4-BE49-F238E27FC236}">
                <a16:creationId xmlns:a16="http://schemas.microsoft.com/office/drawing/2014/main" id="{46F3FBB5-F4F3-F2A1-D5EC-32E55E38A912}"/>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Total</a:t>
            </a:r>
          </a:p>
        </p:txBody>
      </p:sp>
      <p:grpSp>
        <p:nvGrpSpPr>
          <p:cNvPr id="2" name="Group 1">
            <a:extLst>
              <a:ext uri="{FF2B5EF4-FFF2-40B4-BE49-F238E27FC236}">
                <a16:creationId xmlns:a16="http://schemas.microsoft.com/office/drawing/2014/main" id="{66CCC403-96DC-B595-1D81-35DD116B238F}"/>
              </a:ext>
            </a:extLst>
          </p:cNvPr>
          <p:cNvGrpSpPr/>
          <p:nvPr userDrawn="1"/>
        </p:nvGrpSpPr>
        <p:grpSpPr>
          <a:xfrm>
            <a:off x="8390316" y="1219651"/>
            <a:ext cx="4540620" cy="2941437"/>
            <a:chOff x="8418100" y="372569"/>
            <a:chExt cx="4540620" cy="2941437"/>
          </a:xfrm>
        </p:grpSpPr>
        <p:sp>
          <p:nvSpPr>
            <p:cNvPr id="5" name="Title 1">
              <a:extLst>
                <a:ext uri="{FF2B5EF4-FFF2-40B4-BE49-F238E27FC236}">
                  <a16:creationId xmlns:a16="http://schemas.microsoft.com/office/drawing/2014/main" id="{675A8AB8-318B-D8A1-144C-925F13D7870D}"/>
                </a:ext>
              </a:extLst>
            </p:cNvPr>
            <p:cNvSpPr txBox="1">
              <a:spLocks/>
            </p:cNvSpPr>
            <p:nvPr userDrawn="1"/>
          </p:nvSpPr>
          <p:spPr bwMode="auto">
            <a:xfrm>
              <a:off x="8458895" y="372569"/>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MARS</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RETURN</a:t>
              </a:r>
            </a:p>
          </p:txBody>
        </p:sp>
        <p:grpSp>
          <p:nvGrpSpPr>
            <p:cNvPr id="7" name="Group 6">
              <a:extLst>
                <a:ext uri="{FF2B5EF4-FFF2-40B4-BE49-F238E27FC236}">
                  <a16:creationId xmlns:a16="http://schemas.microsoft.com/office/drawing/2014/main" id="{7ED3966A-1441-7267-68A9-18B51752DDF7}"/>
                </a:ext>
              </a:extLst>
            </p:cNvPr>
            <p:cNvGrpSpPr/>
            <p:nvPr userDrawn="1"/>
          </p:nvGrpSpPr>
          <p:grpSpPr>
            <a:xfrm>
              <a:off x="8418100" y="374511"/>
              <a:ext cx="4540620" cy="2939495"/>
              <a:chOff x="8418100" y="533535"/>
              <a:chExt cx="4540620" cy="2939495"/>
            </a:xfrm>
          </p:grpSpPr>
          <p:pic>
            <p:nvPicPr>
              <p:cNvPr id="9" name="Picture 8">
                <a:extLst>
                  <a:ext uri="{FF2B5EF4-FFF2-40B4-BE49-F238E27FC236}">
                    <a16:creationId xmlns:a16="http://schemas.microsoft.com/office/drawing/2014/main" id="{AD60487C-9905-B4AC-FAB6-B277436DADB1}"/>
                  </a:ext>
                </a:extLst>
              </p:cNvPr>
              <p:cNvPicPr>
                <a:picLocks noChangeAspect="1"/>
              </p:cNvPicPr>
              <p:nvPr userDrawn="1"/>
            </p:nvPicPr>
            <p:blipFill rotWithShape="1">
              <a:blip r:embed="rId3"/>
              <a:srcRect r="56963"/>
              <a:stretch/>
            </p:blipFill>
            <p:spPr>
              <a:xfrm>
                <a:off x="9486369" y="1903513"/>
                <a:ext cx="1637359" cy="1569517"/>
              </a:xfrm>
              <a:prstGeom prst="rect">
                <a:avLst/>
              </a:prstGeom>
            </p:spPr>
          </p:pic>
          <p:grpSp>
            <p:nvGrpSpPr>
              <p:cNvPr id="11" name="Group 10">
                <a:extLst>
                  <a:ext uri="{FF2B5EF4-FFF2-40B4-BE49-F238E27FC236}">
                    <a16:creationId xmlns:a16="http://schemas.microsoft.com/office/drawing/2014/main" id="{5770A65D-C111-F7C2-4F34-F10D44CEC2DB}"/>
                  </a:ext>
                </a:extLst>
              </p:cNvPr>
              <p:cNvGrpSpPr/>
              <p:nvPr userDrawn="1"/>
            </p:nvGrpSpPr>
            <p:grpSpPr>
              <a:xfrm>
                <a:off x="8418100" y="533535"/>
                <a:ext cx="4540620" cy="1539248"/>
                <a:chOff x="8418100" y="533535"/>
                <a:chExt cx="4540620" cy="1539248"/>
              </a:xfrm>
            </p:grpSpPr>
            <p:pic>
              <p:nvPicPr>
                <p:cNvPr id="12" name="Picture 11">
                  <a:extLst>
                    <a:ext uri="{FF2B5EF4-FFF2-40B4-BE49-F238E27FC236}">
                      <a16:creationId xmlns:a16="http://schemas.microsoft.com/office/drawing/2014/main" id="{C2D0889F-CE5B-9479-B450-E9C019EF35F4}"/>
                    </a:ext>
                  </a:extLst>
                </p:cNvPr>
                <p:cNvPicPr>
                  <a:picLocks noChangeAspect="1"/>
                </p:cNvPicPr>
                <p:nvPr userDrawn="1"/>
              </p:nvPicPr>
              <p:blipFill rotWithShape="1">
                <a:blip r:embed="rId4"/>
                <a:srcRect l="42971" b="73521"/>
                <a:stretch/>
              </p:blipFill>
              <p:spPr>
                <a:xfrm>
                  <a:off x="8418100" y="641036"/>
                  <a:ext cx="1521120" cy="291360"/>
                </a:xfrm>
                <a:prstGeom prst="rect">
                  <a:avLst/>
                </a:prstGeom>
              </p:spPr>
            </p:pic>
            <p:sp>
              <p:nvSpPr>
                <p:cNvPr id="14" name="Title 1">
                  <a:extLst>
                    <a:ext uri="{FF2B5EF4-FFF2-40B4-BE49-F238E27FC236}">
                      <a16:creationId xmlns:a16="http://schemas.microsoft.com/office/drawing/2014/main" id="{3561782E-71D6-80EA-AF7F-7694B41E39CA}"/>
                    </a:ext>
                  </a:extLst>
                </p:cNvPr>
                <p:cNvSpPr txBox="1">
                  <a:spLocks/>
                </p:cNvSpPr>
                <p:nvPr userDrawn="1"/>
              </p:nvSpPr>
              <p:spPr bwMode="auto">
                <a:xfrm>
                  <a:off x="10142758" y="533535"/>
                  <a:ext cx="2815962" cy="153924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000" b="0" i="0">
                      <a:solidFill>
                        <a:schemeClr val="bg1"/>
                      </a:solidFill>
                      <a:latin typeface="+mj-lt"/>
                      <a:ea typeface="ＭＳ Ｐゴシック" charset="0"/>
                      <a:cs typeface="Arial"/>
                    </a:defRPr>
                  </a:lvl1pPr>
                  <a:lvl2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2pPr>
                  <a:lvl3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3pPr>
                  <a:lvl4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4pPr>
                  <a:lvl5pPr algn="l" rtl="0" eaLnBrk="1" fontAlgn="base" hangingPunct="1">
                    <a:spcBef>
                      <a:spcPct val="0"/>
                    </a:spcBef>
                    <a:spcAft>
                      <a:spcPct val="0"/>
                    </a:spcAft>
                    <a:defRPr sz="2800">
                      <a:solidFill>
                        <a:schemeClr val="tx1"/>
                      </a:solidFill>
                      <a:latin typeface="Helvetica Light" charset="0"/>
                      <a:ea typeface="ＭＳ Ｐゴシック" charset="0"/>
                      <a:cs typeface="Helvetica Light"/>
                    </a:defRPr>
                  </a:lvl5pPr>
                  <a:lvl6pPr marL="457200" algn="ctr" rtl="0" eaLnBrk="1" fontAlgn="base" hangingPunct="1">
                    <a:spcBef>
                      <a:spcPct val="0"/>
                    </a:spcBef>
                    <a:spcAft>
                      <a:spcPct val="0"/>
                    </a:spcAft>
                    <a:defRPr sz="2800">
                      <a:solidFill>
                        <a:srgbClr val="800000"/>
                      </a:solidFill>
                      <a:latin typeface="Arial" charset="0"/>
                    </a:defRPr>
                  </a:lvl6pPr>
                  <a:lvl7pPr marL="914400" algn="ctr" rtl="0" eaLnBrk="1" fontAlgn="base" hangingPunct="1">
                    <a:spcBef>
                      <a:spcPct val="0"/>
                    </a:spcBef>
                    <a:spcAft>
                      <a:spcPct val="0"/>
                    </a:spcAft>
                    <a:defRPr sz="2800">
                      <a:solidFill>
                        <a:srgbClr val="800000"/>
                      </a:solidFill>
                      <a:latin typeface="Arial" charset="0"/>
                    </a:defRPr>
                  </a:lvl7pPr>
                  <a:lvl8pPr marL="1371600" algn="ctr" rtl="0" eaLnBrk="1" fontAlgn="base" hangingPunct="1">
                    <a:spcBef>
                      <a:spcPct val="0"/>
                    </a:spcBef>
                    <a:spcAft>
                      <a:spcPct val="0"/>
                    </a:spcAft>
                    <a:defRPr sz="2800">
                      <a:solidFill>
                        <a:srgbClr val="800000"/>
                      </a:solidFill>
                      <a:latin typeface="Arial" charset="0"/>
                    </a:defRPr>
                  </a:lvl8pPr>
                  <a:lvl9pPr marL="1828800" algn="ctr" rtl="0" eaLnBrk="1" fontAlgn="base" hangingPunct="1">
                    <a:spcBef>
                      <a:spcPct val="0"/>
                    </a:spcBef>
                    <a:spcAft>
                      <a:spcPct val="0"/>
                    </a:spcAft>
                    <a:defRPr sz="2800">
                      <a:solidFill>
                        <a:srgbClr val="800000"/>
                      </a:solidFill>
                      <a:latin typeface="Arial" charset="0"/>
                    </a:defRPr>
                  </a:lvl9pPr>
                </a:lstStyle>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SAMPLE</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RETRIEVAL</a:t>
                  </a:r>
                </a:p>
                <a:p>
                  <a:pPr algn="l">
                    <a:lnSpc>
                      <a:spcPts val="1800"/>
                    </a:lnSpc>
                    <a:spcBef>
                      <a:spcPts val="0"/>
                    </a:spcBef>
                  </a:pPr>
                  <a:r>
                    <a:rPr lang="en-US" sz="2000" b="1" i="0" kern="0" spc="0" baseline="0">
                      <a:solidFill>
                        <a:schemeClr val="bg1"/>
                      </a:solidFill>
                      <a:latin typeface="Microgramma D Extended" pitchFamily="2" charset="77"/>
                      <a:ea typeface="Helvetica Neue" panose="02000503000000020004" pitchFamily="2" charset="0"/>
                      <a:cs typeface="Helvetica Neue" panose="02000503000000020004" pitchFamily="2" charset="0"/>
                    </a:rPr>
                    <a:t>LANDER</a:t>
                  </a:r>
                </a:p>
              </p:txBody>
            </p:sp>
          </p:grpSp>
        </p:grpSp>
      </p:grpSp>
      <p:sp>
        <p:nvSpPr>
          <p:cNvPr id="29" name="Title 1">
            <a:extLst>
              <a:ext uri="{FF2B5EF4-FFF2-40B4-BE49-F238E27FC236}">
                <a16:creationId xmlns:a16="http://schemas.microsoft.com/office/drawing/2014/main" id="{55D0F806-D6D9-48B8-12F3-32AF4C326D29}"/>
              </a:ext>
            </a:extLst>
          </p:cNvPr>
          <p:cNvSpPr>
            <a:spLocks noGrp="1"/>
          </p:cNvSpPr>
          <p:nvPr>
            <p:ph type="ctrTitle" hasCustomPrompt="1"/>
          </p:nvPr>
        </p:nvSpPr>
        <p:spPr>
          <a:xfrm>
            <a:off x="457358" y="1096745"/>
            <a:ext cx="7647479" cy="571007"/>
          </a:xfrm>
          <a:prstGeom prst="rect">
            <a:avLst/>
          </a:prstGeom>
          <a:ln>
            <a:noFill/>
          </a:ln>
        </p:spPr>
        <p:txBody>
          <a:bodyPr/>
          <a:lstStyle>
            <a:lvl1pPr marL="0" algn="l" defTabSz="914400" rtl="0" eaLnBrk="1" fontAlgn="base" latinLnBrk="0" hangingPunct="1">
              <a:spcBef>
                <a:spcPct val="0"/>
              </a:spcBef>
              <a:spcAft>
                <a:spcPct val="0"/>
              </a:spcAft>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stStyle>
          <a:p>
            <a:r>
              <a:rPr lang="en-US"/>
              <a:t>Section Title</a:t>
            </a:r>
          </a:p>
        </p:txBody>
      </p:sp>
      <p:sp>
        <p:nvSpPr>
          <p:cNvPr id="30" name="Text Placeholder 13">
            <a:extLst>
              <a:ext uri="{FF2B5EF4-FFF2-40B4-BE49-F238E27FC236}">
                <a16:creationId xmlns:a16="http://schemas.microsoft.com/office/drawing/2014/main" id="{871FAE5A-A807-8E49-1A75-0A7F489961D6}"/>
              </a:ext>
            </a:extLst>
          </p:cNvPr>
          <p:cNvSpPr>
            <a:spLocks noGrp="1"/>
          </p:cNvSpPr>
          <p:nvPr>
            <p:ph type="body" sz="quarter" idx="14" hasCustomPrompt="1"/>
          </p:nvPr>
        </p:nvSpPr>
        <p:spPr>
          <a:xfrm>
            <a:off x="705536" y="1713433"/>
            <a:ext cx="7128099" cy="484187"/>
          </a:xfrm>
          <a:prstGeom prst="rect">
            <a:avLst/>
          </a:prstGeom>
        </p:spPr>
        <p:txBody>
          <a:bodyPr/>
          <a:lstStyle>
            <a:lvl1pPr marL="0" indent="0">
              <a:buNone/>
              <a:defRPr lang="en-US" sz="2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1pPr>
            <a:lvl2pPr marL="4572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9144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371600" indent="0">
              <a:buNone/>
              <a:defRPr lang="en-US" sz="14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1828800" indent="0">
              <a:buNone/>
              <a:defRPr lang="en-US" sz="14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Section Subtitle</a:t>
            </a:r>
          </a:p>
        </p:txBody>
      </p:sp>
      <p:sp>
        <p:nvSpPr>
          <p:cNvPr id="10" name="Date Placeholder 9">
            <a:extLst>
              <a:ext uri="{FF2B5EF4-FFF2-40B4-BE49-F238E27FC236}">
                <a16:creationId xmlns:a16="http://schemas.microsoft.com/office/drawing/2014/main" id="{14582460-9F23-76B4-767F-430EEA944765}"/>
              </a:ext>
            </a:extLst>
          </p:cNvPr>
          <p:cNvSpPr>
            <a:spLocks noGrp="1"/>
          </p:cNvSpPr>
          <p:nvPr>
            <p:ph type="dt" sz="half" idx="15"/>
          </p:nvPr>
        </p:nvSpPr>
        <p:spPr/>
        <p:txBody>
          <a:bodyPr/>
          <a:lstStyle>
            <a:lvl1pPr>
              <a:defRPr>
                <a:solidFill>
                  <a:schemeClr val="bg1"/>
                </a:solidFill>
              </a:defRPr>
            </a:lvl1pPr>
          </a:lstStyle>
          <a:p>
            <a:r>
              <a:rPr lang="en-US"/>
              <a:t>07 MAR 2023</a:t>
            </a:r>
          </a:p>
        </p:txBody>
      </p:sp>
      <p:sp>
        <p:nvSpPr>
          <p:cNvPr id="13" name="Footer Placeholder 12">
            <a:extLst>
              <a:ext uri="{FF2B5EF4-FFF2-40B4-BE49-F238E27FC236}">
                <a16:creationId xmlns:a16="http://schemas.microsoft.com/office/drawing/2014/main" id="{4727E7EE-A68F-1014-EAD6-06A056F4B994}"/>
              </a:ext>
            </a:extLst>
          </p:cNvPr>
          <p:cNvSpPr>
            <a:spLocks noGrp="1"/>
          </p:cNvSpPr>
          <p:nvPr>
            <p:ph type="ftr" sz="quarter" idx="16"/>
          </p:nvPr>
        </p:nvSpPr>
        <p:spPr/>
        <p:txBody>
          <a:bodyPr/>
          <a:lstStyle>
            <a:lvl1pPr>
              <a:defRPr>
                <a:solidFill>
                  <a:schemeClr val="bg1"/>
                </a:solidFill>
              </a:defRPr>
            </a:lvl1pPr>
          </a:lstStyle>
          <a:p>
            <a:r>
              <a:rPr lang="en-US"/>
              <a:t>The technical data in this document is controlled under the U.S. Export Regulations; release to foreign persons may require an export authorization.</a:t>
            </a:r>
          </a:p>
        </p:txBody>
      </p:sp>
      <p:sp>
        <p:nvSpPr>
          <p:cNvPr id="15" name="Slide Number Placeholder 14">
            <a:extLst>
              <a:ext uri="{FF2B5EF4-FFF2-40B4-BE49-F238E27FC236}">
                <a16:creationId xmlns:a16="http://schemas.microsoft.com/office/drawing/2014/main" id="{AD78B655-1B54-C5FF-433D-5D369FB12451}"/>
              </a:ext>
            </a:extLst>
          </p:cNvPr>
          <p:cNvSpPr>
            <a:spLocks noGrp="1"/>
          </p:cNvSpPr>
          <p:nvPr>
            <p:ph type="sldNum" sz="quarter" idx="17"/>
          </p:nvPr>
        </p:nvSpPr>
        <p:spPr/>
        <p:txBody>
          <a:bodyPr/>
          <a:lstStyle>
            <a:lvl1pPr>
              <a:defRPr>
                <a:solidFill>
                  <a:schemeClr val="bg1"/>
                </a:solidFill>
              </a:defRPr>
            </a:lvl1pPr>
          </a:lstStyle>
          <a:p>
            <a:fld id="{2D04F4CF-F641-6E4E-8F87-8EB8AA2BFA51}" type="slidenum">
              <a:rPr lang="en-US" smtClean="0"/>
              <a:pPr/>
              <a:t>‹#›</a:t>
            </a:fld>
            <a:endParaRPr lang="en-US"/>
          </a:p>
        </p:txBody>
      </p:sp>
      <p:sp>
        <p:nvSpPr>
          <p:cNvPr id="3" name="Text Placeholder 30">
            <a:extLst>
              <a:ext uri="{FF2B5EF4-FFF2-40B4-BE49-F238E27FC236}">
                <a16:creationId xmlns:a16="http://schemas.microsoft.com/office/drawing/2014/main" id="{3DA4D3B1-DB85-7385-CCCC-00C9FC157359}"/>
              </a:ext>
            </a:extLst>
          </p:cNvPr>
          <p:cNvSpPr>
            <a:spLocks noGrp="1"/>
          </p:cNvSpPr>
          <p:nvPr>
            <p:ph type="body" sz="quarter" idx="18" hasCustomPrompt="1"/>
          </p:nvPr>
        </p:nvSpPr>
        <p:spPr>
          <a:xfrm>
            <a:off x="8961438" y="4249639"/>
            <a:ext cx="2659062" cy="1568450"/>
          </a:xfrm>
          <a:prstGeom prst="rect">
            <a:avLst/>
          </a:prstGeom>
        </p:spPr>
        <p:txBody>
          <a:bodyPr anchor="ctr"/>
          <a:lstStyle>
            <a:lvl1pPr marL="0" indent="0" algn="ctr">
              <a:buNone/>
              <a:defRPr>
                <a:solidFill>
                  <a:schemeClr val="bg1"/>
                </a:solidFill>
                <a:latin typeface="Helvetica Neue Light" panose="02000403000000020004"/>
              </a:defRPr>
            </a:lvl1pPr>
            <a:lvl2pPr marL="457200" indent="0">
              <a:buNone/>
              <a:defRPr>
                <a:solidFill>
                  <a:schemeClr val="bg1"/>
                </a:solidFill>
                <a:latin typeface="Helvetica Neue Light" panose="02000403000000020004"/>
              </a:defRPr>
            </a:lvl2pPr>
            <a:lvl3pPr marL="914400" indent="0">
              <a:buNone/>
              <a:defRPr>
                <a:solidFill>
                  <a:schemeClr val="bg1"/>
                </a:solidFill>
                <a:latin typeface="Helvetica Neue Light" panose="02000403000000020004"/>
              </a:defRPr>
            </a:lvl3pPr>
            <a:lvl4pPr marL="1371600" indent="0">
              <a:buNone/>
              <a:defRPr>
                <a:solidFill>
                  <a:schemeClr val="bg1"/>
                </a:solidFill>
                <a:latin typeface="Helvetica Neue Light" panose="02000403000000020004"/>
              </a:defRPr>
            </a:lvl4pPr>
            <a:lvl5pPr marL="1828800" indent="0">
              <a:buNone/>
              <a:defRPr>
                <a:solidFill>
                  <a:schemeClr val="bg1"/>
                </a:solidFill>
                <a:latin typeface="Helvetica Neue Light" panose="02000403000000020004"/>
              </a:defRPr>
            </a:lvl5pPr>
          </a:lstStyle>
          <a:p>
            <a:pPr lvl="0"/>
            <a:r>
              <a:rPr lang="en-US"/>
              <a:t>Org/Subsystem</a:t>
            </a:r>
          </a:p>
        </p:txBody>
      </p:sp>
    </p:spTree>
    <p:extLst>
      <p:ext uri="{BB962C8B-B14F-4D97-AF65-F5344CB8AC3E}">
        <p14:creationId xmlns:p14="http://schemas.microsoft.com/office/powerpoint/2010/main" val="29764611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Content_White">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EC16571D-E859-6E81-4544-D50739D3CF43}"/>
              </a:ext>
            </a:extLst>
          </p:cNvPr>
          <p:cNvSpPr>
            <a:spLocks noGrp="1"/>
          </p:cNvSpPr>
          <p:nvPr>
            <p:ph type="body" sz="quarter" idx="17"/>
          </p:nvPr>
        </p:nvSpPr>
        <p:spPr>
          <a:xfrm>
            <a:off x="276224" y="1188630"/>
            <a:ext cx="11619213" cy="5253445"/>
          </a:xfrm>
          <a:prstGeom prst="rect">
            <a:avLst/>
          </a:prstGeom>
        </p:spPr>
        <p:txBody>
          <a:bodyPr>
            <a:normAutofit/>
          </a:bodyPr>
          <a:lstStyle>
            <a:lvl1pPr>
              <a:defRPr sz="2000" b="0" i="0">
                <a:solidFill>
                  <a:schemeClr val="tx1"/>
                </a:solidFill>
                <a:latin typeface="+mn-lt"/>
                <a:ea typeface="Helvetica Neue Thin" panose="020B0403020202020204" pitchFamily="34" charset="0"/>
              </a:defRPr>
            </a:lvl1pPr>
            <a:lvl2pPr>
              <a:defRPr sz="1800" b="0" i="0">
                <a:solidFill>
                  <a:schemeClr val="tx1"/>
                </a:solidFill>
                <a:latin typeface="+mn-lt"/>
                <a:ea typeface="Helvetica Neue Thin" panose="020B0403020202020204" pitchFamily="34" charset="0"/>
              </a:defRPr>
            </a:lvl2pPr>
            <a:lvl3pPr>
              <a:defRPr sz="1600" b="0" i="0">
                <a:solidFill>
                  <a:schemeClr val="tx1"/>
                </a:solidFill>
                <a:latin typeface="+mn-lt"/>
                <a:ea typeface="Helvetica Neue Thin" panose="020B0403020202020204" pitchFamily="34" charset="0"/>
              </a:defRPr>
            </a:lvl3pPr>
            <a:lvl4pPr>
              <a:defRPr sz="1400" b="0" i="0">
                <a:solidFill>
                  <a:schemeClr val="tx1"/>
                </a:solidFill>
                <a:latin typeface="+mn-lt"/>
                <a:ea typeface="Helvetica Neue Thin" panose="020B0403020202020204" pitchFamily="34" charset="0"/>
              </a:defRPr>
            </a:lvl4pPr>
            <a:lvl5pPr>
              <a:defRPr sz="1400" b="0" i="0">
                <a:solidFill>
                  <a:schemeClr val="tx1"/>
                </a:solidFill>
                <a:latin typeface="+mn-lt"/>
                <a:ea typeface="Helvetica Neue Thin" panose="020B0403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a:extLst>
              <a:ext uri="{FF2B5EF4-FFF2-40B4-BE49-F238E27FC236}">
                <a16:creationId xmlns:a16="http://schemas.microsoft.com/office/drawing/2014/main" id="{234196D0-81BD-BBAF-F907-AE35B133A976}"/>
              </a:ext>
            </a:extLst>
          </p:cNvPr>
          <p:cNvSpPr/>
          <p:nvPr userDrawn="1"/>
        </p:nvSpPr>
        <p:spPr>
          <a:xfrm rot="10800000">
            <a:off x="0" y="708348"/>
            <a:ext cx="12192000" cy="54854"/>
          </a:xfrm>
          <a:prstGeom prst="rect">
            <a:avLst/>
          </a:prstGeom>
          <a:gradFill>
            <a:gsLst>
              <a:gs pos="0">
                <a:srgbClr val="D10100"/>
              </a:gs>
              <a:gs pos="100000">
                <a:srgbClr val="053147"/>
              </a:gs>
            </a:gsLst>
            <a:lin ang="13500000"/>
          </a:gradFill>
          <a:ln w="12700">
            <a:miter lim="400000"/>
          </a:ln>
        </p:spPr>
        <p:txBody>
          <a:bodyPr lIns="60960" tIns="60960" rIns="60960" bIns="60960" anchor="ctr"/>
          <a:lstStyle/>
          <a:p>
            <a:pPr defTabSz="609585">
              <a:defRPr sz="4900" spc="0">
                <a:solidFill>
                  <a:srgbClr val="FFFFFF"/>
                </a:solidFill>
                <a:latin typeface="Inter Regular"/>
                <a:ea typeface="Inter Regular"/>
                <a:cs typeface="Inter Regular"/>
                <a:sym typeface="Inter Regular"/>
              </a:defRPr>
            </a:pPr>
            <a:endParaRPr sz="2451" b="0" i="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DBAE480F-46B2-0868-D262-A94070222F01}"/>
              </a:ext>
            </a:extLst>
          </p:cNvPr>
          <p:cNvSpPr>
            <a:spLocks noGrp="1"/>
          </p:cNvSpPr>
          <p:nvPr>
            <p:ph type="dt" sz="half" idx="18"/>
          </p:nvPr>
        </p:nvSpPr>
        <p:spPr/>
        <p:txBody>
          <a:bodyPr/>
          <a:lstStyle>
            <a:lvl1pPr>
              <a:defRPr>
                <a:solidFill>
                  <a:schemeClr val="accent2"/>
                </a:solidFill>
              </a:defRPr>
            </a:lvl1pPr>
          </a:lstStyle>
          <a:p>
            <a:r>
              <a:rPr lang="en-US"/>
              <a:t>MM/DD/YYYY</a:t>
            </a:r>
          </a:p>
        </p:txBody>
      </p:sp>
      <p:sp>
        <p:nvSpPr>
          <p:cNvPr id="4" name="Footer Placeholder 3">
            <a:extLst>
              <a:ext uri="{FF2B5EF4-FFF2-40B4-BE49-F238E27FC236}">
                <a16:creationId xmlns:a16="http://schemas.microsoft.com/office/drawing/2014/main" id="{707FD23D-174A-9A41-4E5E-77B09AA05BD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 Controlled Unclassified Information (CUI); Sensitive But Unclassified Information (SBU); or For Official Use Only (FOUO)</a:t>
            </a:r>
          </a:p>
        </p:txBody>
      </p:sp>
      <p:sp>
        <p:nvSpPr>
          <p:cNvPr id="9" name="Slide Number Placeholder 8">
            <a:extLst>
              <a:ext uri="{FF2B5EF4-FFF2-40B4-BE49-F238E27FC236}">
                <a16:creationId xmlns:a16="http://schemas.microsoft.com/office/drawing/2014/main" id="{DC2BCD1C-4A16-74E3-EC14-52F384D7695D}"/>
              </a:ext>
            </a:extLst>
          </p:cNvPr>
          <p:cNvSpPr>
            <a:spLocks noGrp="1"/>
          </p:cNvSpPr>
          <p:nvPr>
            <p:ph type="sldNum" sz="quarter" idx="20"/>
          </p:nvPr>
        </p:nvSpPr>
        <p:spPr/>
        <p:txBody>
          <a:bodyPr/>
          <a:lstStyle>
            <a:lvl1pPr>
              <a:defRPr>
                <a:solidFill>
                  <a:schemeClr val="accent2"/>
                </a:solidFill>
              </a:defRPr>
            </a:lvl1pPr>
          </a:lstStyle>
          <a:p>
            <a:fld id="{2D04F4CF-F641-6E4E-8F87-8EB8AA2BFA51}" type="slidenum">
              <a:rPr lang="en-US" smtClean="0"/>
              <a:pPr/>
              <a:t>‹#›</a:t>
            </a:fld>
            <a:endParaRPr lang="en-US"/>
          </a:p>
        </p:txBody>
      </p:sp>
      <p:sp>
        <p:nvSpPr>
          <p:cNvPr id="28" name="Text Placeholder 9">
            <a:extLst>
              <a:ext uri="{FF2B5EF4-FFF2-40B4-BE49-F238E27FC236}">
                <a16:creationId xmlns:a16="http://schemas.microsoft.com/office/drawing/2014/main" id="{165C735C-4A46-7A56-2667-97DBF5931BF8}"/>
              </a:ext>
            </a:extLst>
          </p:cNvPr>
          <p:cNvSpPr>
            <a:spLocks noGrp="1"/>
          </p:cNvSpPr>
          <p:nvPr>
            <p:ph type="body" sz="quarter" idx="16" hasCustomPrompt="1"/>
          </p:nvPr>
        </p:nvSpPr>
        <p:spPr>
          <a:xfrm>
            <a:off x="276224" y="126733"/>
            <a:ext cx="10075533" cy="552594"/>
          </a:xfrm>
          <a:prstGeom prst="rect">
            <a:avLst/>
          </a:prstGeom>
        </p:spPr>
        <p:txBody>
          <a:bodyPr anchor="ctr">
            <a:normAutofit/>
          </a:bodyPr>
          <a:lstStyle>
            <a:lvl1pPr marL="0" indent="0" algn="l" defTabSz="914400" rtl="0" eaLnBrk="1" fontAlgn="base" latinLnBrk="0" hangingPunct="1">
              <a:lnSpc>
                <a:spcPct val="90000"/>
              </a:lnSpc>
              <a:spcBef>
                <a:spcPct val="0"/>
              </a:spcBef>
              <a:spcAft>
                <a:spcPct val="0"/>
              </a:spcAft>
              <a:buNone/>
              <a:defRPr lang="en-US" sz="2800" b="1" i="0" kern="1200" dirty="0">
                <a:solidFill>
                  <a:schemeClr val="tx1"/>
                </a:solidFill>
                <a:latin typeface="+mj-lt"/>
                <a:ea typeface="Helvetica Neue" panose="02000503000000020004" pitchFamily="2" charset="0"/>
                <a:cs typeface="Helvetica Neue" panose="02000503000000020004" pitchFamily="2" charset="0"/>
              </a:defRPr>
            </a:lvl1pPr>
            <a:lvl2pPr marL="0" indent="0" algn="l" defTabSz="914400" rtl="0" eaLnBrk="1" fontAlgn="base" latinLnBrk="0" hangingPunct="1">
              <a:lnSpc>
                <a:spcPct val="90000"/>
              </a:lnSpc>
              <a:spcBef>
                <a:spcPct val="0"/>
              </a:spcBef>
              <a:spcAft>
                <a:spcPct val="0"/>
              </a:spcAft>
              <a:buNone/>
              <a:defRPr lang="en-US" sz="40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0" indent="0" algn="l" defTabSz="914400" rtl="0" eaLnBrk="1" fontAlgn="base" latinLnBrk="0" hangingPunct="1">
              <a:lnSpc>
                <a:spcPct val="90000"/>
              </a:lnSpc>
              <a:spcBef>
                <a:spcPct val="0"/>
              </a:spcBef>
              <a:spcAft>
                <a:spcPct val="0"/>
              </a:spcAft>
              <a:buNone/>
              <a:defRPr lang="en-US" sz="40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0" indent="0" algn="l" defTabSz="914400" rtl="0" eaLnBrk="1" fontAlgn="base" latinLnBrk="0" hangingPunct="1">
              <a:lnSpc>
                <a:spcPct val="90000"/>
              </a:lnSpc>
              <a:spcBef>
                <a:spcPct val="0"/>
              </a:spcBef>
              <a:spcAft>
                <a:spcPct val="0"/>
              </a:spcAft>
              <a:buNone/>
              <a:defRPr lang="en-US" sz="40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0" indent="0" algn="l" defTabSz="914400" rtl="0" eaLnBrk="1" fontAlgn="base" latinLnBrk="0" hangingPunct="1">
              <a:lnSpc>
                <a:spcPct val="90000"/>
              </a:lnSpc>
              <a:spcBef>
                <a:spcPct val="0"/>
              </a:spcBef>
              <a:spcAft>
                <a:spcPct val="0"/>
              </a:spcAft>
              <a:buNone/>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lvl="0"/>
            <a:r>
              <a:rPr lang="en-US"/>
              <a:t>Click to add title</a:t>
            </a:r>
          </a:p>
        </p:txBody>
      </p:sp>
      <p:sp>
        <p:nvSpPr>
          <p:cNvPr id="29" name="Text Placeholder 9">
            <a:extLst>
              <a:ext uri="{FF2B5EF4-FFF2-40B4-BE49-F238E27FC236}">
                <a16:creationId xmlns:a16="http://schemas.microsoft.com/office/drawing/2014/main" id="{D62196DD-E7F4-D938-0F63-D96C85E40B45}"/>
              </a:ext>
            </a:extLst>
          </p:cNvPr>
          <p:cNvSpPr>
            <a:spLocks noGrp="1"/>
          </p:cNvSpPr>
          <p:nvPr>
            <p:ph type="body" sz="quarter" idx="21" hasCustomPrompt="1"/>
          </p:nvPr>
        </p:nvSpPr>
        <p:spPr>
          <a:xfrm>
            <a:off x="276224" y="792223"/>
            <a:ext cx="10075533" cy="257265"/>
          </a:xfrm>
          <a:prstGeom prst="rect">
            <a:avLst/>
          </a:prstGeom>
        </p:spPr>
        <p:txBody>
          <a:bodyPr anchor="ctr">
            <a:normAutofit/>
          </a:bodyPr>
          <a:lstStyle>
            <a:lvl1pPr marL="0" indent="0" algn="l" defTabSz="914400" rtl="0" eaLnBrk="1" fontAlgn="base" latinLnBrk="0" hangingPunct="1">
              <a:lnSpc>
                <a:spcPct val="90000"/>
              </a:lnSpc>
              <a:spcBef>
                <a:spcPct val="0"/>
              </a:spcBef>
              <a:spcAft>
                <a:spcPct val="0"/>
              </a:spcAft>
              <a:buNone/>
              <a:defRPr lang="en-US" sz="1200" b="0" i="0" kern="1200" dirty="0">
                <a:solidFill>
                  <a:schemeClr val="accent2"/>
                </a:solidFill>
                <a:latin typeface="+mj-lt"/>
                <a:ea typeface="Helvetica Neue" panose="02000503000000020004" pitchFamily="2" charset="0"/>
                <a:cs typeface="Helvetica Neue" panose="02000503000000020004" pitchFamily="2" charset="0"/>
              </a:defRPr>
            </a:lvl1pPr>
            <a:lvl2pPr marL="0" indent="0" algn="l" defTabSz="914400" rtl="0" eaLnBrk="1" fontAlgn="base" latinLnBrk="0" hangingPunct="1">
              <a:lnSpc>
                <a:spcPct val="90000"/>
              </a:lnSpc>
              <a:spcBef>
                <a:spcPct val="0"/>
              </a:spcBef>
              <a:spcAft>
                <a:spcPct val="0"/>
              </a:spcAft>
              <a:buNone/>
              <a:defRPr lang="en-US" sz="40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2pPr>
            <a:lvl3pPr marL="0" indent="0" algn="l" defTabSz="914400" rtl="0" eaLnBrk="1" fontAlgn="base" latinLnBrk="0" hangingPunct="1">
              <a:lnSpc>
                <a:spcPct val="90000"/>
              </a:lnSpc>
              <a:spcBef>
                <a:spcPct val="0"/>
              </a:spcBef>
              <a:spcAft>
                <a:spcPct val="0"/>
              </a:spcAft>
              <a:buNone/>
              <a:defRPr lang="en-US" sz="40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0" indent="0" algn="l" defTabSz="914400" rtl="0" eaLnBrk="1" fontAlgn="base" latinLnBrk="0" hangingPunct="1">
              <a:lnSpc>
                <a:spcPct val="90000"/>
              </a:lnSpc>
              <a:spcBef>
                <a:spcPct val="0"/>
              </a:spcBef>
              <a:spcAft>
                <a:spcPct val="0"/>
              </a:spcAft>
              <a:buNone/>
              <a:defRPr lang="en-US" sz="4000" b="0" i="0" kern="0" dirty="0" smtClean="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0" indent="0" algn="l" defTabSz="914400" rtl="0" eaLnBrk="1" fontAlgn="base" latinLnBrk="0" hangingPunct="1">
              <a:lnSpc>
                <a:spcPct val="90000"/>
              </a:lnSpc>
              <a:spcBef>
                <a:spcPct val="0"/>
              </a:spcBef>
              <a:spcAft>
                <a:spcPct val="0"/>
              </a:spcAft>
              <a:buNone/>
              <a:defRPr lang="en-US" sz="4000" b="0" i="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grpSp>
        <p:nvGrpSpPr>
          <p:cNvPr id="6" name="Group 5">
            <a:extLst>
              <a:ext uri="{FF2B5EF4-FFF2-40B4-BE49-F238E27FC236}">
                <a16:creationId xmlns:a16="http://schemas.microsoft.com/office/drawing/2014/main" id="{26142170-513C-0C0E-5D4E-F71BD133828A}"/>
              </a:ext>
            </a:extLst>
          </p:cNvPr>
          <p:cNvGrpSpPr/>
          <p:nvPr userDrawn="1"/>
        </p:nvGrpSpPr>
        <p:grpSpPr>
          <a:xfrm>
            <a:off x="10410750" y="40768"/>
            <a:ext cx="1783389" cy="691736"/>
            <a:chOff x="10410750" y="40768"/>
            <a:chExt cx="1783389" cy="691736"/>
          </a:xfrm>
        </p:grpSpPr>
        <p:grpSp>
          <p:nvGrpSpPr>
            <p:cNvPr id="34" name="Group 33">
              <a:extLst>
                <a:ext uri="{FF2B5EF4-FFF2-40B4-BE49-F238E27FC236}">
                  <a16:creationId xmlns:a16="http://schemas.microsoft.com/office/drawing/2014/main" id="{AFAB2B2A-A8E1-2350-C5D1-15BA3320D67B}"/>
                </a:ext>
              </a:extLst>
            </p:cNvPr>
            <p:cNvGrpSpPr/>
            <p:nvPr userDrawn="1"/>
          </p:nvGrpSpPr>
          <p:grpSpPr>
            <a:xfrm>
              <a:off x="10410750" y="40768"/>
              <a:ext cx="1783389" cy="608292"/>
              <a:chOff x="10410750" y="40768"/>
              <a:chExt cx="1783389" cy="608292"/>
            </a:xfrm>
          </p:grpSpPr>
          <p:pic>
            <p:nvPicPr>
              <p:cNvPr id="33" name="Picture 32">
                <a:extLst>
                  <a:ext uri="{FF2B5EF4-FFF2-40B4-BE49-F238E27FC236}">
                    <a16:creationId xmlns:a16="http://schemas.microsoft.com/office/drawing/2014/main" id="{921280F9-C3B7-7919-394C-14D349AF290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0410750" y="40768"/>
                <a:ext cx="1080138" cy="552594"/>
              </a:xfrm>
              <a:prstGeom prst="rect">
                <a:avLst/>
              </a:prstGeom>
            </p:spPr>
          </p:pic>
          <p:pic>
            <p:nvPicPr>
              <p:cNvPr id="31" name="Picture 30">
                <a:extLst>
                  <a:ext uri="{FF2B5EF4-FFF2-40B4-BE49-F238E27FC236}">
                    <a16:creationId xmlns:a16="http://schemas.microsoft.com/office/drawing/2014/main" id="{64773420-A6C7-9786-C52A-E9D72F457D5F}"/>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11466259" y="70818"/>
                <a:ext cx="727880" cy="578242"/>
              </a:xfrm>
              <a:prstGeom prst="rect">
                <a:avLst/>
              </a:prstGeom>
            </p:spPr>
          </p:pic>
        </p:grpSp>
        <p:sp>
          <p:nvSpPr>
            <p:cNvPr id="2" name="TextBox 1">
              <a:extLst>
                <a:ext uri="{FF2B5EF4-FFF2-40B4-BE49-F238E27FC236}">
                  <a16:creationId xmlns:a16="http://schemas.microsoft.com/office/drawing/2014/main" id="{F2935010-C4AE-D6BA-4465-7B19D5BFAC83}"/>
                </a:ext>
              </a:extLst>
            </p:cNvPr>
            <p:cNvSpPr txBox="1"/>
            <p:nvPr userDrawn="1"/>
          </p:nvSpPr>
          <p:spPr>
            <a:xfrm>
              <a:off x="10410750" y="585124"/>
              <a:ext cx="1170584" cy="147380"/>
            </a:xfrm>
            <a:prstGeom prst="rect">
              <a:avLst/>
            </a:prstGeom>
          </p:spPr>
          <p:txBody>
            <a:bodyPr wrap="square" rtlCol="0" anchor="ctr">
              <a:normAutofit fontScale="92500" lnSpcReduction="10000"/>
            </a:bodyPr>
            <a:lstStyle/>
            <a:p>
              <a:pPr algn="r">
                <a:lnSpc>
                  <a:spcPct val="65000"/>
                </a:lnSpc>
              </a:pPr>
              <a:r>
                <a:rPr lang="en-US" sz="650" b="1" i="0" cap="all" baseline="0">
                  <a:solidFill>
                    <a:schemeClr val="tx1"/>
                  </a:solidFill>
                  <a:latin typeface="Arial" panose="020B0604020202020204" pitchFamily="34" charset="0"/>
                  <a:cs typeface="Arial" panose="020B0604020202020204" pitchFamily="34" charset="0"/>
                </a:rPr>
                <a:t>LANDER MECHANICAL</a:t>
              </a:r>
            </a:p>
          </p:txBody>
        </p:sp>
      </p:grpSp>
    </p:spTree>
    <p:extLst>
      <p:ext uri="{BB962C8B-B14F-4D97-AF65-F5344CB8AC3E}">
        <p14:creationId xmlns:p14="http://schemas.microsoft.com/office/powerpoint/2010/main" val="3267408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theme" Target="../theme/theme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0D35CE0-BE9E-04E2-2621-F00930C32596}"/>
              </a:ext>
            </a:extLst>
          </p:cNvPr>
          <p:cNvSpPr>
            <a:spLocks noGrp="1"/>
          </p:cNvSpPr>
          <p:nvPr>
            <p:ph type="dt" sz="half" idx="2"/>
          </p:nvPr>
        </p:nvSpPr>
        <p:spPr>
          <a:xfrm>
            <a:off x="352612" y="6492875"/>
            <a:ext cx="1710884" cy="365125"/>
          </a:xfrm>
          <a:prstGeom prst="rect">
            <a:avLst/>
          </a:prstGeom>
        </p:spPr>
        <p:txBody>
          <a:bodyPr vert="horz" lIns="91440" tIns="45720" rIns="0" bIns="45720" rtlCol="0" anchor="ctr"/>
          <a:lstStyle>
            <a:lvl1pPr algn="l">
              <a:defRPr sz="800" b="0" i="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DD MMM YYYY</a:t>
            </a:r>
          </a:p>
        </p:txBody>
      </p:sp>
      <p:sp>
        <p:nvSpPr>
          <p:cNvPr id="7" name="Slide Number Placeholder 5">
            <a:extLst>
              <a:ext uri="{FF2B5EF4-FFF2-40B4-BE49-F238E27FC236}">
                <a16:creationId xmlns:a16="http://schemas.microsoft.com/office/drawing/2014/main" id="{C65E2747-DA59-7796-1E3F-3EC6A115C85F}"/>
              </a:ext>
            </a:extLst>
          </p:cNvPr>
          <p:cNvSpPr>
            <a:spLocks noGrp="1"/>
          </p:cNvSpPr>
          <p:nvPr>
            <p:ph type="sldNum" sz="quarter" idx="4"/>
          </p:nvPr>
        </p:nvSpPr>
        <p:spPr>
          <a:xfrm>
            <a:off x="10739671" y="6492875"/>
            <a:ext cx="667082" cy="365125"/>
          </a:xfrm>
          <a:prstGeom prst="rect">
            <a:avLst/>
          </a:prstGeom>
        </p:spPr>
        <p:txBody>
          <a:bodyPr vert="horz" lIns="91440" tIns="45720" rIns="91440" bIns="45720" rtlCol="0" anchor="ctr"/>
          <a:lstStyle>
            <a:lvl1pPr algn="r">
              <a:defRPr lang="en-US" sz="800" b="0" i="0" smtClean="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D04F4CF-F641-6E4E-8F87-8EB8AA2BFA51}" type="slidenum">
              <a:rPr lang="en-US" smtClean="0"/>
              <a:pPr/>
              <a:t>‹#›</a:t>
            </a:fld>
            <a:endParaRPr lang="en-US"/>
          </a:p>
        </p:txBody>
      </p:sp>
      <p:sp>
        <p:nvSpPr>
          <p:cNvPr id="4" name="Footer Placeholder 4">
            <a:extLst>
              <a:ext uri="{FF2B5EF4-FFF2-40B4-BE49-F238E27FC236}">
                <a16:creationId xmlns:a16="http://schemas.microsoft.com/office/drawing/2014/main" id="{7E51E61B-E6F8-0827-169D-DB44CB6C8AEC}"/>
              </a:ext>
            </a:extLst>
          </p:cNvPr>
          <p:cNvSpPr>
            <a:spLocks noGrp="1"/>
          </p:cNvSpPr>
          <p:nvPr>
            <p:ph type="ftr" sz="quarter" idx="3"/>
          </p:nvPr>
        </p:nvSpPr>
        <p:spPr>
          <a:xfrm>
            <a:off x="2063496" y="6656832"/>
            <a:ext cx="8065008" cy="201168"/>
          </a:xfrm>
          <a:prstGeom prst="rect">
            <a:avLst/>
          </a:prstGeom>
        </p:spPr>
        <p:txBody>
          <a:bodyPr vert="horz" lIns="91440" tIns="45720" rIns="91440" bIns="45720" rtlCol="0" anchor="ctr"/>
          <a:lstStyle>
            <a:lvl1pPr algn="ctr">
              <a:defRPr sz="700" b="0" i="0">
                <a:solidFill>
                  <a:schemeClr val="tx1">
                    <a:tint val="75000"/>
                  </a:schemeClr>
                </a:solidFill>
                <a:latin typeface="+mn-lt"/>
                <a:cs typeface="Arial Narrow" panose="020B0604020202020204" pitchFamily="34" charset="0"/>
              </a:defRPr>
            </a:lvl1pPr>
          </a:lstStyle>
          <a:p>
            <a:r>
              <a:rPr lang="en-US"/>
              <a:t>The technical data in this document is controlled under the U.S. Export Regulations; release to foreign persons may require an export authorization.</a:t>
            </a:r>
          </a:p>
        </p:txBody>
      </p:sp>
      <p:sp>
        <p:nvSpPr>
          <p:cNvPr id="3" name="Slide Number Placeholder 5">
            <a:extLst>
              <a:ext uri="{FF2B5EF4-FFF2-40B4-BE49-F238E27FC236}">
                <a16:creationId xmlns:a16="http://schemas.microsoft.com/office/drawing/2014/main" id="{15AD9272-33AD-F9DB-D4A8-21EDA489DA60}"/>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accent2"/>
              </a:solidFill>
            </a:endParaRPr>
          </a:p>
        </p:txBody>
      </p:sp>
    </p:spTree>
    <p:extLst>
      <p:ext uri="{BB962C8B-B14F-4D97-AF65-F5344CB8AC3E}">
        <p14:creationId xmlns:p14="http://schemas.microsoft.com/office/powerpoint/2010/main" val="2573737425"/>
      </p:ext>
    </p:extLst>
  </p:cSld>
  <p:clrMap bg1="lt1" tx1="dk1" bg2="lt2" tx2="dk2" accent1="accent1" accent2="accent2" accent3="accent3" accent4="accent4" accent5="accent5" accent6="accent6" hlink="hlink" folHlink="folHlink"/>
  <p:sldLayoutIdLst>
    <p:sldLayoutId id="2147483781" r:id="rId1"/>
    <p:sldLayoutId id="2147483791" r:id="rId2"/>
    <p:sldLayoutId id="2147483783" r:id="rId3"/>
    <p:sldLayoutId id="2147483785" r:id="rId4"/>
    <p:sldLayoutId id="2147483787" r:id="rId5"/>
    <p:sldLayoutId id="2147483789" r:id="rId6"/>
    <p:sldLayoutId id="2147483782" r:id="rId7"/>
    <p:sldLayoutId id="2147483775" r:id="rId8"/>
    <p:sldLayoutId id="2147483784" r:id="rId9"/>
    <p:sldLayoutId id="2147483786" r:id="rId10"/>
    <p:sldLayoutId id="2147483788" r:id="rId11"/>
    <p:sldLayoutId id="2147483790" r:id="rId12"/>
    <p:sldLayoutId id="2147483778" r:id="rId13"/>
    <p:sldLayoutId id="2147483779"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0D35CE0-BE9E-04E2-2621-F00930C32596}"/>
              </a:ext>
            </a:extLst>
          </p:cNvPr>
          <p:cNvSpPr>
            <a:spLocks noGrp="1"/>
          </p:cNvSpPr>
          <p:nvPr>
            <p:ph type="dt" sz="half" idx="2"/>
          </p:nvPr>
        </p:nvSpPr>
        <p:spPr>
          <a:xfrm>
            <a:off x="352612" y="6492875"/>
            <a:ext cx="1710884" cy="365125"/>
          </a:xfrm>
          <a:prstGeom prst="rect">
            <a:avLst/>
          </a:prstGeom>
        </p:spPr>
        <p:txBody>
          <a:bodyPr vert="horz" lIns="91440" tIns="45720" rIns="0" bIns="45720" rtlCol="0" anchor="ctr"/>
          <a:lstStyle>
            <a:lvl1pPr algn="l">
              <a:defRPr sz="800" b="0" i="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24 May 2023</a:t>
            </a:r>
          </a:p>
        </p:txBody>
      </p:sp>
      <p:sp>
        <p:nvSpPr>
          <p:cNvPr id="7" name="Slide Number Placeholder 5">
            <a:extLst>
              <a:ext uri="{FF2B5EF4-FFF2-40B4-BE49-F238E27FC236}">
                <a16:creationId xmlns:a16="http://schemas.microsoft.com/office/drawing/2014/main" id="{C65E2747-DA59-7796-1E3F-3EC6A115C85F}"/>
              </a:ext>
            </a:extLst>
          </p:cNvPr>
          <p:cNvSpPr>
            <a:spLocks noGrp="1"/>
          </p:cNvSpPr>
          <p:nvPr>
            <p:ph type="sldNum" sz="quarter" idx="4"/>
          </p:nvPr>
        </p:nvSpPr>
        <p:spPr>
          <a:xfrm>
            <a:off x="10739671" y="6492875"/>
            <a:ext cx="667082" cy="365125"/>
          </a:xfrm>
          <a:prstGeom prst="rect">
            <a:avLst/>
          </a:prstGeom>
        </p:spPr>
        <p:txBody>
          <a:bodyPr vert="horz" lIns="91440" tIns="45720" rIns="91440" bIns="45720" rtlCol="0" anchor="ctr"/>
          <a:lstStyle>
            <a:lvl1pPr algn="r">
              <a:defRPr lang="en-US" sz="800" b="0" i="0" smtClean="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D04F4CF-F641-6E4E-8F87-8EB8AA2BFA51}" type="slidenum">
              <a:rPr lang="en-US" smtClean="0"/>
              <a:pPr/>
              <a:t>‹#›</a:t>
            </a:fld>
            <a:endParaRPr lang="en-US"/>
          </a:p>
        </p:txBody>
      </p:sp>
      <p:sp>
        <p:nvSpPr>
          <p:cNvPr id="4" name="Footer Placeholder 4">
            <a:extLst>
              <a:ext uri="{FF2B5EF4-FFF2-40B4-BE49-F238E27FC236}">
                <a16:creationId xmlns:a16="http://schemas.microsoft.com/office/drawing/2014/main" id="{7E51E61B-E6F8-0827-169D-DB44CB6C8AEC}"/>
              </a:ext>
            </a:extLst>
          </p:cNvPr>
          <p:cNvSpPr>
            <a:spLocks noGrp="1"/>
          </p:cNvSpPr>
          <p:nvPr>
            <p:ph type="ftr" sz="quarter" idx="3"/>
          </p:nvPr>
        </p:nvSpPr>
        <p:spPr>
          <a:xfrm>
            <a:off x="2063496" y="6656832"/>
            <a:ext cx="8065008" cy="201168"/>
          </a:xfrm>
          <a:prstGeom prst="rect">
            <a:avLst/>
          </a:prstGeom>
        </p:spPr>
        <p:txBody>
          <a:bodyPr vert="horz" lIns="91440" tIns="45720" rIns="91440" bIns="45720" rtlCol="0" anchor="ctr"/>
          <a:lstStyle>
            <a:lvl1pPr algn="ctr">
              <a:defRPr sz="700" b="0" i="0">
                <a:solidFill>
                  <a:schemeClr val="tx1">
                    <a:tint val="75000"/>
                  </a:schemeClr>
                </a:solidFill>
                <a:latin typeface="+mn-lt"/>
                <a:cs typeface="Arial Narrow" panose="020B0604020202020204" pitchFamily="34" charset="0"/>
              </a:defRPr>
            </a:lvl1pPr>
          </a:lstStyle>
          <a:p>
            <a:r>
              <a:rPr lang="en-US"/>
              <a:t>The technical data in this document is controlled under the U.S. Export Regulations; release to foreign persons may require an export authorization.</a:t>
            </a:r>
          </a:p>
        </p:txBody>
      </p:sp>
      <p:sp>
        <p:nvSpPr>
          <p:cNvPr id="3" name="Slide Number Placeholder 5">
            <a:extLst>
              <a:ext uri="{FF2B5EF4-FFF2-40B4-BE49-F238E27FC236}">
                <a16:creationId xmlns:a16="http://schemas.microsoft.com/office/drawing/2014/main" id="{15AD9272-33AD-F9DB-D4A8-21EDA489DA60}"/>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accent2"/>
              </a:solidFill>
            </a:endParaRPr>
          </a:p>
        </p:txBody>
      </p:sp>
    </p:spTree>
    <p:extLst>
      <p:ext uri="{BB962C8B-B14F-4D97-AF65-F5344CB8AC3E}">
        <p14:creationId xmlns:p14="http://schemas.microsoft.com/office/powerpoint/2010/main" val="2573737425"/>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0D35CE0-BE9E-04E2-2621-F00930C32596}"/>
              </a:ext>
            </a:extLst>
          </p:cNvPr>
          <p:cNvSpPr>
            <a:spLocks noGrp="1"/>
          </p:cNvSpPr>
          <p:nvPr>
            <p:ph type="dt" sz="half" idx="2"/>
          </p:nvPr>
        </p:nvSpPr>
        <p:spPr>
          <a:xfrm>
            <a:off x="352612" y="6492875"/>
            <a:ext cx="1710884" cy="365125"/>
          </a:xfrm>
          <a:prstGeom prst="rect">
            <a:avLst/>
          </a:prstGeom>
        </p:spPr>
        <p:txBody>
          <a:bodyPr vert="horz" lIns="91440" tIns="45720" rIns="0" bIns="45720" rtlCol="0" anchor="ctr"/>
          <a:lstStyle>
            <a:lvl1pPr algn="l">
              <a:defRPr sz="800" b="0" i="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07 MAR 2023</a:t>
            </a:r>
          </a:p>
        </p:txBody>
      </p:sp>
      <p:sp>
        <p:nvSpPr>
          <p:cNvPr id="7" name="Slide Number Placeholder 5">
            <a:extLst>
              <a:ext uri="{FF2B5EF4-FFF2-40B4-BE49-F238E27FC236}">
                <a16:creationId xmlns:a16="http://schemas.microsoft.com/office/drawing/2014/main" id="{C65E2747-DA59-7796-1E3F-3EC6A115C85F}"/>
              </a:ext>
            </a:extLst>
          </p:cNvPr>
          <p:cNvSpPr>
            <a:spLocks noGrp="1"/>
          </p:cNvSpPr>
          <p:nvPr>
            <p:ph type="sldNum" sz="quarter" idx="4"/>
          </p:nvPr>
        </p:nvSpPr>
        <p:spPr>
          <a:xfrm>
            <a:off x="10739671" y="6492875"/>
            <a:ext cx="667082" cy="365125"/>
          </a:xfrm>
          <a:prstGeom prst="rect">
            <a:avLst/>
          </a:prstGeom>
        </p:spPr>
        <p:txBody>
          <a:bodyPr vert="horz" lIns="91440" tIns="45720" rIns="91440" bIns="45720" rtlCol="0" anchor="ctr"/>
          <a:lstStyle>
            <a:lvl1pPr algn="r">
              <a:defRPr lang="en-US" sz="800" b="0" i="0" smtClean="0">
                <a:solidFill>
                  <a:schemeClr val="accent2"/>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D04F4CF-F641-6E4E-8F87-8EB8AA2BFA51}" type="slidenum">
              <a:rPr lang="en-US" smtClean="0"/>
              <a:pPr/>
              <a:t>‹#›</a:t>
            </a:fld>
            <a:endParaRPr lang="en-US"/>
          </a:p>
        </p:txBody>
      </p:sp>
      <p:sp>
        <p:nvSpPr>
          <p:cNvPr id="4" name="Footer Placeholder 4">
            <a:extLst>
              <a:ext uri="{FF2B5EF4-FFF2-40B4-BE49-F238E27FC236}">
                <a16:creationId xmlns:a16="http://schemas.microsoft.com/office/drawing/2014/main" id="{7E51E61B-E6F8-0827-169D-DB44CB6C8AEC}"/>
              </a:ext>
            </a:extLst>
          </p:cNvPr>
          <p:cNvSpPr>
            <a:spLocks noGrp="1"/>
          </p:cNvSpPr>
          <p:nvPr>
            <p:ph type="ftr" sz="quarter" idx="3"/>
          </p:nvPr>
        </p:nvSpPr>
        <p:spPr>
          <a:xfrm>
            <a:off x="2063496" y="6656832"/>
            <a:ext cx="8065008" cy="201168"/>
          </a:xfrm>
          <a:prstGeom prst="rect">
            <a:avLst/>
          </a:prstGeom>
        </p:spPr>
        <p:txBody>
          <a:bodyPr vert="horz" lIns="91440" tIns="45720" rIns="91440" bIns="45720" rtlCol="0" anchor="ctr"/>
          <a:lstStyle>
            <a:lvl1pPr algn="ctr">
              <a:defRPr sz="700" b="0" i="0">
                <a:solidFill>
                  <a:schemeClr val="tx1">
                    <a:tint val="75000"/>
                  </a:schemeClr>
                </a:solidFill>
                <a:latin typeface="+mn-lt"/>
                <a:cs typeface="Arial Narrow" panose="020B0604020202020204" pitchFamily="34" charset="0"/>
              </a:defRPr>
            </a:lvl1pPr>
          </a:lstStyle>
          <a:p>
            <a:r>
              <a:rPr lang="en-US"/>
              <a:t>The technical data in this document is controlled under the U.S. Export Regulations; release to foreign persons may require an export authorization.</a:t>
            </a:r>
          </a:p>
        </p:txBody>
      </p:sp>
      <p:sp>
        <p:nvSpPr>
          <p:cNvPr id="3" name="Slide Number Placeholder 5">
            <a:extLst>
              <a:ext uri="{FF2B5EF4-FFF2-40B4-BE49-F238E27FC236}">
                <a16:creationId xmlns:a16="http://schemas.microsoft.com/office/drawing/2014/main" id="{15AD9272-33AD-F9DB-D4A8-21EDA489DA60}"/>
              </a:ext>
            </a:extLst>
          </p:cNvPr>
          <p:cNvSpPr txBox="1">
            <a:spLocks/>
          </p:cNvSpPr>
          <p:nvPr userDrawn="1"/>
        </p:nvSpPr>
        <p:spPr>
          <a:xfrm>
            <a:off x="11172306" y="6492875"/>
            <a:ext cx="667082" cy="365125"/>
          </a:xfrm>
          <a:prstGeom prst="rect">
            <a:avLst/>
          </a:prstGeom>
        </p:spPr>
        <p:txBody>
          <a:bodyPr vert="horz" lIns="91440" tIns="45720" rIns="91440" bIns="45720" rtlCol="0" anchor="ctr"/>
          <a:lstStyle>
            <a:defPPr>
              <a:defRPr lang="en-US"/>
            </a:defPPr>
            <a:lvl1pPr marL="0" algn="ctr" defTabSz="914400" rtl="0" eaLnBrk="1" latinLnBrk="0" hangingPunct="1">
              <a:defRPr lang="en-US" sz="800" b="0" i="0" kern="1200" smtClean="0">
                <a:solidFill>
                  <a:srgbClr val="EB1B2C"/>
                </a:solidFill>
                <a:latin typeface="Helvetica Neue" panose="02000503000000020004" pitchFamily="2" charset="0"/>
                <a:ea typeface="Helvetica Neue" panose="02000503000000020004" pitchFamily="2" charset="0"/>
                <a:cs typeface="Helvetica Neue" panose="0200050300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accent2"/>
              </a:solidFill>
            </a:endParaRPr>
          </a:p>
        </p:txBody>
      </p:sp>
    </p:spTree>
    <p:extLst>
      <p:ext uri="{BB962C8B-B14F-4D97-AF65-F5344CB8AC3E}">
        <p14:creationId xmlns:p14="http://schemas.microsoft.com/office/powerpoint/2010/main" val="31543062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906B_E80F68EF.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26.png"/><Relationship Id="rId7"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png"/><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6.jpeg"/><Relationship Id="rId4" Type="http://schemas.openxmlformats.org/officeDocument/2006/relationships/image" Target="../media/image4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8AA0C-0C41-ECC5-B4CA-B92C1B9E18B2}"/>
              </a:ext>
            </a:extLst>
          </p:cNvPr>
          <p:cNvSpPr>
            <a:spLocks noGrp="1"/>
          </p:cNvSpPr>
          <p:nvPr>
            <p:ph type="ctrTitle"/>
          </p:nvPr>
        </p:nvSpPr>
        <p:spPr>
          <a:xfrm>
            <a:off x="105043" y="5410824"/>
            <a:ext cx="8257079" cy="571007"/>
          </a:xfrm>
        </p:spPr>
        <p:txBody>
          <a:bodyPr lIns="91440" tIns="45720" rIns="91440" bIns="45720" anchor="t"/>
          <a:lstStyle/>
          <a:p>
            <a:r>
              <a:rPr lang="en-US">
                <a:latin typeface="Helvetica Neue Light"/>
              </a:rPr>
              <a:t>SRL Lander Mech Project + Things Learned</a:t>
            </a:r>
            <a:endParaRPr lang="en-US"/>
          </a:p>
        </p:txBody>
      </p:sp>
      <p:sp>
        <p:nvSpPr>
          <p:cNvPr id="3" name="Subtitle 2">
            <a:extLst>
              <a:ext uri="{FF2B5EF4-FFF2-40B4-BE49-F238E27FC236}">
                <a16:creationId xmlns:a16="http://schemas.microsoft.com/office/drawing/2014/main" id="{5E4161C0-70B0-6B3F-C316-5D6B032789B1}"/>
              </a:ext>
            </a:extLst>
          </p:cNvPr>
          <p:cNvSpPr>
            <a:spLocks noGrp="1"/>
          </p:cNvSpPr>
          <p:nvPr>
            <p:ph type="subTitle" idx="1"/>
          </p:nvPr>
        </p:nvSpPr>
        <p:spPr/>
        <p:txBody>
          <a:bodyPr lIns="91440" tIns="45720" rIns="91440" bIns="45720" anchor="ctr">
            <a:noAutofit/>
          </a:bodyPr>
          <a:lstStyle/>
          <a:p>
            <a:r>
              <a:rPr lang="en-US">
                <a:latin typeface="Helvetica Neue Light"/>
              </a:rPr>
              <a:t>Preston Rogers</a:t>
            </a:r>
            <a:endParaRPr lang="en-US"/>
          </a:p>
        </p:txBody>
      </p:sp>
      <p:sp>
        <p:nvSpPr>
          <p:cNvPr id="4" name="Text Placeholder 3">
            <a:extLst>
              <a:ext uri="{FF2B5EF4-FFF2-40B4-BE49-F238E27FC236}">
                <a16:creationId xmlns:a16="http://schemas.microsoft.com/office/drawing/2014/main" id="{061BE2FF-0E80-F176-67EA-3A5C10AF4F98}"/>
              </a:ext>
            </a:extLst>
          </p:cNvPr>
          <p:cNvSpPr>
            <a:spLocks noGrp="1"/>
          </p:cNvSpPr>
          <p:nvPr>
            <p:ph type="body" sz="quarter" idx="12"/>
          </p:nvPr>
        </p:nvSpPr>
        <p:spPr/>
        <p:txBody>
          <a:bodyPr lIns="91440" tIns="45720" rIns="91440" bIns="45720" anchor="ctr">
            <a:noAutofit/>
          </a:bodyPr>
          <a:lstStyle/>
          <a:p>
            <a:endParaRPr lang="en-US" dirty="0"/>
          </a:p>
        </p:txBody>
      </p:sp>
      <p:sp>
        <p:nvSpPr>
          <p:cNvPr id="5" name="Text Placeholder 4">
            <a:extLst>
              <a:ext uri="{FF2B5EF4-FFF2-40B4-BE49-F238E27FC236}">
                <a16:creationId xmlns:a16="http://schemas.microsoft.com/office/drawing/2014/main" id="{48BF413F-1406-FA5E-1DFE-1310D62C3B70}"/>
              </a:ext>
            </a:extLst>
          </p:cNvPr>
          <p:cNvSpPr>
            <a:spLocks noGrp="1"/>
          </p:cNvSpPr>
          <p:nvPr>
            <p:ph type="body" sz="quarter" idx="13"/>
          </p:nvPr>
        </p:nvSpPr>
        <p:spPr/>
        <p:txBody>
          <a:bodyPr/>
          <a:lstStyle/>
          <a:p>
            <a:endParaRPr lang="en-US"/>
          </a:p>
        </p:txBody>
      </p:sp>
      <p:sp>
        <p:nvSpPr>
          <p:cNvPr id="6" name="Text Placeholder 5">
            <a:extLst>
              <a:ext uri="{FF2B5EF4-FFF2-40B4-BE49-F238E27FC236}">
                <a16:creationId xmlns:a16="http://schemas.microsoft.com/office/drawing/2014/main" id="{3E2FDD2B-A727-B67A-EB69-7660A7985B9C}"/>
              </a:ext>
            </a:extLst>
          </p:cNvPr>
          <p:cNvSpPr>
            <a:spLocks noGrp="1"/>
          </p:cNvSpPr>
          <p:nvPr>
            <p:ph type="body" sz="quarter" idx="14"/>
          </p:nvPr>
        </p:nvSpPr>
        <p:spPr/>
        <p:txBody>
          <a:bodyPr/>
          <a:lstStyle/>
          <a:p>
            <a:endParaRPr lang="en-US"/>
          </a:p>
        </p:txBody>
      </p:sp>
      <p:sp>
        <p:nvSpPr>
          <p:cNvPr id="7" name="Text Placeholder 6">
            <a:extLst>
              <a:ext uri="{FF2B5EF4-FFF2-40B4-BE49-F238E27FC236}">
                <a16:creationId xmlns:a16="http://schemas.microsoft.com/office/drawing/2014/main" id="{063AFC6C-851C-DF6B-E9B1-9F13C7F780D8}"/>
              </a:ext>
            </a:extLst>
          </p:cNvPr>
          <p:cNvSpPr>
            <a:spLocks noGrp="1"/>
          </p:cNvSpPr>
          <p:nvPr>
            <p:ph type="body" sz="quarter" idx="15"/>
          </p:nvPr>
        </p:nvSpPr>
        <p:spPr/>
        <p:txBody>
          <a:bodyPr/>
          <a:lstStyle/>
          <a:p>
            <a:endParaRPr lang="en-US"/>
          </a:p>
        </p:txBody>
      </p:sp>
      <p:sp>
        <p:nvSpPr>
          <p:cNvPr id="8" name="Text Placeholder 7">
            <a:extLst>
              <a:ext uri="{FF2B5EF4-FFF2-40B4-BE49-F238E27FC236}">
                <a16:creationId xmlns:a16="http://schemas.microsoft.com/office/drawing/2014/main" id="{16E29635-0243-3E61-14DC-A9E1058C5518}"/>
              </a:ext>
            </a:extLst>
          </p:cNvPr>
          <p:cNvSpPr>
            <a:spLocks noGrp="1"/>
          </p:cNvSpPr>
          <p:nvPr>
            <p:ph type="body" sz="quarter" idx="16"/>
          </p:nvPr>
        </p:nvSpPr>
        <p:spPr/>
        <p:txBody>
          <a:bodyPr/>
          <a:lstStyle/>
          <a:p>
            <a:endParaRPr lang="en-US"/>
          </a:p>
        </p:txBody>
      </p:sp>
    </p:spTree>
    <p:extLst>
      <p:ext uri="{BB962C8B-B14F-4D97-AF65-F5344CB8AC3E}">
        <p14:creationId xmlns:p14="http://schemas.microsoft.com/office/powerpoint/2010/main" val="3818729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669E6D-062E-1A7F-0F76-CD87616C5274}"/>
              </a:ext>
            </a:extLst>
          </p:cNvPr>
          <p:cNvSpPr>
            <a:spLocks noGrp="1"/>
          </p:cNvSpPr>
          <p:nvPr>
            <p:ph type="body" sz="quarter" idx="17"/>
          </p:nvPr>
        </p:nvSpPr>
        <p:spPr>
          <a:xfrm>
            <a:off x="276224" y="1654296"/>
            <a:ext cx="11619213" cy="4787779"/>
          </a:xfrm>
        </p:spPr>
        <p:txBody>
          <a:bodyPr lIns="91440" tIns="45720" rIns="91440" bIns="45720" anchor="t">
            <a:normAutofit/>
          </a:bodyPr>
          <a:lstStyle/>
          <a:p>
            <a:r>
              <a:rPr lang="en-US" dirty="0">
                <a:ea typeface="+mn-lt"/>
                <a:cs typeface="+mn-lt"/>
              </a:rPr>
              <a:t>Test out numerous motors that will be on the Sample Retrieval Lander </a:t>
            </a:r>
            <a:endParaRPr lang="en-US" dirty="0">
              <a:cs typeface="Arial"/>
            </a:endParaRPr>
          </a:p>
          <a:p>
            <a:r>
              <a:rPr lang="en-US" dirty="0">
                <a:ea typeface="+mn-lt"/>
                <a:cs typeface="+mn-lt"/>
              </a:rPr>
              <a:t>Ensure sub-systems work properly </a:t>
            </a:r>
          </a:p>
          <a:p>
            <a:r>
              <a:rPr lang="en-US" dirty="0">
                <a:ea typeface="+mn-lt"/>
                <a:cs typeface="+mn-lt"/>
              </a:rPr>
              <a:t>Verify sensors function and yield reliable information </a:t>
            </a:r>
          </a:p>
          <a:p>
            <a:pPr lvl="2"/>
            <a:endParaRPr lang="en-US">
              <a:cs typeface="Arial"/>
            </a:endParaRPr>
          </a:p>
        </p:txBody>
      </p:sp>
      <p:sp>
        <p:nvSpPr>
          <p:cNvPr id="3" name="Title 2">
            <a:extLst>
              <a:ext uri="{FF2B5EF4-FFF2-40B4-BE49-F238E27FC236}">
                <a16:creationId xmlns:a16="http://schemas.microsoft.com/office/drawing/2014/main" id="{DD355654-C71C-04D5-5D27-099EB074CB88}"/>
              </a:ext>
            </a:extLst>
          </p:cNvPr>
          <p:cNvSpPr>
            <a:spLocks noGrp="1"/>
          </p:cNvSpPr>
          <p:nvPr>
            <p:ph type="title"/>
          </p:nvPr>
        </p:nvSpPr>
        <p:spPr/>
        <p:txBody>
          <a:bodyPr lIns="91440" tIns="45720" rIns="91440" bIns="45720" anchor="t"/>
          <a:lstStyle/>
          <a:p>
            <a:r>
              <a:rPr lang="en-US" dirty="0"/>
              <a:t>Project Goals</a:t>
            </a:r>
          </a:p>
        </p:txBody>
      </p:sp>
      <p:sp>
        <p:nvSpPr>
          <p:cNvPr id="5" name="Date Placeholder 4">
            <a:extLst>
              <a:ext uri="{FF2B5EF4-FFF2-40B4-BE49-F238E27FC236}">
                <a16:creationId xmlns:a16="http://schemas.microsoft.com/office/drawing/2014/main" id="{9C1B68C2-852F-9DCD-A392-D77BF41A5ACD}"/>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58270129-66B2-5EE8-A2E2-32B6C6507D8C}"/>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5B249975-E5EA-F5F8-F497-9CC32A088E20}"/>
              </a:ext>
            </a:extLst>
          </p:cNvPr>
          <p:cNvSpPr>
            <a:spLocks noGrp="1"/>
          </p:cNvSpPr>
          <p:nvPr>
            <p:ph type="sldNum" sz="quarter" idx="20"/>
          </p:nvPr>
        </p:nvSpPr>
        <p:spPr/>
        <p:txBody>
          <a:bodyPr/>
          <a:lstStyle/>
          <a:p>
            <a:fld id="{2D04F4CF-F641-6E4E-8F87-8EB8AA2BFA51}" type="slidenum">
              <a:rPr lang="en-US" dirty="0" smtClean="0"/>
              <a:pPr/>
              <a:t>2</a:t>
            </a:fld>
            <a:endParaRPr lang="en-US"/>
          </a:p>
        </p:txBody>
      </p:sp>
      <p:pic>
        <p:nvPicPr>
          <p:cNvPr id="4" name="Picture 3" descr="Sample Retrieval Lander - NASA Mars">
            <a:extLst>
              <a:ext uri="{FF2B5EF4-FFF2-40B4-BE49-F238E27FC236}">
                <a16:creationId xmlns:a16="http://schemas.microsoft.com/office/drawing/2014/main" id="{B604FDA4-593A-4563-DD3D-1B3AC5433A96}"/>
              </a:ext>
            </a:extLst>
          </p:cNvPr>
          <p:cNvPicPr>
            <a:picLocks noChangeAspect="1"/>
          </p:cNvPicPr>
          <p:nvPr/>
        </p:nvPicPr>
        <p:blipFill>
          <a:blip r:embed="rId4"/>
          <a:stretch>
            <a:fillRect/>
          </a:stretch>
        </p:blipFill>
        <p:spPr>
          <a:xfrm>
            <a:off x="5507569" y="1982391"/>
            <a:ext cx="9537697" cy="4417217"/>
          </a:xfrm>
          <a:prstGeom prst="rect">
            <a:avLst/>
          </a:prstGeom>
        </p:spPr>
      </p:pic>
    </p:spTree>
    <p:extLst>
      <p:ext uri="{BB962C8B-B14F-4D97-AF65-F5344CB8AC3E}">
        <p14:creationId xmlns:p14="http://schemas.microsoft.com/office/powerpoint/2010/main" val="3893324015"/>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87A022-0BDA-08B5-0B0A-DBFA44BD5773}"/>
              </a:ext>
            </a:extLst>
          </p:cNvPr>
          <p:cNvSpPr>
            <a:spLocks noGrp="1"/>
          </p:cNvSpPr>
          <p:nvPr>
            <p:ph type="body" sz="quarter" idx="17"/>
          </p:nvPr>
        </p:nvSpPr>
        <p:spPr>
          <a:xfrm>
            <a:off x="276224" y="1841772"/>
            <a:ext cx="11619213" cy="4580511"/>
          </a:xfrm>
        </p:spPr>
        <p:txBody>
          <a:bodyPr lIns="91440" tIns="45720" rIns="91440" bIns="45720" anchor="t">
            <a:normAutofit/>
          </a:bodyPr>
          <a:lstStyle/>
          <a:p>
            <a:r>
              <a:rPr lang="en-US" dirty="0">
                <a:cs typeface="Arial"/>
              </a:rPr>
              <a:t>M32 and M45 used throughout the Sample Retrieval Lander</a:t>
            </a:r>
          </a:p>
        </p:txBody>
      </p:sp>
      <p:sp>
        <p:nvSpPr>
          <p:cNvPr id="3" name="Title 2">
            <a:extLst>
              <a:ext uri="{FF2B5EF4-FFF2-40B4-BE49-F238E27FC236}">
                <a16:creationId xmlns:a16="http://schemas.microsoft.com/office/drawing/2014/main" id="{AB6C019B-6735-2616-B84E-9E176868C388}"/>
              </a:ext>
            </a:extLst>
          </p:cNvPr>
          <p:cNvSpPr>
            <a:spLocks noGrp="1"/>
          </p:cNvSpPr>
          <p:nvPr>
            <p:ph type="title"/>
          </p:nvPr>
        </p:nvSpPr>
        <p:spPr/>
        <p:txBody>
          <a:bodyPr lIns="91440" tIns="45720" rIns="91440" bIns="45720" anchor="t"/>
          <a:lstStyle/>
          <a:p>
            <a:r>
              <a:rPr lang="en-US" dirty="0"/>
              <a:t>Project Goals Elaborated</a:t>
            </a:r>
          </a:p>
        </p:txBody>
      </p:sp>
      <p:sp>
        <p:nvSpPr>
          <p:cNvPr id="4" name="Text Placeholder 3">
            <a:extLst>
              <a:ext uri="{FF2B5EF4-FFF2-40B4-BE49-F238E27FC236}">
                <a16:creationId xmlns:a16="http://schemas.microsoft.com/office/drawing/2014/main" id="{96C611C8-AD12-8426-B021-D902DA1B3E8A}"/>
              </a:ext>
            </a:extLst>
          </p:cNvPr>
          <p:cNvSpPr>
            <a:spLocks noGrp="1"/>
          </p:cNvSpPr>
          <p:nvPr>
            <p:ph type="body" sz="quarter" idx="10"/>
          </p:nvPr>
        </p:nvSpPr>
        <p:spPr/>
        <p:txBody>
          <a:bodyPr lIns="91440" tIns="45720" rIns="91440" bIns="45720" anchor="t"/>
          <a:lstStyle/>
          <a:p>
            <a:r>
              <a:rPr lang="en-US" dirty="0">
                <a:ea typeface="+mj-lt"/>
                <a:cs typeface="+mj-lt"/>
              </a:rPr>
              <a:t>Test out numerous motors that will be on the Sample Retrieval Lander </a:t>
            </a:r>
            <a:endParaRPr lang="en-US" dirty="0"/>
          </a:p>
        </p:txBody>
      </p:sp>
      <p:sp>
        <p:nvSpPr>
          <p:cNvPr id="5" name="Date Placeholder 4">
            <a:extLst>
              <a:ext uri="{FF2B5EF4-FFF2-40B4-BE49-F238E27FC236}">
                <a16:creationId xmlns:a16="http://schemas.microsoft.com/office/drawing/2014/main" id="{4A9ACFB4-012A-6503-D719-83D56D2D4BB9}"/>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4EE824C7-354F-4944-F922-A3A16049DB20}"/>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4E56F50A-E2F9-DA38-59B0-836ABFA59890}"/>
              </a:ext>
            </a:extLst>
          </p:cNvPr>
          <p:cNvSpPr>
            <a:spLocks noGrp="1"/>
          </p:cNvSpPr>
          <p:nvPr>
            <p:ph type="sldNum" sz="quarter" idx="20"/>
          </p:nvPr>
        </p:nvSpPr>
        <p:spPr/>
        <p:txBody>
          <a:bodyPr/>
          <a:lstStyle/>
          <a:p>
            <a:fld id="{2D04F4CF-F641-6E4E-8F87-8EB8AA2BFA51}" type="slidenum">
              <a:rPr lang="en-US" smtClean="0"/>
              <a:pPr/>
              <a:t>3</a:t>
            </a:fld>
            <a:endParaRPr lang="en-US"/>
          </a:p>
        </p:txBody>
      </p:sp>
      <p:pic>
        <p:nvPicPr>
          <p:cNvPr id="8" name="Picture 7">
            <a:extLst>
              <a:ext uri="{FF2B5EF4-FFF2-40B4-BE49-F238E27FC236}">
                <a16:creationId xmlns:a16="http://schemas.microsoft.com/office/drawing/2014/main" id="{C6901AA0-0B0A-6E69-8E3F-978523FDF995}"/>
              </a:ext>
            </a:extLst>
          </p:cNvPr>
          <p:cNvPicPr>
            <a:picLocks noChangeAspect="1"/>
          </p:cNvPicPr>
          <p:nvPr/>
        </p:nvPicPr>
        <p:blipFill rotWithShape="1">
          <a:blip r:embed="rId3"/>
          <a:srcRect t="11587" r="563" b="4030"/>
          <a:stretch/>
        </p:blipFill>
        <p:spPr>
          <a:xfrm>
            <a:off x="4031673" y="2637683"/>
            <a:ext cx="8354270" cy="3957794"/>
          </a:xfrm>
          <a:prstGeom prst="rect">
            <a:avLst/>
          </a:prstGeom>
        </p:spPr>
      </p:pic>
      <p:pic>
        <p:nvPicPr>
          <p:cNvPr id="10" name="Picture 9">
            <a:extLst>
              <a:ext uri="{FF2B5EF4-FFF2-40B4-BE49-F238E27FC236}">
                <a16:creationId xmlns:a16="http://schemas.microsoft.com/office/drawing/2014/main" id="{DE4DA345-1248-F12E-1F81-7515380B47E7}"/>
              </a:ext>
            </a:extLst>
          </p:cNvPr>
          <p:cNvPicPr>
            <a:picLocks noChangeAspect="1"/>
          </p:cNvPicPr>
          <p:nvPr/>
        </p:nvPicPr>
        <p:blipFill rotWithShape="1">
          <a:blip r:embed="rId4"/>
          <a:srcRect l="14801" t="9459" r="12662" b="11892"/>
          <a:stretch/>
        </p:blipFill>
        <p:spPr>
          <a:xfrm>
            <a:off x="2042557" y="3896096"/>
            <a:ext cx="1475236" cy="2144348"/>
          </a:xfrm>
          <a:prstGeom prst="rect">
            <a:avLst/>
          </a:prstGeom>
        </p:spPr>
      </p:pic>
      <p:pic>
        <p:nvPicPr>
          <p:cNvPr id="11" name="Picture 10">
            <a:extLst>
              <a:ext uri="{FF2B5EF4-FFF2-40B4-BE49-F238E27FC236}">
                <a16:creationId xmlns:a16="http://schemas.microsoft.com/office/drawing/2014/main" id="{79F7ABAD-41A2-118F-7C6F-A000C51440C0}"/>
              </a:ext>
            </a:extLst>
          </p:cNvPr>
          <p:cNvPicPr>
            <a:picLocks noChangeAspect="1"/>
          </p:cNvPicPr>
          <p:nvPr/>
        </p:nvPicPr>
        <p:blipFill rotWithShape="1">
          <a:blip r:embed="rId5"/>
          <a:srcRect l="16606" t="27838" r="18412" b="20811"/>
          <a:stretch/>
        </p:blipFill>
        <p:spPr>
          <a:xfrm>
            <a:off x="320635" y="4440382"/>
            <a:ext cx="1525292" cy="1601140"/>
          </a:xfrm>
          <a:prstGeom prst="rect">
            <a:avLst/>
          </a:prstGeom>
        </p:spPr>
      </p:pic>
      <p:sp>
        <p:nvSpPr>
          <p:cNvPr id="12" name="TextBox 11">
            <a:extLst>
              <a:ext uri="{FF2B5EF4-FFF2-40B4-BE49-F238E27FC236}">
                <a16:creationId xmlns:a16="http://schemas.microsoft.com/office/drawing/2014/main" id="{518B2A79-8763-E42F-B9B5-470857DA0895}"/>
              </a:ext>
            </a:extLst>
          </p:cNvPr>
          <p:cNvSpPr txBox="1"/>
          <p:nvPr/>
        </p:nvSpPr>
        <p:spPr>
          <a:xfrm>
            <a:off x="10937174" y="167442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3" name="TextBox 12">
            <a:extLst>
              <a:ext uri="{FF2B5EF4-FFF2-40B4-BE49-F238E27FC236}">
                <a16:creationId xmlns:a16="http://schemas.microsoft.com/office/drawing/2014/main" id="{9082ACE2-9B2A-F4B3-B889-A559F852FF51}"/>
              </a:ext>
            </a:extLst>
          </p:cNvPr>
          <p:cNvSpPr txBox="1"/>
          <p:nvPr/>
        </p:nvSpPr>
        <p:spPr>
          <a:xfrm>
            <a:off x="362198" y="6084124"/>
            <a:ext cx="153191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Arial"/>
              </a:rPr>
              <a:t>M32 (Acadia)</a:t>
            </a:r>
            <a:endParaRPr lang="en-US" sz="1600" dirty="0"/>
          </a:p>
        </p:txBody>
      </p:sp>
      <p:sp>
        <p:nvSpPr>
          <p:cNvPr id="14" name="TextBox 13">
            <a:extLst>
              <a:ext uri="{FF2B5EF4-FFF2-40B4-BE49-F238E27FC236}">
                <a16:creationId xmlns:a16="http://schemas.microsoft.com/office/drawing/2014/main" id="{FD057516-DB46-F202-E4B0-829135B57833}"/>
              </a:ext>
            </a:extLst>
          </p:cNvPr>
          <p:cNvSpPr txBox="1"/>
          <p:nvPr/>
        </p:nvSpPr>
        <p:spPr>
          <a:xfrm>
            <a:off x="2044535" y="6084124"/>
            <a:ext cx="164077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Arial"/>
              </a:rPr>
              <a:t>M45 (Saguaro)</a:t>
            </a:r>
            <a:endParaRPr lang="en-US" sz="1600" dirty="0"/>
          </a:p>
        </p:txBody>
      </p:sp>
    </p:spTree>
    <p:extLst>
      <p:ext uri="{BB962C8B-B14F-4D97-AF65-F5344CB8AC3E}">
        <p14:creationId xmlns:p14="http://schemas.microsoft.com/office/powerpoint/2010/main" val="2215578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87A022-0BDA-08B5-0B0A-DBFA44BD5773}"/>
              </a:ext>
            </a:extLst>
          </p:cNvPr>
          <p:cNvSpPr>
            <a:spLocks noGrp="1"/>
          </p:cNvSpPr>
          <p:nvPr>
            <p:ph type="body" sz="quarter" idx="17"/>
          </p:nvPr>
        </p:nvSpPr>
        <p:spPr/>
        <p:txBody>
          <a:bodyPr lIns="91440" tIns="45720" rIns="91440" bIns="45720" anchor="t">
            <a:normAutofit/>
          </a:bodyPr>
          <a:lstStyle/>
          <a:p>
            <a:r>
              <a:rPr lang="en-US" dirty="0">
                <a:cs typeface="Arial"/>
              </a:rPr>
              <a:t>Need to characterize the M32 and M45</a:t>
            </a:r>
          </a:p>
          <a:p>
            <a:pPr lvl="1"/>
            <a:r>
              <a:rPr lang="en-US" dirty="0">
                <a:cs typeface="Arial"/>
              </a:rPr>
              <a:t>Find motor intrinsic constants</a:t>
            </a:r>
          </a:p>
          <a:p>
            <a:pPr lvl="1"/>
            <a:r>
              <a:rPr lang="en-US" dirty="0">
                <a:cs typeface="Arial"/>
              </a:rPr>
              <a:t>Determine startup and steady-state behavior when using set voltages</a:t>
            </a:r>
          </a:p>
        </p:txBody>
      </p:sp>
      <p:sp>
        <p:nvSpPr>
          <p:cNvPr id="3" name="Title 2">
            <a:extLst>
              <a:ext uri="{FF2B5EF4-FFF2-40B4-BE49-F238E27FC236}">
                <a16:creationId xmlns:a16="http://schemas.microsoft.com/office/drawing/2014/main" id="{AB6C019B-6735-2616-B84E-9E176868C388}"/>
              </a:ext>
            </a:extLst>
          </p:cNvPr>
          <p:cNvSpPr>
            <a:spLocks noGrp="1"/>
          </p:cNvSpPr>
          <p:nvPr>
            <p:ph type="title"/>
          </p:nvPr>
        </p:nvSpPr>
        <p:spPr/>
        <p:txBody>
          <a:bodyPr lIns="91440" tIns="45720" rIns="91440" bIns="45720" anchor="t"/>
          <a:lstStyle/>
          <a:p>
            <a:r>
              <a:rPr lang="en-US" dirty="0"/>
              <a:t>Project Goals Elaborated</a:t>
            </a:r>
          </a:p>
        </p:txBody>
      </p:sp>
      <p:sp>
        <p:nvSpPr>
          <p:cNvPr id="4" name="Text Placeholder 3">
            <a:extLst>
              <a:ext uri="{FF2B5EF4-FFF2-40B4-BE49-F238E27FC236}">
                <a16:creationId xmlns:a16="http://schemas.microsoft.com/office/drawing/2014/main" id="{96C611C8-AD12-8426-B021-D902DA1B3E8A}"/>
              </a:ext>
            </a:extLst>
          </p:cNvPr>
          <p:cNvSpPr>
            <a:spLocks noGrp="1"/>
          </p:cNvSpPr>
          <p:nvPr>
            <p:ph type="body" sz="quarter" idx="10"/>
          </p:nvPr>
        </p:nvSpPr>
        <p:spPr/>
        <p:txBody>
          <a:bodyPr lIns="91440" tIns="45720" rIns="91440" bIns="45720" anchor="t"/>
          <a:lstStyle/>
          <a:p>
            <a:r>
              <a:rPr lang="en-US" dirty="0">
                <a:ea typeface="+mj-lt"/>
                <a:cs typeface="+mj-lt"/>
              </a:rPr>
              <a:t>Test out numerous motors that will be on the Sample Retrieval Lander </a:t>
            </a:r>
            <a:endParaRPr lang="en-US" dirty="0"/>
          </a:p>
        </p:txBody>
      </p:sp>
      <p:sp>
        <p:nvSpPr>
          <p:cNvPr id="5" name="Date Placeholder 4">
            <a:extLst>
              <a:ext uri="{FF2B5EF4-FFF2-40B4-BE49-F238E27FC236}">
                <a16:creationId xmlns:a16="http://schemas.microsoft.com/office/drawing/2014/main" id="{4A9ACFB4-012A-6503-D719-83D56D2D4BB9}"/>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4EE824C7-354F-4944-F922-A3A16049DB20}"/>
              </a:ext>
            </a:extLst>
          </p:cNvPr>
          <p:cNvSpPr>
            <a:spLocks noGrp="1"/>
          </p:cNvSpPr>
          <p:nvPr>
            <p:ph type="ftr" sz="quarter" idx="19"/>
          </p:nvPr>
        </p:nvSpPr>
        <p:spPr/>
        <p:txBody>
          <a:bodyPr/>
          <a:lstStyle/>
          <a:p>
            <a:r>
              <a:rPr lang="en-US" dirty="0"/>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4E56F50A-E2F9-DA38-59B0-836ABFA59890}"/>
              </a:ext>
            </a:extLst>
          </p:cNvPr>
          <p:cNvSpPr>
            <a:spLocks noGrp="1"/>
          </p:cNvSpPr>
          <p:nvPr>
            <p:ph type="sldNum" sz="quarter" idx="20"/>
          </p:nvPr>
        </p:nvSpPr>
        <p:spPr/>
        <p:txBody>
          <a:bodyPr/>
          <a:lstStyle/>
          <a:p>
            <a:fld id="{2D04F4CF-F641-6E4E-8F87-8EB8AA2BFA51}" type="slidenum">
              <a:rPr lang="en-US" dirty="0" smtClean="0"/>
              <a:pPr/>
              <a:t>4</a:t>
            </a:fld>
            <a:endParaRPr lang="en-US" dirty="0"/>
          </a:p>
        </p:txBody>
      </p:sp>
      <p:sp>
        <p:nvSpPr>
          <p:cNvPr id="12" name="TextBox 11">
            <a:extLst>
              <a:ext uri="{FF2B5EF4-FFF2-40B4-BE49-F238E27FC236}">
                <a16:creationId xmlns:a16="http://schemas.microsoft.com/office/drawing/2014/main" id="{518B2A79-8763-E42F-B9B5-470857DA0895}"/>
              </a:ext>
            </a:extLst>
          </p:cNvPr>
          <p:cNvSpPr txBox="1"/>
          <p:nvPr/>
        </p:nvSpPr>
        <p:spPr>
          <a:xfrm>
            <a:off x="10937174" y="167442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9" name="Picture 8">
            <a:extLst>
              <a:ext uri="{FF2B5EF4-FFF2-40B4-BE49-F238E27FC236}">
                <a16:creationId xmlns:a16="http://schemas.microsoft.com/office/drawing/2014/main" id="{A61DFF0E-D7A6-9CE0-A5EE-589B4B1147A8}"/>
              </a:ext>
            </a:extLst>
          </p:cNvPr>
          <p:cNvPicPr>
            <a:picLocks noChangeAspect="1"/>
          </p:cNvPicPr>
          <p:nvPr/>
        </p:nvPicPr>
        <p:blipFill>
          <a:blip r:embed="rId3"/>
          <a:stretch>
            <a:fillRect/>
          </a:stretch>
        </p:blipFill>
        <p:spPr>
          <a:xfrm>
            <a:off x="8341520" y="3252788"/>
            <a:ext cx="3521868" cy="3114674"/>
          </a:xfrm>
          <a:prstGeom prst="rect">
            <a:avLst/>
          </a:prstGeom>
        </p:spPr>
      </p:pic>
      <p:pic>
        <p:nvPicPr>
          <p:cNvPr id="15" name="Picture 14" descr="The goal of this exercise is to measure and plot the torque-speed curve for  an electric motor">
            <a:extLst>
              <a:ext uri="{FF2B5EF4-FFF2-40B4-BE49-F238E27FC236}">
                <a16:creationId xmlns:a16="http://schemas.microsoft.com/office/drawing/2014/main" id="{565EC44E-EECB-7E79-9EEF-6C4B5FFA7196}"/>
              </a:ext>
            </a:extLst>
          </p:cNvPr>
          <p:cNvPicPr>
            <a:picLocks noChangeAspect="1"/>
          </p:cNvPicPr>
          <p:nvPr/>
        </p:nvPicPr>
        <p:blipFill>
          <a:blip r:embed="rId4"/>
          <a:stretch>
            <a:fillRect/>
          </a:stretch>
        </p:blipFill>
        <p:spPr>
          <a:xfrm>
            <a:off x="121443" y="3098006"/>
            <a:ext cx="3233737" cy="3162299"/>
          </a:xfrm>
          <a:prstGeom prst="rect">
            <a:avLst/>
          </a:prstGeom>
        </p:spPr>
      </p:pic>
      <p:pic>
        <p:nvPicPr>
          <p:cNvPr id="16" name="Picture 15">
            <a:extLst>
              <a:ext uri="{FF2B5EF4-FFF2-40B4-BE49-F238E27FC236}">
                <a16:creationId xmlns:a16="http://schemas.microsoft.com/office/drawing/2014/main" id="{94693C89-9F72-B17F-CAAF-8E39792EF021}"/>
              </a:ext>
            </a:extLst>
          </p:cNvPr>
          <p:cNvPicPr>
            <a:picLocks noChangeAspect="1"/>
          </p:cNvPicPr>
          <p:nvPr/>
        </p:nvPicPr>
        <p:blipFill>
          <a:blip r:embed="rId5"/>
          <a:stretch>
            <a:fillRect/>
          </a:stretch>
        </p:blipFill>
        <p:spPr>
          <a:xfrm>
            <a:off x="3426620" y="3433775"/>
            <a:ext cx="4636292" cy="2716982"/>
          </a:xfrm>
          <a:prstGeom prst="rect">
            <a:avLst/>
          </a:prstGeom>
        </p:spPr>
      </p:pic>
      <p:sp>
        <p:nvSpPr>
          <p:cNvPr id="17" name="TextBox 16">
            <a:extLst>
              <a:ext uri="{FF2B5EF4-FFF2-40B4-BE49-F238E27FC236}">
                <a16:creationId xmlns:a16="http://schemas.microsoft.com/office/drawing/2014/main" id="{AA88291C-2A4E-9C3E-DB0B-EA11ED743E43}"/>
              </a:ext>
            </a:extLst>
          </p:cNvPr>
          <p:cNvSpPr txBox="1"/>
          <p:nvPr/>
        </p:nvSpPr>
        <p:spPr>
          <a:xfrm>
            <a:off x="762000" y="6269831"/>
            <a:ext cx="33575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Speed-Torque Curve</a:t>
            </a:r>
            <a:endParaRPr lang="en-US" dirty="0"/>
          </a:p>
        </p:txBody>
      </p:sp>
      <p:sp>
        <p:nvSpPr>
          <p:cNvPr id="18" name="TextBox 17">
            <a:extLst>
              <a:ext uri="{FF2B5EF4-FFF2-40B4-BE49-F238E27FC236}">
                <a16:creationId xmlns:a16="http://schemas.microsoft.com/office/drawing/2014/main" id="{9861BA7F-66CC-0CC0-8A24-BC40656E4129}"/>
              </a:ext>
            </a:extLst>
          </p:cNvPr>
          <p:cNvSpPr txBox="1"/>
          <p:nvPr/>
        </p:nvSpPr>
        <p:spPr>
          <a:xfrm>
            <a:off x="4119563" y="6257925"/>
            <a:ext cx="33575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Back EMF Constant Curve Fit</a:t>
            </a:r>
            <a:endParaRPr lang="en-US" dirty="0" err="1"/>
          </a:p>
        </p:txBody>
      </p:sp>
    </p:spTree>
    <p:extLst>
      <p:ext uri="{BB962C8B-B14F-4D97-AF65-F5344CB8AC3E}">
        <p14:creationId xmlns:p14="http://schemas.microsoft.com/office/powerpoint/2010/main" val="3959460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87A022-0BDA-08B5-0B0A-DBFA44BD5773}"/>
              </a:ext>
            </a:extLst>
          </p:cNvPr>
          <p:cNvSpPr>
            <a:spLocks noGrp="1"/>
          </p:cNvSpPr>
          <p:nvPr>
            <p:ph type="body" sz="quarter" idx="17"/>
          </p:nvPr>
        </p:nvSpPr>
        <p:spPr/>
        <p:txBody>
          <a:bodyPr lIns="91440" tIns="45720" rIns="91440" bIns="45720" anchor="t">
            <a:normAutofit/>
          </a:bodyPr>
          <a:lstStyle/>
          <a:p>
            <a:r>
              <a:rPr lang="en-US" dirty="0">
                <a:cs typeface="Arial"/>
              </a:rPr>
              <a:t>The equipment must have sub-system relevant capabilities</a:t>
            </a:r>
          </a:p>
          <a:p>
            <a:pPr lvl="1"/>
            <a:r>
              <a:rPr lang="en-US" dirty="0">
                <a:cs typeface="Arial"/>
              </a:rPr>
              <a:t>Able to apply desired voltages</a:t>
            </a:r>
          </a:p>
          <a:p>
            <a:pPr lvl="1"/>
            <a:r>
              <a:rPr lang="en-US" dirty="0">
                <a:cs typeface="Arial"/>
              </a:rPr>
              <a:t>Able to use the same stop criteria that will be on flight</a:t>
            </a:r>
          </a:p>
          <a:p>
            <a:pPr lvl="1"/>
            <a:r>
              <a:rPr lang="en-US" dirty="0">
                <a:cs typeface="Arial"/>
              </a:rPr>
              <a:t>Able to apply braking similarly to mimic wear and tear</a:t>
            </a:r>
          </a:p>
        </p:txBody>
      </p:sp>
      <p:sp>
        <p:nvSpPr>
          <p:cNvPr id="3" name="Title 2">
            <a:extLst>
              <a:ext uri="{FF2B5EF4-FFF2-40B4-BE49-F238E27FC236}">
                <a16:creationId xmlns:a16="http://schemas.microsoft.com/office/drawing/2014/main" id="{AB6C019B-6735-2616-B84E-9E176868C388}"/>
              </a:ext>
            </a:extLst>
          </p:cNvPr>
          <p:cNvSpPr>
            <a:spLocks noGrp="1"/>
          </p:cNvSpPr>
          <p:nvPr>
            <p:ph type="title"/>
          </p:nvPr>
        </p:nvSpPr>
        <p:spPr/>
        <p:txBody>
          <a:bodyPr lIns="91440" tIns="45720" rIns="91440" bIns="45720" anchor="t"/>
          <a:lstStyle/>
          <a:p>
            <a:r>
              <a:rPr lang="en-US" dirty="0"/>
              <a:t>Project Goals Elaborated</a:t>
            </a:r>
          </a:p>
        </p:txBody>
      </p:sp>
      <p:sp>
        <p:nvSpPr>
          <p:cNvPr id="4" name="Text Placeholder 3">
            <a:extLst>
              <a:ext uri="{FF2B5EF4-FFF2-40B4-BE49-F238E27FC236}">
                <a16:creationId xmlns:a16="http://schemas.microsoft.com/office/drawing/2014/main" id="{96C611C8-AD12-8426-B021-D902DA1B3E8A}"/>
              </a:ext>
            </a:extLst>
          </p:cNvPr>
          <p:cNvSpPr>
            <a:spLocks noGrp="1"/>
          </p:cNvSpPr>
          <p:nvPr>
            <p:ph type="body" sz="quarter" idx="10"/>
          </p:nvPr>
        </p:nvSpPr>
        <p:spPr/>
        <p:txBody>
          <a:bodyPr lIns="91440" tIns="45720" rIns="91440" bIns="45720" anchor="t"/>
          <a:lstStyle/>
          <a:p>
            <a:r>
              <a:rPr lang="en-US" dirty="0">
                <a:ea typeface="+mj-lt"/>
                <a:cs typeface="+mj-lt"/>
              </a:rPr>
              <a:t>Ensure sub-systems work properly </a:t>
            </a:r>
            <a:endParaRPr lang="en-US"/>
          </a:p>
        </p:txBody>
      </p:sp>
      <p:sp>
        <p:nvSpPr>
          <p:cNvPr id="5" name="Date Placeholder 4">
            <a:extLst>
              <a:ext uri="{FF2B5EF4-FFF2-40B4-BE49-F238E27FC236}">
                <a16:creationId xmlns:a16="http://schemas.microsoft.com/office/drawing/2014/main" id="{4A9ACFB4-012A-6503-D719-83D56D2D4BB9}"/>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4EE824C7-354F-4944-F922-A3A16049DB20}"/>
              </a:ext>
            </a:extLst>
          </p:cNvPr>
          <p:cNvSpPr>
            <a:spLocks noGrp="1"/>
          </p:cNvSpPr>
          <p:nvPr>
            <p:ph type="ftr" sz="quarter" idx="19"/>
          </p:nvPr>
        </p:nvSpPr>
        <p:spPr/>
        <p:txBody>
          <a:bodyPr/>
          <a:lstStyle/>
          <a:p>
            <a:r>
              <a:rPr lang="en-US" dirty="0"/>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4E56F50A-E2F9-DA38-59B0-836ABFA59890}"/>
              </a:ext>
            </a:extLst>
          </p:cNvPr>
          <p:cNvSpPr>
            <a:spLocks noGrp="1"/>
          </p:cNvSpPr>
          <p:nvPr>
            <p:ph type="sldNum" sz="quarter" idx="20"/>
          </p:nvPr>
        </p:nvSpPr>
        <p:spPr/>
        <p:txBody>
          <a:bodyPr/>
          <a:lstStyle/>
          <a:p>
            <a:fld id="{2D04F4CF-F641-6E4E-8F87-8EB8AA2BFA51}" type="slidenum">
              <a:rPr lang="en-US" dirty="0" smtClean="0"/>
              <a:pPr/>
              <a:t>5</a:t>
            </a:fld>
            <a:endParaRPr lang="en-US" dirty="0"/>
          </a:p>
        </p:txBody>
      </p:sp>
      <p:sp>
        <p:nvSpPr>
          <p:cNvPr id="12" name="TextBox 11">
            <a:extLst>
              <a:ext uri="{FF2B5EF4-FFF2-40B4-BE49-F238E27FC236}">
                <a16:creationId xmlns:a16="http://schemas.microsoft.com/office/drawing/2014/main" id="{518B2A79-8763-E42F-B9B5-470857DA0895}"/>
              </a:ext>
            </a:extLst>
          </p:cNvPr>
          <p:cNvSpPr txBox="1"/>
          <p:nvPr/>
        </p:nvSpPr>
        <p:spPr>
          <a:xfrm>
            <a:off x="10937174" y="167442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8" name="Picture 7">
            <a:extLst>
              <a:ext uri="{FF2B5EF4-FFF2-40B4-BE49-F238E27FC236}">
                <a16:creationId xmlns:a16="http://schemas.microsoft.com/office/drawing/2014/main" id="{740FE3EF-BA1A-FA85-A797-3FF29CAA29D4}"/>
              </a:ext>
            </a:extLst>
          </p:cNvPr>
          <p:cNvPicPr>
            <a:picLocks noChangeAspect="1"/>
          </p:cNvPicPr>
          <p:nvPr/>
        </p:nvPicPr>
        <p:blipFill>
          <a:blip r:embed="rId3"/>
          <a:stretch>
            <a:fillRect/>
          </a:stretch>
        </p:blipFill>
        <p:spPr>
          <a:xfrm>
            <a:off x="7166494" y="2318069"/>
            <a:ext cx="4243387" cy="3774093"/>
          </a:xfrm>
          <a:prstGeom prst="rect">
            <a:avLst/>
          </a:prstGeom>
        </p:spPr>
      </p:pic>
      <p:cxnSp>
        <p:nvCxnSpPr>
          <p:cNvPr id="9" name="Straight Arrow Connector 8">
            <a:extLst>
              <a:ext uri="{FF2B5EF4-FFF2-40B4-BE49-F238E27FC236}">
                <a16:creationId xmlns:a16="http://schemas.microsoft.com/office/drawing/2014/main" id="{CA75CEDF-844E-66C6-8A15-A8B612EF5694}"/>
              </a:ext>
            </a:extLst>
          </p:cNvPr>
          <p:cNvCxnSpPr/>
          <p:nvPr/>
        </p:nvCxnSpPr>
        <p:spPr>
          <a:xfrm flipV="1">
            <a:off x="10172780" y="4419238"/>
            <a:ext cx="409256" cy="16284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A4F2293-F05B-FF1E-3FF5-EAA543D6B4F1}"/>
              </a:ext>
            </a:extLst>
          </p:cNvPr>
          <p:cNvSpPr txBox="1"/>
          <p:nvPr/>
        </p:nvSpPr>
        <p:spPr>
          <a:xfrm>
            <a:off x="8491244" y="6017727"/>
            <a:ext cx="345211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Stop criterion satisfied such as triggering a contact switch </a:t>
            </a:r>
          </a:p>
        </p:txBody>
      </p:sp>
      <p:pic>
        <p:nvPicPr>
          <p:cNvPr id="13" name="Picture 12">
            <a:extLst>
              <a:ext uri="{FF2B5EF4-FFF2-40B4-BE49-F238E27FC236}">
                <a16:creationId xmlns:a16="http://schemas.microsoft.com/office/drawing/2014/main" id="{E17229C4-9655-1AF2-4FDC-6FC8C4668A64}"/>
              </a:ext>
            </a:extLst>
          </p:cNvPr>
          <p:cNvPicPr>
            <a:picLocks noChangeAspect="1"/>
          </p:cNvPicPr>
          <p:nvPr/>
        </p:nvPicPr>
        <p:blipFill>
          <a:blip r:embed="rId4"/>
          <a:stretch>
            <a:fillRect/>
          </a:stretch>
        </p:blipFill>
        <p:spPr>
          <a:xfrm>
            <a:off x="9360529" y="1447924"/>
            <a:ext cx="1954730" cy="1573329"/>
          </a:xfrm>
          <a:prstGeom prst="rect">
            <a:avLst/>
          </a:prstGeom>
        </p:spPr>
      </p:pic>
      <p:cxnSp>
        <p:nvCxnSpPr>
          <p:cNvPr id="14" name="Straight Arrow Connector 13">
            <a:extLst>
              <a:ext uri="{FF2B5EF4-FFF2-40B4-BE49-F238E27FC236}">
                <a16:creationId xmlns:a16="http://schemas.microsoft.com/office/drawing/2014/main" id="{883EC5A7-C901-7921-69AC-5287024167FC}"/>
              </a:ext>
            </a:extLst>
          </p:cNvPr>
          <p:cNvCxnSpPr>
            <a:cxnSpLocks/>
          </p:cNvCxnSpPr>
          <p:nvPr/>
        </p:nvCxnSpPr>
        <p:spPr>
          <a:xfrm flipH="1">
            <a:off x="10739310" y="4189503"/>
            <a:ext cx="369031" cy="678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DBD750E8-4E93-BF89-9A28-AEDE5A89B2B9}"/>
              </a:ext>
            </a:extLst>
          </p:cNvPr>
          <p:cNvPicPr>
            <a:picLocks noChangeAspect="1"/>
          </p:cNvPicPr>
          <p:nvPr/>
        </p:nvPicPr>
        <p:blipFill>
          <a:blip r:embed="rId5"/>
          <a:stretch>
            <a:fillRect/>
          </a:stretch>
        </p:blipFill>
        <p:spPr>
          <a:xfrm>
            <a:off x="134858" y="2995815"/>
            <a:ext cx="3843683" cy="2834404"/>
          </a:xfrm>
          <a:prstGeom prst="rect">
            <a:avLst/>
          </a:prstGeom>
        </p:spPr>
      </p:pic>
      <p:pic>
        <p:nvPicPr>
          <p:cNvPr id="11" name="Picture 10" descr="OMH(3xxx,090)(B,S)">
            <a:extLst>
              <a:ext uri="{FF2B5EF4-FFF2-40B4-BE49-F238E27FC236}">
                <a16:creationId xmlns:a16="http://schemas.microsoft.com/office/drawing/2014/main" id="{8A6E3492-F4D1-75DD-88BB-CC6F34C846A8}"/>
              </a:ext>
            </a:extLst>
          </p:cNvPr>
          <p:cNvPicPr>
            <a:picLocks noChangeAspect="1"/>
          </p:cNvPicPr>
          <p:nvPr/>
        </p:nvPicPr>
        <p:blipFill>
          <a:blip r:embed="rId6"/>
          <a:stretch>
            <a:fillRect/>
          </a:stretch>
        </p:blipFill>
        <p:spPr>
          <a:xfrm>
            <a:off x="9986733" y="811989"/>
            <a:ext cx="952073" cy="956211"/>
          </a:xfrm>
          <a:prstGeom prst="rect">
            <a:avLst/>
          </a:prstGeom>
        </p:spPr>
      </p:pic>
      <p:pic>
        <p:nvPicPr>
          <p:cNvPr id="16" name="Picture 15">
            <a:extLst>
              <a:ext uri="{FF2B5EF4-FFF2-40B4-BE49-F238E27FC236}">
                <a16:creationId xmlns:a16="http://schemas.microsoft.com/office/drawing/2014/main" id="{4F074383-5156-B480-EF60-4558327F8551}"/>
              </a:ext>
            </a:extLst>
          </p:cNvPr>
          <p:cNvPicPr>
            <a:picLocks noChangeAspect="1"/>
          </p:cNvPicPr>
          <p:nvPr/>
        </p:nvPicPr>
        <p:blipFill>
          <a:blip r:embed="rId7"/>
          <a:stretch>
            <a:fillRect/>
          </a:stretch>
        </p:blipFill>
        <p:spPr>
          <a:xfrm>
            <a:off x="2853635" y="3719848"/>
            <a:ext cx="3754783" cy="2797607"/>
          </a:xfrm>
          <a:prstGeom prst="rect">
            <a:avLst/>
          </a:prstGeom>
        </p:spPr>
      </p:pic>
      <p:sp>
        <p:nvSpPr>
          <p:cNvPr id="17" name="TextBox 16">
            <a:extLst>
              <a:ext uri="{FF2B5EF4-FFF2-40B4-BE49-F238E27FC236}">
                <a16:creationId xmlns:a16="http://schemas.microsoft.com/office/drawing/2014/main" id="{720E3A1E-C5A5-087A-433C-8DDA2A887B22}"/>
              </a:ext>
            </a:extLst>
          </p:cNvPr>
          <p:cNvSpPr txBox="1"/>
          <p:nvPr/>
        </p:nvSpPr>
        <p:spPr>
          <a:xfrm>
            <a:off x="10322890" y="3527286"/>
            <a:ext cx="22843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Employ different braking methods</a:t>
            </a:r>
            <a:endParaRPr lang="en-US" dirty="0"/>
          </a:p>
        </p:txBody>
      </p:sp>
      <p:sp>
        <p:nvSpPr>
          <p:cNvPr id="18" name="TextBox 17">
            <a:extLst>
              <a:ext uri="{FF2B5EF4-FFF2-40B4-BE49-F238E27FC236}">
                <a16:creationId xmlns:a16="http://schemas.microsoft.com/office/drawing/2014/main" id="{3DDCBD09-54F2-764E-45AD-DEF4199FD8D9}"/>
              </a:ext>
            </a:extLst>
          </p:cNvPr>
          <p:cNvSpPr txBox="1"/>
          <p:nvPr/>
        </p:nvSpPr>
        <p:spPr>
          <a:xfrm>
            <a:off x="1099234" y="3334238"/>
            <a:ext cx="3175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Arial"/>
              </a:rPr>
              <a:t>Without dynamic braking</a:t>
            </a:r>
            <a:br>
              <a:rPr lang="en-US" sz="1400" dirty="0">
                <a:cs typeface="Arial"/>
              </a:rPr>
            </a:br>
            <a:r>
              <a:rPr lang="en-US" sz="1400" dirty="0">
                <a:cs typeface="Arial"/>
              </a:rPr>
              <a:t>(no physical brake)</a:t>
            </a:r>
          </a:p>
        </p:txBody>
      </p:sp>
      <p:sp>
        <p:nvSpPr>
          <p:cNvPr id="19" name="TextBox 18">
            <a:extLst>
              <a:ext uri="{FF2B5EF4-FFF2-40B4-BE49-F238E27FC236}">
                <a16:creationId xmlns:a16="http://schemas.microsoft.com/office/drawing/2014/main" id="{865A49FD-AA93-EB31-AC36-4EFAD400EA10}"/>
              </a:ext>
            </a:extLst>
          </p:cNvPr>
          <p:cNvSpPr txBox="1"/>
          <p:nvPr/>
        </p:nvSpPr>
        <p:spPr>
          <a:xfrm>
            <a:off x="4274234" y="4180742"/>
            <a:ext cx="3175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Arial"/>
              </a:rPr>
              <a:t>With dynamic braking</a:t>
            </a:r>
            <a:br>
              <a:rPr lang="en-US" sz="1400" dirty="0">
                <a:cs typeface="Arial"/>
              </a:rPr>
            </a:br>
            <a:r>
              <a:rPr lang="en-US" sz="1400" dirty="0">
                <a:cs typeface="Arial"/>
              </a:rPr>
              <a:t>(no physical brake)</a:t>
            </a:r>
          </a:p>
        </p:txBody>
      </p:sp>
    </p:spTree>
    <p:extLst>
      <p:ext uri="{BB962C8B-B14F-4D97-AF65-F5344CB8AC3E}">
        <p14:creationId xmlns:p14="http://schemas.microsoft.com/office/powerpoint/2010/main" val="718918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4E45F4-9928-6125-62A0-83AAC1C77511}"/>
              </a:ext>
            </a:extLst>
          </p:cNvPr>
          <p:cNvSpPr>
            <a:spLocks noGrp="1"/>
          </p:cNvSpPr>
          <p:nvPr>
            <p:ph type="body" sz="quarter" idx="17"/>
          </p:nvPr>
        </p:nvSpPr>
        <p:spPr/>
        <p:txBody>
          <a:bodyPr lIns="91440" tIns="45720" rIns="91440" bIns="45720" anchor="t">
            <a:normAutofit/>
          </a:bodyPr>
          <a:lstStyle/>
          <a:p>
            <a:r>
              <a:rPr lang="en-US" dirty="0">
                <a:cs typeface="Arial"/>
              </a:rPr>
              <a:t>Telemetry galore!</a:t>
            </a:r>
          </a:p>
          <a:p>
            <a:pPr lvl="1"/>
            <a:r>
              <a:rPr lang="en-US" dirty="0">
                <a:cs typeface="Arial"/>
              </a:rPr>
              <a:t>Should know voltage/ current applied</a:t>
            </a:r>
          </a:p>
          <a:p>
            <a:pPr lvl="1"/>
            <a:r>
              <a:rPr lang="en-US" dirty="0">
                <a:cs typeface="Arial"/>
              </a:rPr>
              <a:t>Current velocity</a:t>
            </a:r>
          </a:p>
          <a:p>
            <a:pPr lvl="1"/>
            <a:r>
              <a:rPr lang="en-US" dirty="0">
                <a:cs typeface="Arial"/>
              </a:rPr>
              <a:t>Temperature external to the motor as well as internal</a:t>
            </a:r>
          </a:p>
          <a:p>
            <a:pPr lvl="1"/>
            <a:r>
              <a:rPr lang="en-US" dirty="0">
                <a:cs typeface="Arial"/>
              </a:rPr>
              <a:t>Value of the sync output (used to ensure timing is sync'd between telemetry devices)</a:t>
            </a:r>
          </a:p>
        </p:txBody>
      </p:sp>
      <p:sp>
        <p:nvSpPr>
          <p:cNvPr id="3" name="Title 2">
            <a:extLst>
              <a:ext uri="{FF2B5EF4-FFF2-40B4-BE49-F238E27FC236}">
                <a16:creationId xmlns:a16="http://schemas.microsoft.com/office/drawing/2014/main" id="{152C998D-CAFA-8F8A-81F2-D6F8AE992E2D}"/>
              </a:ext>
            </a:extLst>
          </p:cNvPr>
          <p:cNvSpPr>
            <a:spLocks noGrp="1"/>
          </p:cNvSpPr>
          <p:nvPr>
            <p:ph type="title"/>
          </p:nvPr>
        </p:nvSpPr>
        <p:spPr/>
        <p:txBody>
          <a:bodyPr lIns="91440" tIns="45720" rIns="91440" bIns="45720" anchor="t"/>
          <a:lstStyle/>
          <a:p>
            <a:r>
              <a:rPr lang="en-US" sz="3000" dirty="0">
                <a:cs typeface="Arial"/>
              </a:rPr>
              <a:t>Project Goals Elaborated</a:t>
            </a:r>
            <a:endParaRPr lang="en-US" dirty="0"/>
          </a:p>
        </p:txBody>
      </p:sp>
      <p:sp>
        <p:nvSpPr>
          <p:cNvPr id="4" name="Text Placeholder 3">
            <a:extLst>
              <a:ext uri="{FF2B5EF4-FFF2-40B4-BE49-F238E27FC236}">
                <a16:creationId xmlns:a16="http://schemas.microsoft.com/office/drawing/2014/main" id="{A26FCBC7-63CC-9B47-8559-6FD6D06C3807}"/>
              </a:ext>
            </a:extLst>
          </p:cNvPr>
          <p:cNvSpPr>
            <a:spLocks noGrp="1"/>
          </p:cNvSpPr>
          <p:nvPr>
            <p:ph type="body" sz="quarter" idx="10"/>
          </p:nvPr>
        </p:nvSpPr>
        <p:spPr/>
        <p:txBody>
          <a:bodyPr lIns="91440" tIns="45720" rIns="91440" bIns="45720" anchor="t"/>
          <a:lstStyle/>
          <a:p>
            <a:r>
              <a:rPr lang="en-US" dirty="0">
                <a:ea typeface="+mj-lt"/>
                <a:cs typeface="+mj-lt"/>
              </a:rPr>
              <a:t>Verify sensors function and yield reliable information</a:t>
            </a:r>
            <a:endParaRPr lang="en-US" dirty="0"/>
          </a:p>
        </p:txBody>
      </p:sp>
      <p:sp>
        <p:nvSpPr>
          <p:cNvPr id="5" name="Date Placeholder 4">
            <a:extLst>
              <a:ext uri="{FF2B5EF4-FFF2-40B4-BE49-F238E27FC236}">
                <a16:creationId xmlns:a16="http://schemas.microsoft.com/office/drawing/2014/main" id="{5583A2A8-DF0B-8F25-2D79-6AE3D9CD2F79}"/>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FCC4CDA9-A744-559E-70BC-45DDCEE32F9D}"/>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D9F3365A-C81B-B03D-AC4C-C04D5E1F5E01}"/>
              </a:ext>
            </a:extLst>
          </p:cNvPr>
          <p:cNvSpPr>
            <a:spLocks noGrp="1"/>
          </p:cNvSpPr>
          <p:nvPr>
            <p:ph type="sldNum" sz="quarter" idx="20"/>
          </p:nvPr>
        </p:nvSpPr>
        <p:spPr/>
        <p:txBody>
          <a:bodyPr/>
          <a:lstStyle/>
          <a:p>
            <a:fld id="{2D04F4CF-F641-6E4E-8F87-8EB8AA2BFA51}" type="slidenum">
              <a:rPr lang="en-US" smtClean="0"/>
              <a:pPr/>
              <a:t>6</a:t>
            </a:fld>
            <a:endParaRPr lang="en-US"/>
          </a:p>
        </p:txBody>
      </p:sp>
      <p:pic>
        <p:nvPicPr>
          <p:cNvPr id="9" name="Picture 8" descr="Graphical user interface, chart&#10;&#10;Description automatically generated">
            <a:extLst>
              <a:ext uri="{FF2B5EF4-FFF2-40B4-BE49-F238E27FC236}">
                <a16:creationId xmlns:a16="http://schemas.microsoft.com/office/drawing/2014/main" id="{D4BF9736-E67C-6B97-3042-363759FF30D8}"/>
              </a:ext>
            </a:extLst>
          </p:cNvPr>
          <p:cNvPicPr>
            <a:picLocks noChangeAspect="1"/>
          </p:cNvPicPr>
          <p:nvPr/>
        </p:nvPicPr>
        <p:blipFill>
          <a:blip r:embed="rId3"/>
          <a:stretch>
            <a:fillRect/>
          </a:stretch>
        </p:blipFill>
        <p:spPr>
          <a:xfrm>
            <a:off x="240323" y="3090858"/>
            <a:ext cx="5336931" cy="2654553"/>
          </a:xfrm>
          <a:prstGeom prst="rect">
            <a:avLst/>
          </a:prstGeom>
        </p:spPr>
      </p:pic>
      <p:pic>
        <p:nvPicPr>
          <p:cNvPr id="10" name="Picture 9">
            <a:extLst>
              <a:ext uri="{FF2B5EF4-FFF2-40B4-BE49-F238E27FC236}">
                <a16:creationId xmlns:a16="http://schemas.microsoft.com/office/drawing/2014/main" id="{2BDF5272-46A5-B098-1BB9-FBA836B87CC5}"/>
              </a:ext>
            </a:extLst>
          </p:cNvPr>
          <p:cNvPicPr>
            <a:picLocks noChangeAspect="1"/>
          </p:cNvPicPr>
          <p:nvPr/>
        </p:nvPicPr>
        <p:blipFill rotWithShape="1">
          <a:blip r:embed="rId4"/>
          <a:srcRect t="6406" r="267" b="11388"/>
          <a:stretch/>
        </p:blipFill>
        <p:spPr>
          <a:xfrm>
            <a:off x="6438900" y="3052396"/>
            <a:ext cx="4714157" cy="2907587"/>
          </a:xfrm>
          <a:prstGeom prst="rect">
            <a:avLst/>
          </a:prstGeom>
        </p:spPr>
      </p:pic>
      <p:sp>
        <p:nvSpPr>
          <p:cNvPr id="11" name="TextBox 10">
            <a:extLst>
              <a:ext uri="{FF2B5EF4-FFF2-40B4-BE49-F238E27FC236}">
                <a16:creationId xmlns:a16="http://schemas.microsoft.com/office/drawing/2014/main" id="{DBB92CC3-D7CB-5A75-6C64-DC6E9726FDB5}"/>
              </a:ext>
            </a:extLst>
          </p:cNvPr>
          <p:cNvSpPr txBox="1"/>
          <p:nvPr/>
        </p:nvSpPr>
        <p:spPr>
          <a:xfrm>
            <a:off x="1521068" y="5758961"/>
            <a:ext cx="318281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Internal and External Temperature Telemetry</a:t>
            </a:r>
          </a:p>
        </p:txBody>
      </p:sp>
      <p:sp>
        <p:nvSpPr>
          <p:cNvPr id="12" name="TextBox 11">
            <a:extLst>
              <a:ext uri="{FF2B5EF4-FFF2-40B4-BE49-F238E27FC236}">
                <a16:creationId xmlns:a16="http://schemas.microsoft.com/office/drawing/2014/main" id="{F1536580-0806-EC45-BD12-93949CD7DF12}"/>
              </a:ext>
            </a:extLst>
          </p:cNvPr>
          <p:cNvSpPr txBox="1"/>
          <p:nvPr/>
        </p:nvSpPr>
        <p:spPr>
          <a:xfrm>
            <a:off x="7677150" y="6003680"/>
            <a:ext cx="258493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Voltage Command and Time Sync Telemetry</a:t>
            </a:r>
            <a:endParaRPr lang="en-US" dirty="0"/>
          </a:p>
        </p:txBody>
      </p:sp>
    </p:spTree>
    <p:extLst>
      <p:ext uri="{BB962C8B-B14F-4D97-AF65-F5344CB8AC3E}">
        <p14:creationId xmlns:p14="http://schemas.microsoft.com/office/powerpoint/2010/main" val="1319443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AB23CA-61C6-87A2-6AA0-DD894826F61C}"/>
              </a:ext>
            </a:extLst>
          </p:cNvPr>
          <p:cNvSpPr>
            <a:spLocks noGrp="1"/>
          </p:cNvSpPr>
          <p:nvPr>
            <p:ph type="body" sz="quarter" idx="17"/>
          </p:nvPr>
        </p:nvSpPr>
        <p:spPr/>
        <p:txBody>
          <a:bodyPr lIns="91440" tIns="45720" rIns="91440" bIns="45720" anchor="t">
            <a:normAutofit/>
          </a:bodyPr>
          <a:lstStyle/>
          <a:p>
            <a:r>
              <a:rPr lang="en-US" dirty="0">
                <a:cs typeface="Arial"/>
              </a:rPr>
              <a:t>Outlined command requirements</a:t>
            </a:r>
          </a:p>
          <a:p>
            <a:pPr lvl="1"/>
            <a:r>
              <a:rPr lang="en-US">
                <a:cs typeface="Arial"/>
              </a:rPr>
              <a:t>Worked based off a tier system </a:t>
            </a:r>
          </a:p>
          <a:p>
            <a:pPr lvl="1"/>
            <a:r>
              <a:rPr lang="en-US">
                <a:cs typeface="Arial"/>
              </a:rPr>
              <a:t>Lowest level requirements were closely tied to functionality of drive</a:t>
            </a:r>
          </a:p>
          <a:p>
            <a:pPr lvl="1"/>
            <a:r>
              <a:rPr lang="en-US" dirty="0">
                <a:cs typeface="Arial"/>
              </a:rPr>
              <a:t>Higher level requirements akin to sub-system specific requirements</a:t>
            </a:r>
          </a:p>
        </p:txBody>
      </p:sp>
      <p:sp>
        <p:nvSpPr>
          <p:cNvPr id="3" name="Title 2">
            <a:extLst>
              <a:ext uri="{FF2B5EF4-FFF2-40B4-BE49-F238E27FC236}">
                <a16:creationId xmlns:a16="http://schemas.microsoft.com/office/drawing/2014/main" id="{A8A1946E-C056-E504-ECD4-4A708D7DED73}"/>
              </a:ext>
            </a:extLst>
          </p:cNvPr>
          <p:cNvSpPr>
            <a:spLocks noGrp="1"/>
          </p:cNvSpPr>
          <p:nvPr>
            <p:ph type="title"/>
          </p:nvPr>
        </p:nvSpPr>
        <p:spPr/>
        <p:txBody>
          <a:bodyPr lIns="91440" tIns="45720" rIns="91440" bIns="45720" anchor="t"/>
          <a:lstStyle/>
          <a:p>
            <a:r>
              <a:rPr lang="en-US" dirty="0"/>
              <a:t>Project Requirements</a:t>
            </a:r>
          </a:p>
        </p:txBody>
      </p:sp>
      <p:sp>
        <p:nvSpPr>
          <p:cNvPr id="4" name="Text Placeholder 3">
            <a:extLst>
              <a:ext uri="{FF2B5EF4-FFF2-40B4-BE49-F238E27FC236}">
                <a16:creationId xmlns:a16="http://schemas.microsoft.com/office/drawing/2014/main" id="{3BBCF034-8AE9-3B72-B33B-D97ABEAFB665}"/>
              </a:ext>
            </a:extLst>
          </p:cNvPr>
          <p:cNvSpPr>
            <a:spLocks noGrp="1"/>
          </p:cNvSpPr>
          <p:nvPr>
            <p:ph type="body" sz="quarter" idx="10"/>
          </p:nvPr>
        </p:nvSpPr>
        <p:spPr/>
        <p:txBody>
          <a:bodyPr/>
          <a:lstStyle/>
          <a:p>
            <a:endParaRPr lang="en-US"/>
          </a:p>
        </p:txBody>
      </p:sp>
      <p:sp>
        <p:nvSpPr>
          <p:cNvPr id="5" name="Date Placeholder 4">
            <a:extLst>
              <a:ext uri="{FF2B5EF4-FFF2-40B4-BE49-F238E27FC236}">
                <a16:creationId xmlns:a16="http://schemas.microsoft.com/office/drawing/2014/main" id="{6598375C-88AD-B789-2F56-312B2661C2BF}"/>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EC3B2D41-C08B-4B53-1D97-F6472886A9C3}"/>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F501BA35-7507-1C80-39DF-36CD6E54049B}"/>
              </a:ext>
            </a:extLst>
          </p:cNvPr>
          <p:cNvSpPr>
            <a:spLocks noGrp="1"/>
          </p:cNvSpPr>
          <p:nvPr>
            <p:ph type="sldNum" sz="quarter" idx="20"/>
          </p:nvPr>
        </p:nvSpPr>
        <p:spPr/>
        <p:txBody>
          <a:bodyPr/>
          <a:lstStyle/>
          <a:p>
            <a:fld id="{2D04F4CF-F641-6E4E-8F87-8EB8AA2BFA51}" type="slidenum">
              <a:rPr lang="en-US" smtClean="0"/>
              <a:pPr/>
              <a:t>7</a:t>
            </a:fld>
            <a:endParaRPr lang="en-US"/>
          </a:p>
        </p:txBody>
      </p:sp>
      <p:pic>
        <p:nvPicPr>
          <p:cNvPr id="8" name="Picture 7">
            <a:extLst>
              <a:ext uri="{FF2B5EF4-FFF2-40B4-BE49-F238E27FC236}">
                <a16:creationId xmlns:a16="http://schemas.microsoft.com/office/drawing/2014/main" id="{0374A2A6-72DF-AF08-ACC2-963778985439}"/>
              </a:ext>
            </a:extLst>
          </p:cNvPr>
          <p:cNvPicPr>
            <a:picLocks noChangeAspect="1"/>
          </p:cNvPicPr>
          <p:nvPr/>
        </p:nvPicPr>
        <p:blipFill>
          <a:blip r:embed="rId3"/>
          <a:stretch>
            <a:fillRect/>
          </a:stretch>
        </p:blipFill>
        <p:spPr>
          <a:xfrm>
            <a:off x="79829" y="3908839"/>
            <a:ext cx="3911600" cy="2066551"/>
          </a:xfrm>
          <a:prstGeom prst="rect">
            <a:avLst/>
          </a:prstGeom>
        </p:spPr>
      </p:pic>
      <p:pic>
        <p:nvPicPr>
          <p:cNvPr id="9" name="Picture 8">
            <a:extLst>
              <a:ext uri="{FF2B5EF4-FFF2-40B4-BE49-F238E27FC236}">
                <a16:creationId xmlns:a16="http://schemas.microsoft.com/office/drawing/2014/main" id="{AC14F254-8C96-4FEE-F2DB-06336AF436CD}"/>
              </a:ext>
            </a:extLst>
          </p:cNvPr>
          <p:cNvPicPr>
            <a:picLocks noChangeAspect="1"/>
          </p:cNvPicPr>
          <p:nvPr/>
        </p:nvPicPr>
        <p:blipFill>
          <a:blip r:embed="rId4"/>
          <a:stretch>
            <a:fillRect/>
          </a:stretch>
        </p:blipFill>
        <p:spPr>
          <a:xfrm>
            <a:off x="4223657" y="3912311"/>
            <a:ext cx="3918858" cy="2059609"/>
          </a:xfrm>
          <a:prstGeom prst="rect">
            <a:avLst/>
          </a:prstGeom>
        </p:spPr>
      </p:pic>
      <p:pic>
        <p:nvPicPr>
          <p:cNvPr id="10" name="Picture 9">
            <a:extLst>
              <a:ext uri="{FF2B5EF4-FFF2-40B4-BE49-F238E27FC236}">
                <a16:creationId xmlns:a16="http://schemas.microsoft.com/office/drawing/2014/main" id="{FC850E19-45D9-A57F-5621-4EC877C77CB1}"/>
              </a:ext>
            </a:extLst>
          </p:cNvPr>
          <p:cNvPicPr>
            <a:picLocks noChangeAspect="1"/>
          </p:cNvPicPr>
          <p:nvPr/>
        </p:nvPicPr>
        <p:blipFill>
          <a:blip r:embed="rId5"/>
          <a:stretch>
            <a:fillRect/>
          </a:stretch>
        </p:blipFill>
        <p:spPr>
          <a:xfrm>
            <a:off x="8229600" y="3863489"/>
            <a:ext cx="3889828" cy="2106451"/>
          </a:xfrm>
          <a:prstGeom prst="rect">
            <a:avLst/>
          </a:prstGeom>
        </p:spPr>
      </p:pic>
    </p:spTree>
    <p:extLst>
      <p:ext uri="{BB962C8B-B14F-4D97-AF65-F5344CB8AC3E}">
        <p14:creationId xmlns:p14="http://schemas.microsoft.com/office/powerpoint/2010/main" val="290685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F8233D-61EB-DA6C-CCEC-818F0F1330F0}"/>
              </a:ext>
            </a:extLst>
          </p:cNvPr>
          <p:cNvSpPr>
            <a:spLocks noGrp="1"/>
          </p:cNvSpPr>
          <p:nvPr>
            <p:ph type="body" sz="quarter" idx="17"/>
          </p:nvPr>
        </p:nvSpPr>
        <p:spPr/>
        <p:txBody>
          <a:bodyPr lIns="91440" tIns="45720" rIns="91440" bIns="45720" anchor="t">
            <a:normAutofit/>
          </a:bodyPr>
          <a:lstStyle/>
          <a:p>
            <a:r>
              <a:rPr lang="en-US" dirty="0"/>
              <a:t>Intel NUC 10 running Ubuntu 22.04</a:t>
            </a:r>
            <a:endParaRPr lang="en-US" dirty="0">
              <a:cs typeface="Arial"/>
            </a:endParaRPr>
          </a:p>
          <a:p>
            <a:r>
              <a:rPr lang="en-US" dirty="0">
                <a:cs typeface="Arial"/>
              </a:rPr>
              <a:t>Flight </a:t>
            </a:r>
            <a:r>
              <a:rPr lang="en-US" dirty="0" err="1">
                <a:cs typeface="Arial"/>
              </a:rPr>
              <a:t>BlueBox</a:t>
            </a:r>
            <a:endParaRPr lang="en-US" dirty="0">
              <a:cs typeface="Arial"/>
            </a:endParaRPr>
          </a:p>
          <a:p>
            <a:r>
              <a:rPr lang="en-US" dirty="0">
                <a:cs typeface="Arial"/>
              </a:rPr>
              <a:t>Various motors (M32, M45, test motors)</a:t>
            </a:r>
          </a:p>
          <a:p>
            <a:r>
              <a:rPr lang="en-US" dirty="0">
                <a:cs typeface="Arial"/>
              </a:rPr>
              <a:t>Various sensors (PRT, Hall sensors (used for contact switches))</a:t>
            </a:r>
          </a:p>
          <a:p>
            <a:endParaRPr lang="en-US" dirty="0">
              <a:cs typeface="Arial"/>
            </a:endParaRPr>
          </a:p>
        </p:txBody>
      </p:sp>
      <p:sp>
        <p:nvSpPr>
          <p:cNvPr id="3" name="Title 2">
            <a:extLst>
              <a:ext uri="{FF2B5EF4-FFF2-40B4-BE49-F238E27FC236}">
                <a16:creationId xmlns:a16="http://schemas.microsoft.com/office/drawing/2014/main" id="{2CE9A241-5C76-22F8-C588-93649B91D11B}"/>
              </a:ext>
            </a:extLst>
          </p:cNvPr>
          <p:cNvSpPr>
            <a:spLocks noGrp="1"/>
          </p:cNvSpPr>
          <p:nvPr>
            <p:ph type="title"/>
          </p:nvPr>
        </p:nvSpPr>
        <p:spPr/>
        <p:txBody>
          <a:bodyPr lIns="91440" tIns="45720" rIns="91440" bIns="45720" anchor="t"/>
          <a:lstStyle/>
          <a:p>
            <a:r>
              <a:rPr lang="en-US" dirty="0"/>
              <a:t>Computer/ Hardware Environment</a:t>
            </a:r>
          </a:p>
        </p:txBody>
      </p:sp>
      <p:sp>
        <p:nvSpPr>
          <p:cNvPr id="4" name="Text Placeholder 3">
            <a:extLst>
              <a:ext uri="{FF2B5EF4-FFF2-40B4-BE49-F238E27FC236}">
                <a16:creationId xmlns:a16="http://schemas.microsoft.com/office/drawing/2014/main" id="{EB60491B-511D-8CC0-08AB-80A4D36A489E}"/>
              </a:ext>
            </a:extLst>
          </p:cNvPr>
          <p:cNvSpPr>
            <a:spLocks noGrp="1"/>
          </p:cNvSpPr>
          <p:nvPr>
            <p:ph type="body" sz="quarter" idx="10"/>
          </p:nvPr>
        </p:nvSpPr>
        <p:spPr/>
        <p:txBody>
          <a:bodyPr lIns="91440" tIns="45720" rIns="91440" bIns="45720" anchor="t"/>
          <a:lstStyle/>
          <a:p>
            <a:r>
              <a:rPr lang="en-US" dirty="0"/>
              <a:t>Full Environment</a:t>
            </a:r>
          </a:p>
        </p:txBody>
      </p:sp>
      <p:sp>
        <p:nvSpPr>
          <p:cNvPr id="5" name="Date Placeholder 4">
            <a:extLst>
              <a:ext uri="{FF2B5EF4-FFF2-40B4-BE49-F238E27FC236}">
                <a16:creationId xmlns:a16="http://schemas.microsoft.com/office/drawing/2014/main" id="{94B3E445-3F3D-2846-F710-096F3A208CE2}"/>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C4A8FF0F-E0FD-E9B3-A820-7DA6F4B8F8F0}"/>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5189C027-09BF-F020-3433-021A474EDCB3}"/>
              </a:ext>
            </a:extLst>
          </p:cNvPr>
          <p:cNvSpPr>
            <a:spLocks noGrp="1"/>
          </p:cNvSpPr>
          <p:nvPr>
            <p:ph type="sldNum" sz="quarter" idx="20"/>
          </p:nvPr>
        </p:nvSpPr>
        <p:spPr/>
        <p:txBody>
          <a:bodyPr/>
          <a:lstStyle/>
          <a:p>
            <a:fld id="{2D04F4CF-F641-6E4E-8F87-8EB8AA2BFA51}" type="slidenum">
              <a:rPr lang="en-US" smtClean="0"/>
              <a:pPr/>
              <a:t>8</a:t>
            </a:fld>
            <a:endParaRPr lang="en-US"/>
          </a:p>
        </p:txBody>
      </p:sp>
      <p:pic>
        <p:nvPicPr>
          <p:cNvPr id="9" name="Picture 8">
            <a:extLst>
              <a:ext uri="{FF2B5EF4-FFF2-40B4-BE49-F238E27FC236}">
                <a16:creationId xmlns:a16="http://schemas.microsoft.com/office/drawing/2014/main" id="{0B075B96-80B7-67B4-03DA-3D6313B47E59}"/>
              </a:ext>
            </a:extLst>
          </p:cNvPr>
          <p:cNvPicPr>
            <a:picLocks noChangeAspect="1"/>
          </p:cNvPicPr>
          <p:nvPr/>
        </p:nvPicPr>
        <p:blipFill>
          <a:blip r:embed="rId3"/>
          <a:stretch>
            <a:fillRect/>
          </a:stretch>
        </p:blipFill>
        <p:spPr>
          <a:xfrm>
            <a:off x="233775" y="2703374"/>
            <a:ext cx="2731946" cy="2550541"/>
          </a:xfrm>
          <a:prstGeom prst="rect">
            <a:avLst/>
          </a:prstGeom>
        </p:spPr>
      </p:pic>
      <p:pic>
        <p:nvPicPr>
          <p:cNvPr id="10" name="Picture 9">
            <a:extLst>
              <a:ext uri="{FF2B5EF4-FFF2-40B4-BE49-F238E27FC236}">
                <a16:creationId xmlns:a16="http://schemas.microsoft.com/office/drawing/2014/main" id="{1088A367-C048-5228-CB22-C93A97AF54ED}"/>
              </a:ext>
            </a:extLst>
          </p:cNvPr>
          <p:cNvPicPr>
            <a:picLocks noChangeAspect="1"/>
          </p:cNvPicPr>
          <p:nvPr/>
        </p:nvPicPr>
        <p:blipFill>
          <a:blip r:embed="rId4"/>
          <a:stretch>
            <a:fillRect/>
          </a:stretch>
        </p:blipFill>
        <p:spPr>
          <a:xfrm>
            <a:off x="140304" y="4985605"/>
            <a:ext cx="2065867" cy="987076"/>
          </a:xfrm>
          <a:prstGeom prst="rect">
            <a:avLst/>
          </a:prstGeom>
        </p:spPr>
      </p:pic>
      <p:pic>
        <p:nvPicPr>
          <p:cNvPr id="13" name="Picture 12">
            <a:extLst>
              <a:ext uri="{FF2B5EF4-FFF2-40B4-BE49-F238E27FC236}">
                <a16:creationId xmlns:a16="http://schemas.microsoft.com/office/drawing/2014/main" id="{2AA9813E-1D53-77CA-16D5-6F02CD8A302B}"/>
              </a:ext>
            </a:extLst>
          </p:cNvPr>
          <p:cNvPicPr>
            <a:picLocks noChangeAspect="1"/>
          </p:cNvPicPr>
          <p:nvPr/>
        </p:nvPicPr>
        <p:blipFill>
          <a:blip r:embed="rId5"/>
          <a:stretch>
            <a:fillRect/>
          </a:stretch>
        </p:blipFill>
        <p:spPr>
          <a:xfrm>
            <a:off x="4168019" y="3370496"/>
            <a:ext cx="3855962" cy="2040151"/>
          </a:xfrm>
          <a:prstGeom prst="rect">
            <a:avLst/>
          </a:prstGeom>
        </p:spPr>
      </p:pic>
      <p:pic>
        <p:nvPicPr>
          <p:cNvPr id="11" name="Picture 10" descr="A picture containing appliance, dryer&#10;&#10;Description automatically generated">
            <a:extLst>
              <a:ext uri="{FF2B5EF4-FFF2-40B4-BE49-F238E27FC236}">
                <a16:creationId xmlns:a16="http://schemas.microsoft.com/office/drawing/2014/main" id="{08867E76-92BF-3750-7245-2E774B9EEF09}"/>
              </a:ext>
            </a:extLst>
          </p:cNvPr>
          <p:cNvPicPr>
            <a:picLocks noChangeAspect="1"/>
          </p:cNvPicPr>
          <p:nvPr/>
        </p:nvPicPr>
        <p:blipFill>
          <a:blip r:embed="rId6"/>
          <a:stretch>
            <a:fillRect/>
          </a:stretch>
        </p:blipFill>
        <p:spPr>
          <a:xfrm>
            <a:off x="8764209" y="4930019"/>
            <a:ext cx="3831771" cy="3849914"/>
          </a:xfrm>
          <a:prstGeom prst="rect">
            <a:avLst/>
          </a:prstGeom>
        </p:spPr>
      </p:pic>
      <p:sp>
        <p:nvSpPr>
          <p:cNvPr id="15" name="Arrow: Right 14">
            <a:extLst>
              <a:ext uri="{FF2B5EF4-FFF2-40B4-BE49-F238E27FC236}">
                <a16:creationId xmlns:a16="http://schemas.microsoft.com/office/drawing/2014/main" id="{9779EA15-DA23-E951-E150-D4277E6335D1}"/>
              </a:ext>
            </a:extLst>
          </p:cNvPr>
          <p:cNvSpPr/>
          <p:nvPr/>
        </p:nvSpPr>
        <p:spPr>
          <a:xfrm rot="1320000">
            <a:off x="7734903" y="5333998"/>
            <a:ext cx="1427238" cy="290285"/>
          </a:xfrm>
          <a:prstGeom prst="rightArrow">
            <a:avLst/>
          </a:prstGeom>
          <a:solidFill>
            <a:schemeClr val="accent6"/>
          </a:solidFill>
          <a:ln>
            <a:solidFill>
              <a:srgbClr val="0417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E88FA590-487A-3F2C-EED2-5710AB289963}"/>
              </a:ext>
            </a:extLst>
          </p:cNvPr>
          <p:cNvSpPr/>
          <p:nvPr/>
        </p:nvSpPr>
        <p:spPr>
          <a:xfrm rot="12120000">
            <a:off x="7867950" y="4971140"/>
            <a:ext cx="1427238" cy="290285"/>
          </a:xfrm>
          <a:prstGeom prst="rightArrow">
            <a:avLst/>
          </a:prstGeom>
          <a:solidFill>
            <a:schemeClr val="accent6"/>
          </a:solidFill>
          <a:ln>
            <a:solidFill>
              <a:srgbClr val="0417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66DDAC3-DA75-1385-AC26-1C552801DD89}"/>
              </a:ext>
            </a:extLst>
          </p:cNvPr>
          <p:cNvSpPr txBox="1"/>
          <p:nvPr/>
        </p:nvSpPr>
        <p:spPr>
          <a:xfrm rot="1380000">
            <a:off x="7704666" y="4511523"/>
            <a:ext cx="28423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Position feedback </a:t>
            </a:r>
            <a:br>
              <a:rPr lang="en-US" dirty="0">
                <a:cs typeface="Arial"/>
              </a:rPr>
            </a:br>
            <a:r>
              <a:rPr lang="en-US" dirty="0">
                <a:cs typeface="Arial"/>
              </a:rPr>
              <a:t>(via encoders or Halls)</a:t>
            </a:r>
            <a:endParaRPr lang="en-US" dirty="0"/>
          </a:p>
        </p:txBody>
      </p:sp>
      <p:sp>
        <p:nvSpPr>
          <p:cNvPr id="19" name="TextBox 18">
            <a:extLst>
              <a:ext uri="{FF2B5EF4-FFF2-40B4-BE49-F238E27FC236}">
                <a16:creationId xmlns:a16="http://schemas.microsoft.com/office/drawing/2014/main" id="{BEAFCCE9-2918-31A0-4492-E76C47762E0F}"/>
              </a:ext>
            </a:extLst>
          </p:cNvPr>
          <p:cNvSpPr txBox="1"/>
          <p:nvPr/>
        </p:nvSpPr>
        <p:spPr>
          <a:xfrm rot="1320000">
            <a:off x="6930571" y="5672666"/>
            <a:ext cx="24674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Phase voltage inputs</a:t>
            </a:r>
          </a:p>
        </p:txBody>
      </p:sp>
      <p:sp>
        <p:nvSpPr>
          <p:cNvPr id="21" name="Arrow: Right 20">
            <a:extLst>
              <a:ext uri="{FF2B5EF4-FFF2-40B4-BE49-F238E27FC236}">
                <a16:creationId xmlns:a16="http://schemas.microsoft.com/office/drawing/2014/main" id="{B3BA652A-54C3-17F1-3BF8-6CB3B0F247F5}"/>
              </a:ext>
            </a:extLst>
          </p:cNvPr>
          <p:cNvSpPr/>
          <p:nvPr/>
        </p:nvSpPr>
        <p:spPr>
          <a:xfrm rot="10800000">
            <a:off x="2974161" y="4166819"/>
            <a:ext cx="1016000" cy="290285"/>
          </a:xfrm>
          <a:prstGeom prst="rightArrow">
            <a:avLst/>
          </a:prstGeom>
          <a:solidFill>
            <a:schemeClr val="accent6"/>
          </a:solidFill>
          <a:ln>
            <a:solidFill>
              <a:srgbClr val="0417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44CF97AF-B482-4131-74CD-9811F44D4409}"/>
              </a:ext>
            </a:extLst>
          </p:cNvPr>
          <p:cNvSpPr/>
          <p:nvPr/>
        </p:nvSpPr>
        <p:spPr>
          <a:xfrm>
            <a:off x="2974160" y="4487342"/>
            <a:ext cx="1016000" cy="290285"/>
          </a:xfrm>
          <a:prstGeom prst="rightArrow">
            <a:avLst/>
          </a:prstGeom>
          <a:solidFill>
            <a:schemeClr val="accent6"/>
          </a:solidFill>
          <a:ln>
            <a:solidFill>
              <a:srgbClr val="0417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C99CAD5-790E-06E5-263D-F22F44CB8BBA}"/>
              </a:ext>
            </a:extLst>
          </p:cNvPr>
          <p:cNvSpPr txBox="1"/>
          <p:nvPr/>
        </p:nvSpPr>
        <p:spPr>
          <a:xfrm>
            <a:off x="2963332" y="3054048"/>
            <a:ext cx="228599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Telemetry via Beckhoff modules and </a:t>
            </a:r>
            <a:r>
              <a:rPr lang="en-US" dirty="0" err="1">
                <a:cs typeface="Arial"/>
              </a:rPr>
              <a:t>Elmos</a:t>
            </a:r>
          </a:p>
        </p:txBody>
      </p:sp>
      <p:sp>
        <p:nvSpPr>
          <p:cNvPr id="27" name="TextBox 26">
            <a:extLst>
              <a:ext uri="{FF2B5EF4-FFF2-40B4-BE49-F238E27FC236}">
                <a16:creationId xmlns:a16="http://schemas.microsoft.com/office/drawing/2014/main" id="{863206ED-1F5C-97F4-E0F9-30E798C8C9F8}"/>
              </a:ext>
            </a:extLst>
          </p:cNvPr>
          <p:cNvSpPr txBox="1"/>
          <p:nvPr/>
        </p:nvSpPr>
        <p:spPr>
          <a:xfrm>
            <a:off x="2824238" y="4868334"/>
            <a:ext cx="187476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Current commands given to </a:t>
            </a:r>
            <a:r>
              <a:rPr lang="en-US" dirty="0" err="1">
                <a:cs typeface="Arial"/>
              </a:rPr>
              <a:t>Elmos</a:t>
            </a:r>
            <a:r>
              <a:rPr lang="en-US" dirty="0">
                <a:cs typeface="Arial"/>
              </a:rPr>
              <a:t> and commands to Beckhoff modules</a:t>
            </a:r>
          </a:p>
        </p:txBody>
      </p:sp>
      <p:pic>
        <p:nvPicPr>
          <p:cNvPr id="30" name="Picture 29" descr="P1K0.161.6W.B.010">
            <a:extLst>
              <a:ext uri="{FF2B5EF4-FFF2-40B4-BE49-F238E27FC236}">
                <a16:creationId xmlns:a16="http://schemas.microsoft.com/office/drawing/2014/main" id="{2F071096-9F7A-D9FD-5CE7-5197881ECBED}"/>
              </a:ext>
            </a:extLst>
          </p:cNvPr>
          <p:cNvPicPr>
            <a:picLocks noChangeAspect="1"/>
          </p:cNvPicPr>
          <p:nvPr/>
        </p:nvPicPr>
        <p:blipFill>
          <a:blip r:embed="rId7"/>
          <a:stretch>
            <a:fillRect/>
          </a:stretch>
        </p:blipFill>
        <p:spPr>
          <a:xfrm>
            <a:off x="9990667" y="2921001"/>
            <a:ext cx="1451429" cy="1451429"/>
          </a:xfrm>
          <a:prstGeom prst="rect">
            <a:avLst/>
          </a:prstGeom>
        </p:spPr>
      </p:pic>
      <p:pic>
        <p:nvPicPr>
          <p:cNvPr id="29" name="Picture 28" descr="OMH(3xxx,090)(B,S)">
            <a:extLst>
              <a:ext uri="{FF2B5EF4-FFF2-40B4-BE49-F238E27FC236}">
                <a16:creationId xmlns:a16="http://schemas.microsoft.com/office/drawing/2014/main" id="{B0D1183A-6F57-490F-FE76-5F8F80D115DF}"/>
              </a:ext>
            </a:extLst>
          </p:cNvPr>
          <p:cNvPicPr>
            <a:picLocks noChangeAspect="1"/>
          </p:cNvPicPr>
          <p:nvPr/>
        </p:nvPicPr>
        <p:blipFill>
          <a:blip r:embed="rId8"/>
          <a:stretch>
            <a:fillRect/>
          </a:stretch>
        </p:blipFill>
        <p:spPr>
          <a:xfrm>
            <a:off x="9164256" y="3370132"/>
            <a:ext cx="1218168" cy="1210211"/>
          </a:xfrm>
          <a:prstGeom prst="rect">
            <a:avLst/>
          </a:prstGeom>
        </p:spPr>
      </p:pic>
      <p:sp>
        <p:nvSpPr>
          <p:cNvPr id="31" name="TextBox 30">
            <a:extLst>
              <a:ext uri="{FF2B5EF4-FFF2-40B4-BE49-F238E27FC236}">
                <a16:creationId xmlns:a16="http://schemas.microsoft.com/office/drawing/2014/main" id="{F2D378AA-9215-CD08-EB88-A3AE5492152F}"/>
              </a:ext>
            </a:extLst>
          </p:cNvPr>
          <p:cNvSpPr txBox="1"/>
          <p:nvPr/>
        </p:nvSpPr>
        <p:spPr>
          <a:xfrm>
            <a:off x="9041191" y="2733523"/>
            <a:ext cx="155423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Hall Sensor (for CSW)</a:t>
            </a:r>
            <a:endParaRPr lang="en-US" dirty="0"/>
          </a:p>
        </p:txBody>
      </p:sp>
      <p:sp>
        <p:nvSpPr>
          <p:cNvPr id="32" name="TextBox 31">
            <a:extLst>
              <a:ext uri="{FF2B5EF4-FFF2-40B4-BE49-F238E27FC236}">
                <a16:creationId xmlns:a16="http://schemas.microsoft.com/office/drawing/2014/main" id="{C180AA16-5918-B694-64B7-756A3D326409}"/>
              </a:ext>
            </a:extLst>
          </p:cNvPr>
          <p:cNvSpPr txBox="1"/>
          <p:nvPr/>
        </p:nvSpPr>
        <p:spPr>
          <a:xfrm>
            <a:off x="10655905" y="2322284"/>
            <a:ext cx="168728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Platinum Resistance Thermometer (PRT)</a:t>
            </a:r>
          </a:p>
        </p:txBody>
      </p:sp>
      <p:sp>
        <p:nvSpPr>
          <p:cNvPr id="33" name="Arrow: Right 32">
            <a:extLst>
              <a:ext uri="{FF2B5EF4-FFF2-40B4-BE49-F238E27FC236}">
                <a16:creationId xmlns:a16="http://schemas.microsoft.com/office/drawing/2014/main" id="{BB95C2D3-44D0-2A05-E93A-6D2553ED851A}"/>
              </a:ext>
            </a:extLst>
          </p:cNvPr>
          <p:cNvSpPr/>
          <p:nvPr/>
        </p:nvSpPr>
        <p:spPr>
          <a:xfrm rot="9840000">
            <a:off x="7835569" y="3619283"/>
            <a:ext cx="1136953" cy="272142"/>
          </a:xfrm>
          <a:prstGeom prst="rightArrow">
            <a:avLst/>
          </a:prstGeom>
          <a:solidFill>
            <a:schemeClr val="accent6"/>
          </a:solidFill>
          <a:ln>
            <a:solidFill>
              <a:srgbClr val="04172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26DDF3A-9B3D-649A-7572-7DB067F94EB5}"/>
              </a:ext>
            </a:extLst>
          </p:cNvPr>
          <p:cNvSpPr txBox="1"/>
          <p:nvPr/>
        </p:nvSpPr>
        <p:spPr>
          <a:xfrm rot="20520000">
            <a:off x="7239000" y="2914952"/>
            <a:ext cx="209247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Sensor feedback about world</a:t>
            </a:r>
            <a:endParaRPr lang="en-US" dirty="0"/>
          </a:p>
        </p:txBody>
      </p:sp>
    </p:spTree>
    <p:extLst>
      <p:ext uri="{BB962C8B-B14F-4D97-AF65-F5344CB8AC3E}">
        <p14:creationId xmlns:p14="http://schemas.microsoft.com/office/powerpoint/2010/main" val="161037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D37CBE-0ADA-C8FF-1715-E5C66458E655}"/>
              </a:ext>
            </a:extLst>
          </p:cNvPr>
          <p:cNvSpPr>
            <a:spLocks noGrp="1"/>
          </p:cNvSpPr>
          <p:nvPr>
            <p:ph type="body" sz="quarter" idx="17"/>
          </p:nvPr>
        </p:nvSpPr>
        <p:spPr>
          <a:xfrm>
            <a:off x="6842028" y="1096961"/>
            <a:ext cx="5053409" cy="5345114"/>
          </a:xfrm>
        </p:spPr>
        <p:txBody>
          <a:bodyPr lIns="91440" tIns="45720" rIns="91440" bIns="45720" anchor="t">
            <a:normAutofit/>
          </a:bodyPr>
          <a:lstStyle/>
          <a:p>
            <a:r>
              <a:rPr lang="en-US" dirty="0">
                <a:cs typeface="Arial"/>
              </a:rPr>
              <a:t>Pre-existing </a:t>
            </a:r>
            <a:r>
              <a:rPr lang="en-US" dirty="0" err="1">
                <a:cs typeface="Arial"/>
              </a:rPr>
              <a:t>beckhoff</a:t>
            </a:r>
            <a:r>
              <a:rPr lang="en-US" dirty="0">
                <a:cs typeface="Arial"/>
              </a:rPr>
              <a:t> modules</a:t>
            </a:r>
          </a:p>
          <a:p>
            <a:r>
              <a:rPr lang="en-US" dirty="0">
                <a:cs typeface="Arial"/>
              </a:rPr>
              <a:t>Set internal circuitry (Motor Channel PCBs, Distribution PCBs, etc.)</a:t>
            </a:r>
          </a:p>
        </p:txBody>
      </p:sp>
      <p:sp>
        <p:nvSpPr>
          <p:cNvPr id="3" name="Title 2">
            <a:extLst>
              <a:ext uri="{FF2B5EF4-FFF2-40B4-BE49-F238E27FC236}">
                <a16:creationId xmlns:a16="http://schemas.microsoft.com/office/drawing/2014/main" id="{7C65699D-C2BE-3046-8795-0E59DE8E69E0}"/>
              </a:ext>
            </a:extLst>
          </p:cNvPr>
          <p:cNvSpPr>
            <a:spLocks noGrp="1"/>
          </p:cNvSpPr>
          <p:nvPr>
            <p:ph type="title"/>
          </p:nvPr>
        </p:nvSpPr>
        <p:spPr/>
        <p:txBody>
          <a:bodyPr lIns="91440" tIns="45720" rIns="91440" bIns="45720" anchor="t"/>
          <a:lstStyle/>
          <a:p>
            <a:r>
              <a:rPr lang="en-US" b="0" dirty="0">
                <a:ea typeface="+mj-lt"/>
                <a:cs typeface="+mj-lt"/>
              </a:rPr>
              <a:t>Computer/ Hardware Environment </a:t>
            </a:r>
            <a:endParaRPr lang="en-US" dirty="0"/>
          </a:p>
        </p:txBody>
      </p:sp>
      <p:sp>
        <p:nvSpPr>
          <p:cNvPr id="4" name="Text Placeholder 3">
            <a:extLst>
              <a:ext uri="{FF2B5EF4-FFF2-40B4-BE49-F238E27FC236}">
                <a16:creationId xmlns:a16="http://schemas.microsoft.com/office/drawing/2014/main" id="{7D3596CF-5F1F-C94A-60ED-C44346C6F429}"/>
              </a:ext>
            </a:extLst>
          </p:cNvPr>
          <p:cNvSpPr>
            <a:spLocks noGrp="1"/>
          </p:cNvSpPr>
          <p:nvPr>
            <p:ph type="body" sz="quarter" idx="10"/>
          </p:nvPr>
        </p:nvSpPr>
        <p:spPr/>
        <p:txBody>
          <a:bodyPr lIns="91440" tIns="45720" rIns="91440" bIns="45720" anchor="t"/>
          <a:lstStyle/>
          <a:p>
            <a:r>
              <a:rPr lang="en-US" dirty="0"/>
              <a:t>Flight </a:t>
            </a:r>
            <a:r>
              <a:rPr lang="en-US" dirty="0" err="1"/>
              <a:t>BlueBox</a:t>
            </a:r>
            <a:r>
              <a:rPr lang="en-US" dirty="0"/>
              <a:t> Internals</a:t>
            </a:r>
          </a:p>
        </p:txBody>
      </p:sp>
      <p:sp>
        <p:nvSpPr>
          <p:cNvPr id="5" name="Date Placeholder 4">
            <a:extLst>
              <a:ext uri="{FF2B5EF4-FFF2-40B4-BE49-F238E27FC236}">
                <a16:creationId xmlns:a16="http://schemas.microsoft.com/office/drawing/2014/main" id="{4BF136C7-CA62-BC03-1AF4-8AE7AEACB9B7}"/>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D916AE9A-A2F9-9F04-E48D-A9ABDA4DD166}"/>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D85FF15C-EAE8-DF35-070A-41C083A281C7}"/>
              </a:ext>
            </a:extLst>
          </p:cNvPr>
          <p:cNvSpPr>
            <a:spLocks noGrp="1"/>
          </p:cNvSpPr>
          <p:nvPr>
            <p:ph type="sldNum" sz="quarter" idx="20"/>
          </p:nvPr>
        </p:nvSpPr>
        <p:spPr/>
        <p:txBody>
          <a:bodyPr/>
          <a:lstStyle/>
          <a:p>
            <a:fld id="{2D04F4CF-F641-6E4E-8F87-8EB8AA2BFA51}" type="slidenum">
              <a:rPr lang="en-US" smtClean="0"/>
              <a:pPr/>
              <a:t>9</a:t>
            </a:fld>
            <a:endParaRPr lang="en-US"/>
          </a:p>
        </p:txBody>
      </p:sp>
      <p:pic>
        <p:nvPicPr>
          <p:cNvPr id="8" name="Picture 7" descr="Diagram&#10;&#10;Description automatically generated">
            <a:extLst>
              <a:ext uri="{FF2B5EF4-FFF2-40B4-BE49-F238E27FC236}">
                <a16:creationId xmlns:a16="http://schemas.microsoft.com/office/drawing/2014/main" id="{366BE7A3-C8ED-A8A2-5C75-7869761EBF98}"/>
              </a:ext>
            </a:extLst>
          </p:cNvPr>
          <p:cNvPicPr>
            <a:picLocks noChangeAspect="1"/>
          </p:cNvPicPr>
          <p:nvPr/>
        </p:nvPicPr>
        <p:blipFill>
          <a:blip r:embed="rId3"/>
          <a:stretch>
            <a:fillRect/>
          </a:stretch>
        </p:blipFill>
        <p:spPr>
          <a:xfrm>
            <a:off x="6649454" y="2293704"/>
            <a:ext cx="6117770" cy="4195645"/>
          </a:xfrm>
          <a:prstGeom prst="rect">
            <a:avLst/>
          </a:prstGeom>
        </p:spPr>
      </p:pic>
      <p:pic>
        <p:nvPicPr>
          <p:cNvPr id="9" name="Picture 8">
            <a:extLst>
              <a:ext uri="{FF2B5EF4-FFF2-40B4-BE49-F238E27FC236}">
                <a16:creationId xmlns:a16="http://schemas.microsoft.com/office/drawing/2014/main" id="{59B10F73-E3FC-BD9C-378E-12A79A830CEA}"/>
              </a:ext>
            </a:extLst>
          </p:cNvPr>
          <p:cNvPicPr>
            <a:picLocks noChangeAspect="1"/>
          </p:cNvPicPr>
          <p:nvPr/>
        </p:nvPicPr>
        <p:blipFill>
          <a:blip r:embed="rId4"/>
          <a:stretch>
            <a:fillRect/>
          </a:stretch>
        </p:blipFill>
        <p:spPr>
          <a:xfrm>
            <a:off x="95106" y="1344928"/>
            <a:ext cx="6599033" cy="4947335"/>
          </a:xfrm>
          <a:prstGeom prst="rect">
            <a:avLst/>
          </a:prstGeom>
        </p:spPr>
      </p:pic>
      <p:sp>
        <p:nvSpPr>
          <p:cNvPr id="10" name="Oval 9">
            <a:extLst>
              <a:ext uri="{FF2B5EF4-FFF2-40B4-BE49-F238E27FC236}">
                <a16:creationId xmlns:a16="http://schemas.microsoft.com/office/drawing/2014/main" id="{9B99EB1B-BE8F-B604-0E75-F5620ED3965B}"/>
              </a:ext>
            </a:extLst>
          </p:cNvPr>
          <p:cNvSpPr/>
          <p:nvPr/>
        </p:nvSpPr>
        <p:spPr>
          <a:xfrm>
            <a:off x="687518" y="4978781"/>
            <a:ext cx="4892842" cy="1512541"/>
          </a:xfrm>
          <a:prstGeom prst="ellipse">
            <a:avLst/>
          </a:prstGeom>
          <a:noFill/>
          <a:ln w="28575">
            <a:solidFill>
              <a:srgbClr val="D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3BC3A9D6-0B7D-E9B2-837C-684E710EF7DA}"/>
              </a:ext>
            </a:extLst>
          </p:cNvPr>
          <p:cNvCxnSpPr/>
          <p:nvPr/>
        </p:nvCxnSpPr>
        <p:spPr>
          <a:xfrm flipV="1">
            <a:off x="5587236" y="4906019"/>
            <a:ext cx="2404023" cy="861691"/>
          </a:xfrm>
          <a:prstGeom prst="straightConnector1">
            <a:avLst/>
          </a:prstGeom>
          <a:ln>
            <a:solidFill>
              <a:srgbClr val="D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920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07F965-6F4A-4E89-F168-9A718C3AC392}"/>
              </a:ext>
            </a:extLst>
          </p:cNvPr>
          <p:cNvSpPr>
            <a:spLocks noGrp="1"/>
          </p:cNvSpPr>
          <p:nvPr>
            <p:ph type="body" sz="quarter" idx="17"/>
          </p:nvPr>
        </p:nvSpPr>
        <p:spPr/>
        <p:txBody>
          <a:bodyPr lIns="91440" tIns="45720" rIns="91440" bIns="45720" anchor="t">
            <a:normAutofit/>
          </a:bodyPr>
          <a:lstStyle/>
          <a:p>
            <a:r>
              <a:rPr lang="en-US" dirty="0">
                <a:cs typeface="Arial"/>
              </a:rPr>
              <a:t>Existing Software would be used to minimize overhead</a:t>
            </a:r>
          </a:p>
          <a:p>
            <a:r>
              <a:rPr lang="en-US" dirty="0">
                <a:cs typeface="Arial"/>
              </a:rPr>
              <a:t>Additional software module(s) still required to get Flight </a:t>
            </a:r>
            <a:r>
              <a:rPr lang="en-US" dirty="0" err="1">
                <a:cs typeface="Arial"/>
              </a:rPr>
              <a:t>BBox</a:t>
            </a:r>
            <a:r>
              <a:rPr lang="en-US" dirty="0">
                <a:cs typeface="Arial"/>
              </a:rPr>
              <a:t>-specific functionality</a:t>
            </a:r>
          </a:p>
        </p:txBody>
      </p:sp>
      <p:sp>
        <p:nvSpPr>
          <p:cNvPr id="3" name="Title 2">
            <a:extLst>
              <a:ext uri="{FF2B5EF4-FFF2-40B4-BE49-F238E27FC236}">
                <a16:creationId xmlns:a16="http://schemas.microsoft.com/office/drawing/2014/main" id="{4BD4F470-2666-CD41-F8CC-55BFADF60C63}"/>
              </a:ext>
            </a:extLst>
          </p:cNvPr>
          <p:cNvSpPr>
            <a:spLocks noGrp="1"/>
          </p:cNvSpPr>
          <p:nvPr>
            <p:ph type="title"/>
          </p:nvPr>
        </p:nvSpPr>
        <p:spPr/>
        <p:txBody>
          <a:bodyPr lIns="91440" tIns="45720" rIns="91440" bIns="45720" anchor="t"/>
          <a:lstStyle/>
          <a:p>
            <a:r>
              <a:rPr lang="en-US" dirty="0"/>
              <a:t>Software Architecture</a:t>
            </a:r>
          </a:p>
        </p:txBody>
      </p:sp>
      <p:sp>
        <p:nvSpPr>
          <p:cNvPr id="4" name="Text Placeholder 3">
            <a:extLst>
              <a:ext uri="{FF2B5EF4-FFF2-40B4-BE49-F238E27FC236}">
                <a16:creationId xmlns:a16="http://schemas.microsoft.com/office/drawing/2014/main" id="{C7FF4192-CFB1-2F31-B0E7-895B15128B42}"/>
              </a:ext>
            </a:extLst>
          </p:cNvPr>
          <p:cNvSpPr>
            <a:spLocks noGrp="1"/>
          </p:cNvSpPr>
          <p:nvPr>
            <p:ph type="body" sz="quarter" idx="10"/>
          </p:nvPr>
        </p:nvSpPr>
        <p:spPr/>
        <p:txBody>
          <a:bodyPr lIns="91440" tIns="45720" rIns="91440" bIns="45720" anchor="t"/>
          <a:lstStyle/>
          <a:p>
            <a:r>
              <a:rPr lang="en-US" dirty="0"/>
              <a:t>Existing Software</a:t>
            </a:r>
          </a:p>
        </p:txBody>
      </p:sp>
      <p:sp>
        <p:nvSpPr>
          <p:cNvPr id="5" name="Date Placeholder 4">
            <a:extLst>
              <a:ext uri="{FF2B5EF4-FFF2-40B4-BE49-F238E27FC236}">
                <a16:creationId xmlns:a16="http://schemas.microsoft.com/office/drawing/2014/main" id="{155E1584-E938-F1EE-77F0-BF1C19C320AC}"/>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68342E5A-12DF-F27B-7800-DF94E3D38329}"/>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C84847AC-1AFB-347F-256B-257717C33207}"/>
              </a:ext>
            </a:extLst>
          </p:cNvPr>
          <p:cNvSpPr>
            <a:spLocks noGrp="1"/>
          </p:cNvSpPr>
          <p:nvPr>
            <p:ph type="sldNum" sz="quarter" idx="20"/>
          </p:nvPr>
        </p:nvSpPr>
        <p:spPr/>
        <p:txBody>
          <a:bodyPr/>
          <a:lstStyle/>
          <a:p>
            <a:fld id="{2D04F4CF-F641-6E4E-8F87-8EB8AA2BFA51}" type="slidenum">
              <a:rPr lang="en-US" smtClean="0"/>
              <a:pPr/>
              <a:t>10</a:t>
            </a:fld>
            <a:endParaRPr lang="en-US"/>
          </a:p>
        </p:txBody>
      </p:sp>
      <p:sp>
        <p:nvSpPr>
          <p:cNvPr id="8" name="Rectangle 7">
            <a:extLst>
              <a:ext uri="{FF2B5EF4-FFF2-40B4-BE49-F238E27FC236}">
                <a16:creationId xmlns:a16="http://schemas.microsoft.com/office/drawing/2014/main" id="{66FA9C94-C896-E5C4-CBC2-1D997D462519}"/>
              </a:ext>
            </a:extLst>
          </p:cNvPr>
          <p:cNvSpPr/>
          <p:nvPr/>
        </p:nvSpPr>
        <p:spPr>
          <a:xfrm>
            <a:off x="4418575" y="3579866"/>
            <a:ext cx="1933127" cy="715973"/>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cs typeface="Arial"/>
              </a:rPr>
              <a:t>FCAT</a:t>
            </a:r>
            <a:endParaRPr lang="en-US" dirty="0" err="1"/>
          </a:p>
        </p:txBody>
      </p:sp>
      <p:sp>
        <p:nvSpPr>
          <p:cNvPr id="9" name="Rectangle 8">
            <a:extLst>
              <a:ext uri="{FF2B5EF4-FFF2-40B4-BE49-F238E27FC236}">
                <a16:creationId xmlns:a16="http://schemas.microsoft.com/office/drawing/2014/main" id="{FDE1C3D3-39B7-43E8-DC09-17B772766BAC}"/>
              </a:ext>
            </a:extLst>
          </p:cNvPr>
          <p:cNvSpPr/>
          <p:nvPr/>
        </p:nvSpPr>
        <p:spPr>
          <a:xfrm>
            <a:off x="4418574" y="4561771"/>
            <a:ext cx="1933127" cy="71597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cs typeface="Arial"/>
              </a:rPr>
              <a:t>Fastcat</a:t>
            </a:r>
            <a:endParaRPr lang="en-US" dirty="0" err="1"/>
          </a:p>
        </p:txBody>
      </p:sp>
      <p:sp>
        <p:nvSpPr>
          <p:cNvPr id="10" name="Rectangle 9">
            <a:extLst>
              <a:ext uri="{FF2B5EF4-FFF2-40B4-BE49-F238E27FC236}">
                <a16:creationId xmlns:a16="http://schemas.microsoft.com/office/drawing/2014/main" id="{4FA6224A-DB88-6A23-FE27-B443C07D295E}"/>
              </a:ext>
            </a:extLst>
          </p:cNvPr>
          <p:cNvSpPr/>
          <p:nvPr/>
        </p:nvSpPr>
        <p:spPr>
          <a:xfrm>
            <a:off x="4418573" y="5543676"/>
            <a:ext cx="1933127" cy="715973"/>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JSD</a:t>
            </a:r>
            <a:endParaRPr lang="en-US" dirty="0" err="1"/>
          </a:p>
        </p:txBody>
      </p:sp>
      <p:cxnSp>
        <p:nvCxnSpPr>
          <p:cNvPr id="11" name="Straight Arrow Connector 10">
            <a:extLst>
              <a:ext uri="{FF2B5EF4-FFF2-40B4-BE49-F238E27FC236}">
                <a16:creationId xmlns:a16="http://schemas.microsoft.com/office/drawing/2014/main" id="{56AE8179-B302-9948-8CF1-5E0291C4A7C6}"/>
              </a:ext>
            </a:extLst>
          </p:cNvPr>
          <p:cNvCxnSpPr/>
          <p:nvPr/>
        </p:nvCxnSpPr>
        <p:spPr>
          <a:xfrm flipH="1">
            <a:off x="5387187" y="4301465"/>
            <a:ext cx="6136" cy="2393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7318AA-914C-0AA5-1EC4-3F42D0537CAA}"/>
              </a:ext>
            </a:extLst>
          </p:cNvPr>
          <p:cNvCxnSpPr/>
          <p:nvPr/>
        </p:nvCxnSpPr>
        <p:spPr>
          <a:xfrm flipH="1">
            <a:off x="5381753" y="5283050"/>
            <a:ext cx="6136" cy="249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04AAC6A-1722-427D-63B3-D2A52E27280B}"/>
              </a:ext>
            </a:extLst>
          </p:cNvPr>
          <p:cNvSpPr/>
          <p:nvPr/>
        </p:nvSpPr>
        <p:spPr>
          <a:xfrm>
            <a:off x="7169959" y="3436671"/>
            <a:ext cx="2976402" cy="1769476"/>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cs typeface="Arial"/>
              </a:rPr>
              <a:t>???</a:t>
            </a:r>
          </a:p>
        </p:txBody>
      </p:sp>
      <p:sp>
        <p:nvSpPr>
          <p:cNvPr id="14" name="Rectangle 13">
            <a:extLst>
              <a:ext uri="{FF2B5EF4-FFF2-40B4-BE49-F238E27FC236}">
                <a16:creationId xmlns:a16="http://schemas.microsoft.com/office/drawing/2014/main" id="{910A27F2-062F-AFFA-37F1-88D19983EE97}"/>
              </a:ext>
            </a:extLst>
          </p:cNvPr>
          <p:cNvSpPr/>
          <p:nvPr/>
        </p:nvSpPr>
        <p:spPr>
          <a:xfrm>
            <a:off x="4418574" y="2597959"/>
            <a:ext cx="1933127" cy="715973"/>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Commander</a:t>
            </a:r>
            <a:endParaRPr lang="en-US" dirty="0"/>
          </a:p>
        </p:txBody>
      </p:sp>
      <p:cxnSp>
        <p:nvCxnSpPr>
          <p:cNvPr id="15" name="Straight Arrow Connector 14">
            <a:extLst>
              <a:ext uri="{FF2B5EF4-FFF2-40B4-BE49-F238E27FC236}">
                <a16:creationId xmlns:a16="http://schemas.microsoft.com/office/drawing/2014/main" id="{6F1036E3-D899-124A-AB8F-76CC004304FC}"/>
              </a:ext>
            </a:extLst>
          </p:cNvPr>
          <p:cNvCxnSpPr/>
          <p:nvPr/>
        </p:nvCxnSpPr>
        <p:spPr>
          <a:xfrm>
            <a:off x="5377343" y="3318920"/>
            <a:ext cx="9205" cy="254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C152BCE-C016-C67D-31F9-A26A4E8ABE1A}"/>
              </a:ext>
            </a:extLst>
          </p:cNvPr>
          <p:cNvSpPr/>
          <p:nvPr/>
        </p:nvSpPr>
        <p:spPr>
          <a:xfrm>
            <a:off x="1984268" y="3129825"/>
            <a:ext cx="1575140" cy="8182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cs typeface="Arial"/>
              </a:rPr>
              <a:t>Dispatcher</a:t>
            </a:r>
            <a:endParaRPr lang="en-US" dirty="0"/>
          </a:p>
        </p:txBody>
      </p:sp>
      <p:cxnSp>
        <p:nvCxnSpPr>
          <p:cNvPr id="17" name="Straight Arrow Connector 16">
            <a:extLst>
              <a:ext uri="{FF2B5EF4-FFF2-40B4-BE49-F238E27FC236}">
                <a16:creationId xmlns:a16="http://schemas.microsoft.com/office/drawing/2014/main" id="{ED26993F-F5B0-8BE7-D047-A2563BA0AA5E}"/>
              </a:ext>
            </a:extLst>
          </p:cNvPr>
          <p:cNvCxnSpPr/>
          <p:nvPr/>
        </p:nvCxnSpPr>
        <p:spPr>
          <a:xfrm flipV="1">
            <a:off x="3571747" y="2964704"/>
            <a:ext cx="827461" cy="604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861D3E6-FFA3-C734-C92B-2924F4E83161}"/>
              </a:ext>
            </a:extLst>
          </p:cNvPr>
          <p:cNvCxnSpPr/>
          <p:nvPr/>
        </p:nvCxnSpPr>
        <p:spPr>
          <a:xfrm>
            <a:off x="3566314" y="3609783"/>
            <a:ext cx="807004" cy="3160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2837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B51D72C-D5B9-7409-A95A-95E3D92B22F0}"/>
              </a:ext>
            </a:extLst>
          </p:cNvPr>
          <p:cNvSpPr>
            <a:spLocks noGrp="1"/>
          </p:cNvSpPr>
          <p:nvPr>
            <p:ph type="body" sz="quarter" idx="17"/>
          </p:nvPr>
        </p:nvSpPr>
        <p:spPr>
          <a:xfrm>
            <a:off x="276224" y="1188630"/>
            <a:ext cx="5929613" cy="5253445"/>
          </a:xfrm>
        </p:spPr>
        <p:txBody>
          <a:bodyPr lIns="91440" tIns="45720" rIns="91440" bIns="45720" anchor="t">
            <a:normAutofit/>
          </a:bodyPr>
          <a:lstStyle/>
          <a:p>
            <a:r>
              <a:rPr lang="en-US" dirty="0">
                <a:cs typeface="Arial"/>
              </a:rPr>
              <a:t>Most functionality was achieved by writing software for only one node</a:t>
            </a:r>
          </a:p>
          <a:p>
            <a:pPr lvl="1"/>
            <a:r>
              <a:rPr lang="en-US" dirty="0">
                <a:cs typeface="Arial"/>
              </a:rPr>
              <a:t>Took advantage of existing </a:t>
            </a:r>
            <a:r>
              <a:rPr lang="en-US" dirty="0" err="1">
                <a:cs typeface="Arial"/>
              </a:rPr>
              <a:t>casah</a:t>
            </a:r>
            <a:r>
              <a:rPr lang="en-US" dirty="0">
                <a:cs typeface="Arial"/>
              </a:rPr>
              <a:t> tools</a:t>
            </a:r>
          </a:p>
          <a:p>
            <a:pPr lvl="1"/>
            <a:r>
              <a:rPr lang="en-US" dirty="0">
                <a:cs typeface="Arial"/>
              </a:rPr>
              <a:t>Made modifications to existing software tools as need be (more on this later)</a:t>
            </a:r>
          </a:p>
        </p:txBody>
      </p:sp>
      <p:sp>
        <p:nvSpPr>
          <p:cNvPr id="3" name="Title 2">
            <a:extLst>
              <a:ext uri="{FF2B5EF4-FFF2-40B4-BE49-F238E27FC236}">
                <a16:creationId xmlns:a16="http://schemas.microsoft.com/office/drawing/2014/main" id="{0B90CCFA-EC5D-832B-2ED1-29D5BACD0947}"/>
              </a:ext>
            </a:extLst>
          </p:cNvPr>
          <p:cNvSpPr>
            <a:spLocks noGrp="1"/>
          </p:cNvSpPr>
          <p:nvPr>
            <p:ph type="title"/>
          </p:nvPr>
        </p:nvSpPr>
        <p:spPr/>
        <p:txBody>
          <a:bodyPr lIns="91440" tIns="45720" rIns="91440" bIns="45720" anchor="t"/>
          <a:lstStyle/>
          <a:p>
            <a:r>
              <a:rPr lang="en-US" dirty="0"/>
              <a:t>Software Architecture</a:t>
            </a:r>
          </a:p>
        </p:txBody>
      </p:sp>
      <p:sp>
        <p:nvSpPr>
          <p:cNvPr id="4" name="Text Placeholder 3">
            <a:extLst>
              <a:ext uri="{FF2B5EF4-FFF2-40B4-BE49-F238E27FC236}">
                <a16:creationId xmlns:a16="http://schemas.microsoft.com/office/drawing/2014/main" id="{093AE984-7A13-7724-6E82-3E00FD8078FD}"/>
              </a:ext>
            </a:extLst>
          </p:cNvPr>
          <p:cNvSpPr>
            <a:spLocks noGrp="1"/>
          </p:cNvSpPr>
          <p:nvPr>
            <p:ph type="body" sz="quarter" idx="10"/>
          </p:nvPr>
        </p:nvSpPr>
        <p:spPr/>
        <p:txBody>
          <a:bodyPr lIns="91440" tIns="45720" rIns="91440" bIns="45720" anchor="t"/>
          <a:lstStyle/>
          <a:p>
            <a:r>
              <a:rPr lang="en-US" sz="1300" dirty="0">
                <a:cs typeface="Arial"/>
              </a:rPr>
              <a:t>Initial Implementation</a:t>
            </a:r>
            <a:endParaRPr lang="en-US" dirty="0"/>
          </a:p>
          <a:p>
            <a:endParaRPr lang="en-US" dirty="0"/>
          </a:p>
        </p:txBody>
      </p:sp>
      <p:sp>
        <p:nvSpPr>
          <p:cNvPr id="5" name="Date Placeholder 4">
            <a:extLst>
              <a:ext uri="{FF2B5EF4-FFF2-40B4-BE49-F238E27FC236}">
                <a16:creationId xmlns:a16="http://schemas.microsoft.com/office/drawing/2014/main" id="{A18D44EC-03EC-D22D-85FD-31C5B7C1CEA8}"/>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5D1C2E8A-B960-B130-122A-CB7B51B751A9}"/>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9C985682-5D62-B591-F183-0A99C0AC259A}"/>
              </a:ext>
            </a:extLst>
          </p:cNvPr>
          <p:cNvSpPr>
            <a:spLocks noGrp="1"/>
          </p:cNvSpPr>
          <p:nvPr>
            <p:ph type="sldNum" sz="quarter" idx="20"/>
          </p:nvPr>
        </p:nvSpPr>
        <p:spPr/>
        <p:txBody>
          <a:bodyPr/>
          <a:lstStyle/>
          <a:p>
            <a:fld id="{2D04F4CF-F641-6E4E-8F87-8EB8AA2BFA51}" type="slidenum">
              <a:rPr lang="en-US" smtClean="0"/>
              <a:pPr/>
              <a:t>11</a:t>
            </a:fld>
            <a:endParaRPr lang="en-US"/>
          </a:p>
        </p:txBody>
      </p:sp>
      <p:sp>
        <p:nvSpPr>
          <p:cNvPr id="8" name="Rectangle 7">
            <a:extLst>
              <a:ext uri="{FF2B5EF4-FFF2-40B4-BE49-F238E27FC236}">
                <a16:creationId xmlns:a16="http://schemas.microsoft.com/office/drawing/2014/main" id="{EBE14BEB-0DFE-7D44-CC60-58334979477A}"/>
              </a:ext>
            </a:extLst>
          </p:cNvPr>
          <p:cNvSpPr/>
          <p:nvPr/>
        </p:nvSpPr>
        <p:spPr>
          <a:xfrm>
            <a:off x="7635909" y="1267767"/>
            <a:ext cx="2731477" cy="1055077"/>
          </a:xfrm>
          <a:prstGeom prst="rect">
            <a:avLst/>
          </a:prstGeom>
          <a:solidFill>
            <a:schemeClr val="accent4"/>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cs typeface="Arial"/>
              </a:rPr>
              <a:t>Commander</a:t>
            </a:r>
          </a:p>
        </p:txBody>
      </p:sp>
      <p:sp>
        <p:nvSpPr>
          <p:cNvPr id="9" name="Rectangle 8">
            <a:extLst>
              <a:ext uri="{FF2B5EF4-FFF2-40B4-BE49-F238E27FC236}">
                <a16:creationId xmlns:a16="http://schemas.microsoft.com/office/drawing/2014/main" id="{3D8237EF-1CF7-ED9E-88C6-8D9E9186B0D9}"/>
              </a:ext>
            </a:extLst>
          </p:cNvPr>
          <p:cNvSpPr/>
          <p:nvPr/>
        </p:nvSpPr>
        <p:spPr>
          <a:xfrm>
            <a:off x="7635909" y="3372337"/>
            <a:ext cx="2731477" cy="1055077"/>
          </a:xfrm>
          <a:prstGeom prst="rect">
            <a:avLst/>
          </a:prstGeom>
          <a:solidFill>
            <a:srgbClr val="ED7D31"/>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cs typeface="Arial"/>
              </a:rPr>
              <a:t>Motor Primitive Node</a:t>
            </a:r>
            <a:br>
              <a:rPr lang="en-US" dirty="0">
                <a:cs typeface="Arial"/>
              </a:rPr>
            </a:br>
            <a:r>
              <a:rPr lang="en-US" dirty="0">
                <a:cs typeface="Arial"/>
              </a:rPr>
              <a:t>(custom high-level SW)</a:t>
            </a:r>
          </a:p>
        </p:txBody>
      </p:sp>
      <p:sp>
        <p:nvSpPr>
          <p:cNvPr id="10" name="Rectangle 9">
            <a:extLst>
              <a:ext uri="{FF2B5EF4-FFF2-40B4-BE49-F238E27FC236}">
                <a16:creationId xmlns:a16="http://schemas.microsoft.com/office/drawing/2014/main" id="{618002D4-28D7-99AC-78E1-7F8C523F20B9}"/>
              </a:ext>
            </a:extLst>
          </p:cNvPr>
          <p:cNvSpPr/>
          <p:nvPr/>
        </p:nvSpPr>
        <p:spPr>
          <a:xfrm>
            <a:off x="7635908" y="5186622"/>
            <a:ext cx="2731477" cy="1055077"/>
          </a:xfrm>
          <a:prstGeom prst="rect">
            <a:avLst/>
          </a:prstGeom>
          <a:solidFill>
            <a:schemeClr val="accent1">
              <a:lumMod val="50000"/>
              <a:lumOff val="5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cs typeface="Arial"/>
              </a:rPr>
              <a:t>FCAT</a:t>
            </a:r>
          </a:p>
        </p:txBody>
      </p:sp>
      <p:cxnSp>
        <p:nvCxnSpPr>
          <p:cNvPr id="11" name="Straight Arrow Connector 10">
            <a:extLst>
              <a:ext uri="{FF2B5EF4-FFF2-40B4-BE49-F238E27FC236}">
                <a16:creationId xmlns:a16="http://schemas.microsoft.com/office/drawing/2014/main" id="{0CC8A148-B56A-0BA0-D6F8-1C08951342A6}"/>
              </a:ext>
            </a:extLst>
          </p:cNvPr>
          <p:cNvCxnSpPr/>
          <p:nvPr/>
        </p:nvCxnSpPr>
        <p:spPr>
          <a:xfrm>
            <a:off x="8973735" y="2330101"/>
            <a:ext cx="4467" cy="1034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7318DE9-6E52-7BC1-E0B3-4FAA5F27AD40}"/>
              </a:ext>
            </a:extLst>
          </p:cNvPr>
          <p:cNvCxnSpPr/>
          <p:nvPr/>
        </p:nvCxnSpPr>
        <p:spPr>
          <a:xfrm flipH="1">
            <a:off x="8939370" y="4435474"/>
            <a:ext cx="8651" cy="753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660A188-E5D6-104D-8F9C-CE7411185661}"/>
              </a:ext>
            </a:extLst>
          </p:cNvPr>
          <p:cNvSpPr txBox="1"/>
          <p:nvPr/>
        </p:nvSpPr>
        <p:spPr>
          <a:xfrm>
            <a:off x="9090966" y="4487705"/>
            <a:ext cx="28252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Performs service calls and publishes/subscribes</a:t>
            </a:r>
            <a:endParaRPr lang="en-US" dirty="0"/>
          </a:p>
        </p:txBody>
      </p:sp>
      <p:sp>
        <p:nvSpPr>
          <p:cNvPr id="14" name="TextBox 13">
            <a:extLst>
              <a:ext uri="{FF2B5EF4-FFF2-40B4-BE49-F238E27FC236}">
                <a16:creationId xmlns:a16="http://schemas.microsoft.com/office/drawing/2014/main" id="{2BF839DB-4946-E8AB-E5A4-003634DBC6CE}"/>
              </a:ext>
            </a:extLst>
          </p:cNvPr>
          <p:cNvSpPr txBox="1"/>
          <p:nvPr/>
        </p:nvSpPr>
        <p:spPr>
          <a:xfrm>
            <a:off x="9090965" y="2551721"/>
            <a:ext cx="28252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Communication made through services</a:t>
            </a:r>
            <a:endParaRPr lang="en-US" dirty="0"/>
          </a:p>
        </p:txBody>
      </p:sp>
      <p:sp>
        <p:nvSpPr>
          <p:cNvPr id="15" name="Rectangle 14">
            <a:extLst>
              <a:ext uri="{FF2B5EF4-FFF2-40B4-BE49-F238E27FC236}">
                <a16:creationId xmlns:a16="http://schemas.microsoft.com/office/drawing/2014/main" id="{8D7DFA3A-9480-1332-E5EE-3B33636D016B}"/>
              </a:ext>
            </a:extLst>
          </p:cNvPr>
          <p:cNvSpPr/>
          <p:nvPr/>
        </p:nvSpPr>
        <p:spPr>
          <a:xfrm>
            <a:off x="2918765" y="4206908"/>
            <a:ext cx="2731477" cy="1055077"/>
          </a:xfrm>
          <a:prstGeom prst="rect">
            <a:avLst/>
          </a:prstGeom>
          <a:solidFill>
            <a:schemeClr val="accent5">
              <a:lumMod val="60000"/>
              <a:lumOff val="4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cs typeface="Arial"/>
              </a:rPr>
              <a:t>TLM (captures info. from pub/sub topics)</a:t>
            </a:r>
            <a:endParaRPr lang="en-US" dirty="0"/>
          </a:p>
        </p:txBody>
      </p:sp>
      <p:cxnSp>
        <p:nvCxnSpPr>
          <p:cNvPr id="16" name="Straight Arrow Connector 15">
            <a:extLst>
              <a:ext uri="{FF2B5EF4-FFF2-40B4-BE49-F238E27FC236}">
                <a16:creationId xmlns:a16="http://schemas.microsoft.com/office/drawing/2014/main" id="{C47B69E5-6C61-78BB-57DA-26E32B6AEF15}"/>
              </a:ext>
            </a:extLst>
          </p:cNvPr>
          <p:cNvCxnSpPr/>
          <p:nvPr/>
        </p:nvCxnSpPr>
        <p:spPr>
          <a:xfrm flipH="1">
            <a:off x="5653315" y="4002314"/>
            <a:ext cx="1973941" cy="55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0A1961B-A185-2D50-CF1E-9089A3E5067D}"/>
              </a:ext>
            </a:extLst>
          </p:cNvPr>
          <p:cNvCxnSpPr/>
          <p:nvPr/>
        </p:nvCxnSpPr>
        <p:spPr>
          <a:xfrm flipH="1" flipV="1">
            <a:off x="5658304" y="4928961"/>
            <a:ext cx="1973942" cy="515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00D5A84-4088-3559-CF0F-058FA5BF05FB}"/>
              </a:ext>
            </a:extLst>
          </p:cNvPr>
          <p:cNvSpPr txBox="1"/>
          <p:nvPr/>
        </p:nvSpPr>
        <p:spPr>
          <a:xfrm>
            <a:off x="5805713" y="5384799"/>
            <a:ext cx="17126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Publishes actuator state and Beckhoff module states</a:t>
            </a:r>
          </a:p>
        </p:txBody>
      </p:sp>
      <p:sp>
        <p:nvSpPr>
          <p:cNvPr id="21" name="TextBox 20">
            <a:extLst>
              <a:ext uri="{FF2B5EF4-FFF2-40B4-BE49-F238E27FC236}">
                <a16:creationId xmlns:a16="http://schemas.microsoft.com/office/drawing/2014/main" id="{85DE7B0A-15E1-7308-40E8-7B23CD71DF8A}"/>
              </a:ext>
            </a:extLst>
          </p:cNvPr>
          <p:cNvSpPr txBox="1"/>
          <p:nvPr/>
        </p:nvSpPr>
        <p:spPr>
          <a:xfrm>
            <a:off x="5856513" y="3011714"/>
            <a:ext cx="16110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Publishes some custom telemetry info.</a:t>
            </a:r>
            <a:endParaRPr lang="en-US" dirty="0"/>
          </a:p>
        </p:txBody>
      </p:sp>
    </p:spTree>
    <p:extLst>
      <p:ext uri="{BB962C8B-B14F-4D97-AF65-F5344CB8AC3E}">
        <p14:creationId xmlns:p14="http://schemas.microsoft.com/office/powerpoint/2010/main" val="1960648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1F7942-7782-FE0F-DF67-8C354B1C5594}"/>
              </a:ext>
            </a:extLst>
          </p:cNvPr>
          <p:cNvSpPr>
            <a:spLocks noGrp="1"/>
          </p:cNvSpPr>
          <p:nvPr>
            <p:ph type="title"/>
          </p:nvPr>
        </p:nvSpPr>
        <p:spPr/>
        <p:txBody>
          <a:bodyPr lIns="91440" tIns="45720" rIns="91440" bIns="45720" anchor="t"/>
          <a:lstStyle/>
          <a:p>
            <a:r>
              <a:rPr lang="en-US" dirty="0"/>
              <a:t>Software Architecture</a:t>
            </a:r>
          </a:p>
        </p:txBody>
      </p:sp>
      <p:sp>
        <p:nvSpPr>
          <p:cNvPr id="4" name="Text Placeholder 3">
            <a:extLst>
              <a:ext uri="{FF2B5EF4-FFF2-40B4-BE49-F238E27FC236}">
                <a16:creationId xmlns:a16="http://schemas.microsoft.com/office/drawing/2014/main" id="{C5874BAB-E790-0526-056C-AD02449D3099}"/>
              </a:ext>
            </a:extLst>
          </p:cNvPr>
          <p:cNvSpPr>
            <a:spLocks noGrp="1"/>
          </p:cNvSpPr>
          <p:nvPr>
            <p:ph type="body" sz="quarter" idx="10"/>
          </p:nvPr>
        </p:nvSpPr>
        <p:spPr/>
        <p:txBody>
          <a:bodyPr lIns="91440" tIns="45720" rIns="91440" bIns="45720" anchor="t"/>
          <a:lstStyle/>
          <a:p>
            <a:r>
              <a:rPr lang="en-US" dirty="0"/>
              <a:t>Motor Primitive Node Files</a:t>
            </a:r>
          </a:p>
        </p:txBody>
      </p:sp>
      <p:sp>
        <p:nvSpPr>
          <p:cNvPr id="5" name="Date Placeholder 4">
            <a:extLst>
              <a:ext uri="{FF2B5EF4-FFF2-40B4-BE49-F238E27FC236}">
                <a16:creationId xmlns:a16="http://schemas.microsoft.com/office/drawing/2014/main" id="{E841407D-0D88-BBD4-F715-0AAF4E6C6B49}"/>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E4379223-8F5C-D0C5-8D3F-F92518241255}"/>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B1E2A0A1-342A-2B39-28F6-778842BA4C93}"/>
              </a:ext>
            </a:extLst>
          </p:cNvPr>
          <p:cNvSpPr>
            <a:spLocks noGrp="1"/>
          </p:cNvSpPr>
          <p:nvPr>
            <p:ph type="sldNum" sz="quarter" idx="20"/>
          </p:nvPr>
        </p:nvSpPr>
        <p:spPr/>
        <p:txBody>
          <a:bodyPr/>
          <a:lstStyle/>
          <a:p>
            <a:fld id="{2D04F4CF-F641-6E4E-8F87-8EB8AA2BFA51}" type="slidenum">
              <a:rPr lang="en-US" smtClean="0"/>
              <a:pPr/>
              <a:t>12</a:t>
            </a:fld>
            <a:endParaRPr lang="en-US"/>
          </a:p>
        </p:txBody>
      </p:sp>
      <p:sp>
        <p:nvSpPr>
          <p:cNvPr id="8" name="Rectangle 7">
            <a:extLst>
              <a:ext uri="{FF2B5EF4-FFF2-40B4-BE49-F238E27FC236}">
                <a16:creationId xmlns:a16="http://schemas.microsoft.com/office/drawing/2014/main" id="{7CBE19E6-64B4-FEBA-3636-2987338FEE5D}"/>
              </a:ext>
            </a:extLst>
          </p:cNvPr>
          <p:cNvSpPr/>
          <p:nvPr/>
        </p:nvSpPr>
        <p:spPr>
          <a:xfrm>
            <a:off x="6089072" y="2927927"/>
            <a:ext cx="2089727" cy="889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cs typeface="Arial"/>
              </a:rPr>
              <a:t>main.cpp </a:t>
            </a:r>
            <a:br>
              <a:rPr lang="en-US" dirty="0">
                <a:cs typeface="Arial"/>
              </a:rPr>
            </a:br>
            <a:r>
              <a:rPr lang="en-US" dirty="0">
                <a:cs typeface="Arial"/>
              </a:rPr>
              <a:t>(runs the node)</a:t>
            </a:r>
          </a:p>
        </p:txBody>
      </p:sp>
      <p:sp>
        <p:nvSpPr>
          <p:cNvPr id="9" name="Rectangle 8">
            <a:extLst>
              <a:ext uri="{FF2B5EF4-FFF2-40B4-BE49-F238E27FC236}">
                <a16:creationId xmlns:a16="http://schemas.microsoft.com/office/drawing/2014/main" id="{A6E9D518-5B0A-EA54-77EC-DA0BF0E01022}"/>
              </a:ext>
            </a:extLst>
          </p:cNvPr>
          <p:cNvSpPr/>
          <p:nvPr/>
        </p:nvSpPr>
        <p:spPr>
          <a:xfrm>
            <a:off x="3064163" y="4451927"/>
            <a:ext cx="2436089" cy="1385453"/>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motor_primitive.cpp </a:t>
            </a:r>
            <a:br>
              <a:rPr lang="en-US" dirty="0">
                <a:cs typeface="Arial"/>
              </a:rPr>
            </a:br>
            <a:r>
              <a:rPr lang="en-US" dirty="0">
                <a:cs typeface="Arial"/>
              </a:rPr>
              <a:t>(defines the node and tier-agnostic methods)</a:t>
            </a:r>
          </a:p>
        </p:txBody>
      </p:sp>
      <p:sp>
        <p:nvSpPr>
          <p:cNvPr id="10" name="Rectangle 9">
            <a:extLst>
              <a:ext uri="{FF2B5EF4-FFF2-40B4-BE49-F238E27FC236}">
                <a16:creationId xmlns:a16="http://schemas.microsoft.com/office/drawing/2014/main" id="{932E9B3E-1FD7-3E32-0DDE-C4E6216A36C1}"/>
              </a:ext>
            </a:extLst>
          </p:cNvPr>
          <p:cNvSpPr/>
          <p:nvPr/>
        </p:nvSpPr>
        <p:spPr>
          <a:xfrm>
            <a:off x="3064163" y="4036290"/>
            <a:ext cx="2436089" cy="415635"/>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motor_primitive.hpp</a:t>
            </a:r>
          </a:p>
        </p:txBody>
      </p:sp>
      <p:sp>
        <p:nvSpPr>
          <p:cNvPr id="11" name="Rectangle 10">
            <a:extLst>
              <a:ext uri="{FF2B5EF4-FFF2-40B4-BE49-F238E27FC236}">
                <a16:creationId xmlns:a16="http://schemas.microsoft.com/office/drawing/2014/main" id="{83C10C39-8FC4-F9DC-F85E-0D44F6B41989}"/>
              </a:ext>
            </a:extLst>
          </p:cNvPr>
          <p:cNvSpPr/>
          <p:nvPr/>
        </p:nvSpPr>
        <p:spPr>
          <a:xfrm>
            <a:off x="5777344" y="4036289"/>
            <a:ext cx="2793998" cy="1385453"/>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motor_primitive_tier0.cpp</a:t>
            </a:r>
            <a:br>
              <a:rPr lang="en-US" dirty="0">
                <a:cs typeface="Arial"/>
              </a:rPr>
            </a:br>
            <a:r>
              <a:rPr lang="en-US" dirty="0">
                <a:cs typeface="Arial"/>
              </a:rPr>
              <a:t>(defines tier0 methods like tier0_brake_open and tier0_run_voltage)</a:t>
            </a:r>
          </a:p>
        </p:txBody>
      </p:sp>
      <p:sp>
        <p:nvSpPr>
          <p:cNvPr id="13" name="Rectangle 12">
            <a:extLst>
              <a:ext uri="{FF2B5EF4-FFF2-40B4-BE49-F238E27FC236}">
                <a16:creationId xmlns:a16="http://schemas.microsoft.com/office/drawing/2014/main" id="{099D7E4D-3E12-B3E9-C8F8-8866AB39E130}"/>
              </a:ext>
            </a:extLst>
          </p:cNvPr>
          <p:cNvSpPr/>
          <p:nvPr/>
        </p:nvSpPr>
        <p:spPr>
          <a:xfrm>
            <a:off x="8825343" y="4036289"/>
            <a:ext cx="2793998" cy="138545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motor_primitive_tier1.cpp</a:t>
            </a:r>
            <a:br>
              <a:rPr lang="en-US" dirty="0">
                <a:cs typeface="Arial"/>
              </a:rPr>
            </a:br>
            <a:r>
              <a:rPr lang="en-US" dirty="0">
                <a:cs typeface="Arial"/>
              </a:rPr>
              <a:t>(defines tier0 methods like tier1_run_voltage_pos)</a:t>
            </a:r>
          </a:p>
        </p:txBody>
      </p:sp>
      <p:sp>
        <p:nvSpPr>
          <p:cNvPr id="14" name="Rectangle 13">
            <a:extLst>
              <a:ext uri="{FF2B5EF4-FFF2-40B4-BE49-F238E27FC236}">
                <a16:creationId xmlns:a16="http://schemas.microsoft.com/office/drawing/2014/main" id="{DE1AF281-1B84-A91F-A623-79BEFC92EF23}"/>
              </a:ext>
            </a:extLst>
          </p:cNvPr>
          <p:cNvSpPr/>
          <p:nvPr/>
        </p:nvSpPr>
        <p:spPr>
          <a:xfrm>
            <a:off x="2923309" y="2327563"/>
            <a:ext cx="8913090" cy="40409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dirty="0" err="1">
                <a:solidFill>
                  <a:schemeClr val="tx1"/>
                </a:solidFill>
                <a:cs typeface="Arial" panose="020B0604020202020204"/>
              </a:rPr>
              <a:t>motor_primitive_node</a:t>
            </a:r>
            <a:r>
              <a:rPr lang="en-US" dirty="0">
                <a:solidFill>
                  <a:schemeClr val="tx1"/>
                </a:solidFill>
                <a:cs typeface="Arial" panose="020B0604020202020204"/>
              </a:rPr>
              <a:t> repo</a:t>
            </a:r>
          </a:p>
        </p:txBody>
      </p:sp>
      <p:sp>
        <p:nvSpPr>
          <p:cNvPr id="15" name="Rectangle 14">
            <a:extLst>
              <a:ext uri="{FF2B5EF4-FFF2-40B4-BE49-F238E27FC236}">
                <a16:creationId xmlns:a16="http://schemas.microsoft.com/office/drawing/2014/main" id="{2D262DBD-A97D-5AF1-95D3-C9BEBEEB7DC4}"/>
              </a:ext>
            </a:extLst>
          </p:cNvPr>
          <p:cNvSpPr/>
          <p:nvPr/>
        </p:nvSpPr>
        <p:spPr>
          <a:xfrm>
            <a:off x="140854" y="2327563"/>
            <a:ext cx="2459181" cy="40409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dirty="0" err="1">
                <a:solidFill>
                  <a:schemeClr val="tx1"/>
                </a:solidFill>
                <a:cs typeface="Arial" panose="020B0604020202020204"/>
              </a:rPr>
              <a:t>motprim_msg</a:t>
            </a:r>
            <a:r>
              <a:rPr lang="en-US" dirty="0">
                <a:solidFill>
                  <a:schemeClr val="tx1"/>
                </a:solidFill>
                <a:cs typeface="Arial" panose="020B0604020202020204"/>
              </a:rPr>
              <a:t> repo</a:t>
            </a:r>
          </a:p>
        </p:txBody>
      </p:sp>
      <p:sp>
        <p:nvSpPr>
          <p:cNvPr id="17" name="Rectangle 16">
            <a:extLst>
              <a:ext uri="{FF2B5EF4-FFF2-40B4-BE49-F238E27FC236}">
                <a16:creationId xmlns:a16="http://schemas.microsoft.com/office/drawing/2014/main" id="{9324F4B4-0046-88CB-AA2A-E06E48A952CE}"/>
              </a:ext>
            </a:extLst>
          </p:cNvPr>
          <p:cNvSpPr/>
          <p:nvPr/>
        </p:nvSpPr>
        <p:spPr>
          <a:xfrm>
            <a:off x="327890" y="2927927"/>
            <a:ext cx="2089727" cy="8890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msg directory</a:t>
            </a:r>
            <a:br>
              <a:rPr lang="en-US" dirty="0">
                <a:cs typeface="Arial"/>
              </a:rPr>
            </a:br>
            <a:r>
              <a:rPr lang="en-US" dirty="0">
                <a:cs typeface="Arial"/>
              </a:rPr>
              <a:t>(defines pub/sub interfaces)</a:t>
            </a:r>
          </a:p>
        </p:txBody>
      </p:sp>
      <p:sp>
        <p:nvSpPr>
          <p:cNvPr id="18" name="Rectangle 17">
            <a:extLst>
              <a:ext uri="{FF2B5EF4-FFF2-40B4-BE49-F238E27FC236}">
                <a16:creationId xmlns:a16="http://schemas.microsoft.com/office/drawing/2014/main" id="{0A31B46E-4C76-524C-2D30-E5F9DFFE5891}"/>
              </a:ext>
            </a:extLst>
          </p:cNvPr>
          <p:cNvSpPr/>
          <p:nvPr/>
        </p:nvSpPr>
        <p:spPr>
          <a:xfrm>
            <a:off x="327890" y="4128654"/>
            <a:ext cx="2089727" cy="889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Arial"/>
              </a:rPr>
              <a:t>msg directory</a:t>
            </a:r>
            <a:br>
              <a:rPr lang="en-US" dirty="0">
                <a:cs typeface="Arial"/>
              </a:rPr>
            </a:br>
            <a:r>
              <a:rPr lang="en-US" dirty="0">
                <a:cs typeface="Arial"/>
              </a:rPr>
              <a:t>(defines pub/sub interfaces)</a:t>
            </a:r>
          </a:p>
        </p:txBody>
      </p:sp>
    </p:spTree>
    <p:extLst>
      <p:ext uri="{BB962C8B-B14F-4D97-AF65-F5344CB8AC3E}">
        <p14:creationId xmlns:p14="http://schemas.microsoft.com/office/powerpoint/2010/main" val="2213052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DFE48B8-7726-D2EC-F392-CB90B2E5C33B}"/>
              </a:ext>
            </a:extLst>
          </p:cNvPr>
          <p:cNvSpPr>
            <a:spLocks noGrp="1"/>
          </p:cNvSpPr>
          <p:nvPr>
            <p:ph type="body" sz="quarter" idx="17"/>
          </p:nvPr>
        </p:nvSpPr>
        <p:spPr/>
        <p:txBody>
          <a:bodyPr lIns="91440" tIns="45720" rIns="91440" bIns="45720" anchor="t">
            <a:normAutofit/>
          </a:bodyPr>
          <a:lstStyle/>
          <a:p>
            <a:r>
              <a:rPr lang="en-US" dirty="0">
                <a:cs typeface="Arial"/>
              </a:rPr>
              <a:t>El1008 </a:t>
            </a:r>
          </a:p>
          <a:p>
            <a:pPr lvl="1"/>
            <a:r>
              <a:rPr lang="en-US" dirty="0">
                <a:cs typeface="Arial"/>
              </a:rPr>
              <a:t>Used to test out hardware CSW functionality</a:t>
            </a:r>
          </a:p>
          <a:p>
            <a:r>
              <a:rPr lang="en-US" dirty="0">
                <a:cs typeface="Arial"/>
              </a:rPr>
              <a:t>El2809 (yet to be merged in)</a:t>
            </a:r>
          </a:p>
          <a:p>
            <a:pPr lvl="1"/>
            <a:r>
              <a:rPr lang="en-US" dirty="0">
                <a:cs typeface="Arial"/>
              </a:rPr>
              <a:t>Used for to set a MOSFET gate to connect heaters to power</a:t>
            </a:r>
            <a:endParaRPr lang="en-US" dirty="0"/>
          </a:p>
          <a:p>
            <a:r>
              <a:rPr lang="en-US" dirty="0">
                <a:cs typeface="Arial"/>
              </a:rPr>
              <a:t>El6001 (thanks David Kim!)</a:t>
            </a:r>
          </a:p>
          <a:p>
            <a:pPr lvl="1"/>
            <a:r>
              <a:rPr lang="en-US" dirty="0">
                <a:cs typeface="Arial"/>
              </a:rPr>
              <a:t>Potentially will be used to establish serial communication with safety circuitry</a:t>
            </a:r>
          </a:p>
        </p:txBody>
      </p:sp>
      <p:sp>
        <p:nvSpPr>
          <p:cNvPr id="3" name="Title 2">
            <a:extLst>
              <a:ext uri="{FF2B5EF4-FFF2-40B4-BE49-F238E27FC236}">
                <a16:creationId xmlns:a16="http://schemas.microsoft.com/office/drawing/2014/main" id="{0AEBE420-DCE3-357F-2C84-48E8EB9D3FF6}"/>
              </a:ext>
            </a:extLst>
          </p:cNvPr>
          <p:cNvSpPr>
            <a:spLocks noGrp="1"/>
          </p:cNvSpPr>
          <p:nvPr>
            <p:ph type="title"/>
          </p:nvPr>
        </p:nvSpPr>
        <p:spPr/>
        <p:txBody>
          <a:bodyPr lIns="91440" tIns="45720" rIns="91440" bIns="45720" anchor="t"/>
          <a:lstStyle/>
          <a:p>
            <a:r>
              <a:rPr lang="en-US" dirty="0"/>
              <a:t>New Beckhoff Modules</a:t>
            </a:r>
          </a:p>
        </p:txBody>
      </p:sp>
      <p:sp>
        <p:nvSpPr>
          <p:cNvPr id="4" name="Text Placeholder 3">
            <a:extLst>
              <a:ext uri="{FF2B5EF4-FFF2-40B4-BE49-F238E27FC236}">
                <a16:creationId xmlns:a16="http://schemas.microsoft.com/office/drawing/2014/main" id="{2E00FABA-D72C-2B28-51F3-87F5AFCD2798}"/>
              </a:ext>
            </a:extLst>
          </p:cNvPr>
          <p:cNvSpPr>
            <a:spLocks noGrp="1"/>
          </p:cNvSpPr>
          <p:nvPr>
            <p:ph type="body" sz="quarter" idx="10"/>
          </p:nvPr>
        </p:nvSpPr>
        <p:spPr/>
        <p:txBody>
          <a:bodyPr lIns="91440" tIns="45720" rIns="91440" bIns="45720" anchor="t"/>
          <a:lstStyle/>
          <a:p>
            <a:r>
              <a:rPr lang="en-US" dirty="0"/>
              <a:t>Necessary modules listed</a:t>
            </a:r>
          </a:p>
        </p:txBody>
      </p:sp>
      <p:sp>
        <p:nvSpPr>
          <p:cNvPr id="5" name="Date Placeholder 4">
            <a:extLst>
              <a:ext uri="{FF2B5EF4-FFF2-40B4-BE49-F238E27FC236}">
                <a16:creationId xmlns:a16="http://schemas.microsoft.com/office/drawing/2014/main" id="{F5F25BE4-9937-2802-4B54-2BF587821F7B}"/>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804AE19C-7817-CC08-62D7-FB7AE0955A17}"/>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755F026E-5B7B-7E28-2B77-C1A44AC92B86}"/>
              </a:ext>
            </a:extLst>
          </p:cNvPr>
          <p:cNvSpPr>
            <a:spLocks noGrp="1"/>
          </p:cNvSpPr>
          <p:nvPr>
            <p:ph type="sldNum" sz="quarter" idx="20"/>
          </p:nvPr>
        </p:nvSpPr>
        <p:spPr/>
        <p:txBody>
          <a:bodyPr/>
          <a:lstStyle/>
          <a:p>
            <a:fld id="{2D04F4CF-F641-6E4E-8F87-8EB8AA2BFA51}" type="slidenum">
              <a:rPr lang="en-US" smtClean="0"/>
              <a:pPr/>
              <a:t>13</a:t>
            </a:fld>
            <a:endParaRPr lang="en-US"/>
          </a:p>
        </p:txBody>
      </p:sp>
      <p:pic>
        <p:nvPicPr>
          <p:cNvPr id="9" name="Picture 8" descr="EL2809 | EtherCAT Terminal, 16-channel digital output, 24 V DC, 0.5 A |  Beckhoff USA">
            <a:extLst>
              <a:ext uri="{FF2B5EF4-FFF2-40B4-BE49-F238E27FC236}">
                <a16:creationId xmlns:a16="http://schemas.microsoft.com/office/drawing/2014/main" id="{A4BA87B6-377A-DB99-4E8D-3CF5D454CBC0}"/>
              </a:ext>
            </a:extLst>
          </p:cNvPr>
          <p:cNvPicPr>
            <a:picLocks noChangeAspect="1"/>
          </p:cNvPicPr>
          <p:nvPr/>
        </p:nvPicPr>
        <p:blipFill rotWithShape="1">
          <a:blip r:embed="rId3"/>
          <a:srcRect l="40896" r="43007" b="6751"/>
          <a:stretch/>
        </p:blipFill>
        <p:spPr>
          <a:xfrm>
            <a:off x="10243079" y="966012"/>
            <a:ext cx="647502" cy="3750906"/>
          </a:xfrm>
          <a:prstGeom prst="rect">
            <a:avLst/>
          </a:prstGeom>
        </p:spPr>
      </p:pic>
      <p:pic>
        <p:nvPicPr>
          <p:cNvPr id="10" name="Picture 9">
            <a:extLst>
              <a:ext uri="{FF2B5EF4-FFF2-40B4-BE49-F238E27FC236}">
                <a16:creationId xmlns:a16="http://schemas.microsoft.com/office/drawing/2014/main" id="{CCAC058D-7AF0-A330-6C77-E576B0A30F72}"/>
              </a:ext>
            </a:extLst>
          </p:cNvPr>
          <p:cNvPicPr>
            <a:picLocks noChangeAspect="1"/>
          </p:cNvPicPr>
          <p:nvPr/>
        </p:nvPicPr>
        <p:blipFill rotWithShape="1">
          <a:blip r:embed="rId4"/>
          <a:srcRect l="40349" t="2941" r="40224" b="4841"/>
          <a:stretch/>
        </p:blipFill>
        <p:spPr>
          <a:xfrm>
            <a:off x="11091637" y="953392"/>
            <a:ext cx="819277" cy="3883869"/>
          </a:xfrm>
          <a:prstGeom prst="rect">
            <a:avLst/>
          </a:prstGeom>
        </p:spPr>
      </p:pic>
      <p:pic>
        <p:nvPicPr>
          <p:cNvPr id="11" name="Picture 10" descr="EL1008 | EtherCAT Terminal, 8-channel digital input, 24 V DC, 3 ms |  Beckhoff USA">
            <a:extLst>
              <a:ext uri="{FF2B5EF4-FFF2-40B4-BE49-F238E27FC236}">
                <a16:creationId xmlns:a16="http://schemas.microsoft.com/office/drawing/2014/main" id="{FE11025B-5BF7-00C5-7B66-A0BF1F4B5B4E}"/>
              </a:ext>
            </a:extLst>
          </p:cNvPr>
          <p:cNvPicPr>
            <a:picLocks noChangeAspect="1"/>
          </p:cNvPicPr>
          <p:nvPr/>
        </p:nvPicPr>
        <p:blipFill rotWithShape="1">
          <a:blip r:embed="rId5"/>
          <a:srcRect l="40795" t="28" r="41060" b="4642"/>
          <a:stretch/>
        </p:blipFill>
        <p:spPr>
          <a:xfrm>
            <a:off x="9324977" y="968064"/>
            <a:ext cx="719813" cy="3781622"/>
          </a:xfrm>
          <a:prstGeom prst="rect">
            <a:avLst/>
          </a:prstGeom>
        </p:spPr>
      </p:pic>
      <p:pic>
        <p:nvPicPr>
          <p:cNvPr id="8" name="Picture 7" descr="SS SERIES">
            <a:extLst>
              <a:ext uri="{FF2B5EF4-FFF2-40B4-BE49-F238E27FC236}">
                <a16:creationId xmlns:a16="http://schemas.microsoft.com/office/drawing/2014/main" id="{71D1A9DB-4268-C50D-6510-B238E9F52901}"/>
              </a:ext>
            </a:extLst>
          </p:cNvPr>
          <p:cNvPicPr>
            <a:picLocks noChangeAspect="1"/>
          </p:cNvPicPr>
          <p:nvPr/>
        </p:nvPicPr>
        <p:blipFill>
          <a:blip r:embed="rId6"/>
          <a:stretch>
            <a:fillRect/>
          </a:stretch>
        </p:blipFill>
        <p:spPr>
          <a:xfrm>
            <a:off x="8602717" y="5194740"/>
            <a:ext cx="1292772" cy="1298027"/>
          </a:xfrm>
          <a:prstGeom prst="rect">
            <a:avLst/>
          </a:prstGeom>
        </p:spPr>
      </p:pic>
      <p:pic>
        <p:nvPicPr>
          <p:cNvPr id="13" name="Picture 12">
            <a:extLst>
              <a:ext uri="{FF2B5EF4-FFF2-40B4-BE49-F238E27FC236}">
                <a16:creationId xmlns:a16="http://schemas.microsoft.com/office/drawing/2014/main" id="{1E77E15F-2957-A271-C1CE-63B007AEA93F}"/>
              </a:ext>
            </a:extLst>
          </p:cNvPr>
          <p:cNvPicPr>
            <a:picLocks noChangeAspect="1"/>
          </p:cNvPicPr>
          <p:nvPr/>
        </p:nvPicPr>
        <p:blipFill>
          <a:blip r:embed="rId7"/>
          <a:stretch>
            <a:fillRect/>
          </a:stretch>
        </p:blipFill>
        <p:spPr>
          <a:xfrm>
            <a:off x="4183117" y="3561211"/>
            <a:ext cx="3752192" cy="1779840"/>
          </a:xfrm>
          <a:prstGeom prst="rect">
            <a:avLst/>
          </a:prstGeom>
        </p:spPr>
      </p:pic>
      <p:pic>
        <p:nvPicPr>
          <p:cNvPr id="12" name="Picture 11">
            <a:extLst>
              <a:ext uri="{FF2B5EF4-FFF2-40B4-BE49-F238E27FC236}">
                <a16:creationId xmlns:a16="http://schemas.microsoft.com/office/drawing/2014/main" id="{74F13F9C-79B2-F85E-90C1-55CA0697E01B}"/>
              </a:ext>
            </a:extLst>
          </p:cNvPr>
          <p:cNvPicPr>
            <a:picLocks noChangeAspect="1"/>
          </p:cNvPicPr>
          <p:nvPr/>
        </p:nvPicPr>
        <p:blipFill>
          <a:blip r:embed="rId8"/>
          <a:stretch>
            <a:fillRect/>
          </a:stretch>
        </p:blipFill>
        <p:spPr>
          <a:xfrm>
            <a:off x="236482" y="4823959"/>
            <a:ext cx="4703379" cy="1640194"/>
          </a:xfrm>
          <a:prstGeom prst="rect">
            <a:avLst/>
          </a:prstGeom>
        </p:spPr>
      </p:pic>
      <p:sp>
        <p:nvSpPr>
          <p:cNvPr id="14" name="Oval 13">
            <a:extLst>
              <a:ext uri="{FF2B5EF4-FFF2-40B4-BE49-F238E27FC236}">
                <a16:creationId xmlns:a16="http://schemas.microsoft.com/office/drawing/2014/main" id="{3E04F101-ADBF-B866-DA22-4D3FC2620DDA}"/>
              </a:ext>
            </a:extLst>
          </p:cNvPr>
          <p:cNvSpPr/>
          <p:nvPr/>
        </p:nvSpPr>
        <p:spPr>
          <a:xfrm>
            <a:off x="2627586" y="4792717"/>
            <a:ext cx="1765738" cy="84082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EB60E0-AE9B-32A8-B23F-30090D565A39}"/>
              </a:ext>
            </a:extLst>
          </p:cNvPr>
          <p:cNvSpPr/>
          <p:nvPr/>
        </p:nvSpPr>
        <p:spPr>
          <a:xfrm>
            <a:off x="3857296" y="3352799"/>
            <a:ext cx="4477408" cy="186033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CE49A772-F369-D6CD-B2A6-B752DCB78355}"/>
              </a:ext>
            </a:extLst>
          </p:cNvPr>
          <p:cNvCxnSpPr/>
          <p:nvPr/>
        </p:nvCxnSpPr>
        <p:spPr>
          <a:xfrm flipV="1">
            <a:off x="3484180" y="4522075"/>
            <a:ext cx="430924" cy="246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1325E1C-BD50-BFC1-C43C-CAF0E84D52C8}"/>
              </a:ext>
            </a:extLst>
          </p:cNvPr>
          <p:cNvSpPr txBox="1"/>
          <p:nvPr/>
        </p:nvSpPr>
        <p:spPr>
          <a:xfrm>
            <a:off x="5202620" y="5360275"/>
            <a:ext cx="273268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Arial"/>
              </a:rPr>
              <a:t>Picture of the heater circuitry showing where the EL2809 connects to (HEATER_CTRLA)</a:t>
            </a:r>
          </a:p>
        </p:txBody>
      </p:sp>
      <p:sp>
        <p:nvSpPr>
          <p:cNvPr id="19" name="TextBox 18">
            <a:extLst>
              <a:ext uri="{FF2B5EF4-FFF2-40B4-BE49-F238E27FC236}">
                <a16:creationId xmlns:a16="http://schemas.microsoft.com/office/drawing/2014/main" id="{1300AD16-2AEE-CB10-567A-58E5590604AD}"/>
              </a:ext>
            </a:extLst>
          </p:cNvPr>
          <p:cNvSpPr txBox="1"/>
          <p:nvPr/>
        </p:nvSpPr>
        <p:spPr>
          <a:xfrm>
            <a:off x="10016359" y="5171089"/>
            <a:ext cx="203900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Arial"/>
              </a:rPr>
              <a:t>The initial CSW type used for testing (purely mechanical resulting in clear HIGH/LOW values</a:t>
            </a:r>
          </a:p>
        </p:txBody>
      </p:sp>
    </p:spTree>
    <p:extLst>
      <p:ext uri="{BB962C8B-B14F-4D97-AF65-F5344CB8AC3E}">
        <p14:creationId xmlns:p14="http://schemas.microsoft.com/office/powerpoint/2010/main" val="2201900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B1901D-F929-DE6F-1136-BF3C886B2A1D}"/>
              </a:ext>
            </a:extLst>
          </p:cNvPr>
          <p:cNvSpPr>
            <a:spLocks noGrp="1"/>
          </p:cNvSpPr>
          <p:nvPr>
            <p:ph type="body" sz="quarter" idx="17"/>
          </p:nvPr>
        </p:nvSpPr>
        <p:spPr/>
        <p:txBody>
          <a:bodyPr lIns="91440" tIns="45720" rIns="91440" bIns="45720" anchor="t">
            <a:normAutofit/>
          </a:bodyPr>
          <a:lstStyle/>
          <a:p>
            <a:r>
              <a:rPr lang="en-US" dirty="0">
                <a:cs typeface="Arial"/>
              </a:rPr>
              <a:t>El1008 and El2809 required updates to JSD, </a:t>
            </a:r>
            <a:r>
              <a:rPr lang="en-US" dirty="0" err="1">
                <a:cs typeface="Arial"/>
              </a:rPr>
              <a:t>Fastcat</a:t>
            </a:r>
            <a:r>
              <a:rPr lang="en-US" dirty="0">
                <a:cs typeface="Arial"/>
              </a:rPr>
              <a:t>, and </a:t>
            </a:r>
            <a:r>
              <a:rPr lang="en-US">
                <a:cs typeface="Arial"/>
              </a:rPr>
              <a:t>FCAT</a:t>
            </a:r>
          </a:p>
          <a:p>
            <a:pPr lvl="1"/>
            <a:r>
              <a:rPr lang="en-US" dirty="0">
                <a:cs typeface="Arial"/>
              </a:rPr>
              <a:t>El1008 and El2809 both needed to publish state of module for telemetry</a:t>
            </a:r>
          </a:p>
          <a:p>
            <a:pPr lvl="1"/>
            <a:r>
              <a:rPr lang="en-US">
                <a:cs typeface="Arial"/>
              </a:rPr>
              <a:t>El2809 needed a service to get user's desired digital output polarity</a:t>
            </a:r>
          </a:p>
          <a:p>
            <a:r>
              <a:rPr lang="en-US" dirty="0">
                <a:cs typeface="Arial"/>
              </a:rPr>
              <a:t>El6001 required updates to JSD and </a:t>
            </a:r>
            <a:r>
              <a:rPr lang="en-US" err="1">
                <a:cs typeface="Arial"/>
              </a:rPr>
              <a:t>Fastcat</a:t>
            </a:r>
          </a:p>
          <a:p>
            <a:pPr lvl="1"/>
            <a:r>
              <a:rPr lang="en-US">
                <a:cs typeface="Arial"/>
              </a:rPr>
              <a:t>Changes to these modules allows for transmitting/receiving messages</a:t>
            </a:r>
            <a:endParaRPr lang="en-US" dirty="0">
              <a:cs typeface="Arial"/>
            </a:endParaRPr>
          </a:p>
          <a:p>
            <a:pPr lvl="1"/>
            <a:r>
              <a:rPr lang="en-US">
                <a:cs typeface="Arial"/>
              </a:rPr>
              <a:t>Consult David Kim for more information if interested</a:t>
            </a:r>
            <a:endParaRPr lang="en-US" dirty="0">
              <a:cs typeface="Arial"/>
            </a:endParaRPr>
          </a:p>
        </p:txBody>
      </p:sp>
      <p:sp>
        <p:nvSpPr>
          <p:cNvPr id="3" name="Title 2">
            <a:extLst>
              <a:ext uri="{FF2B5EF4-FFF2-40B4-BE49-F238E27FC236}">
                <a16:creationId xmlns:a16="http://schemas.microsoft.com/office/drawing/2014/main" id="{CE88DB5B-CF08-44DF-6F12-E98C82C7744F}"/>
              </a:ext>
            </a:extLst>
          </p:cNvPr>
          <p:cNvSpPr>
            <a:spLocks noGrp="1"/>
          </p:cNvSpPr>
          <p:nvPr>
            <p:ph type="title"/>
          </p:nvPr>
        </p:nvSpPr>
        <p:spPr/>
        <p:txBody>
          <a:bodyPr lIns="91440" tIns="45720" rIns="91440" bIns="45720" anchor="t"/>
          <a:lstStyle/>
          <a:p>
            <a:r>
              <a:rPr lang="en-US" dirty="0"/>
              <a:t>New Software for Beckhoff Modules</a:t>
            </a:r>
          </a:p>
        </p:txBody>
      </p:sp>
      <p:sp>
        <p:nvSpPr>
          <p:cNvPr id="4" name="Text Placeholder 3">
            <a:extLst>
              <a:ext uri="{FF2B5EF4-FFF2-40B4-BE49-F238E27FC236}">
                <a16:creationId xmlns:a16="http://schemas.microsoft.com/office/drawing/2014/main" id="{FF4B1EC8-8D17-4701-3060-3C8C4A21739F}"/>
              </a:ext>
            </a:extLst>
          </p:cNvPr>
          <p:cNvSpPr>
            <a:spLocks noGrp="1"/>
          </p:cNvSpPr>
          <p:nvPr>
            <p:ph type="body" sz="quarter" idx="10"/>
          </p:nvPr>
        </p:nvSpPr>
        <p:spPr/>
        <p:txBody>
          <a:bodyPr lIns="91440" tIns="45720" rIns="91440" bIns="45720" anchor="t"/>
          <a:lstStyle/>
          <a:p>
            <a:r>
              <a:rPr lang="en-US" dirty="0"/>
              <a:t>Software implementation details</a:t>
            </a:r>
          </a:p>
        </p:txBody>
      </p:sp>
      <p:sp>
        <p:nvSpPr>
          <p:cNvPr id="5" name="Date Placeholder 4">
            <a:extLst>
              <a:ext uri="{FF2B5EF4-FFF2-40B4-BE49-F238E27FC236}">
                <a16:creationId xmlns:a16="http://schemas.microsoft.com/office/drawing/2014/main" id="{0FD51BB1-8965-6538-4A51-6ECE472F6A43}"/>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DE20B2A7-2580-E6B4-4E0F-EE56E9AB503D}"/>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442966FB-46D0-2EA9-FB48-BB66C731635C}"/>
              </a:ext>
            </a:extLst>
          </p:cNvPr>
          <p:cNvSpPr>
            <a:spLocks noGrp="1"/>
          </p:cNvSpPr>
          <p:nvPr>
            <p:ph type="sldNum" sz="quarter" idx="20"/>
          </p:nvPr>
        </p:nvSpPr>
        <p:spPr/>
        <p:txBody>
          <a:bodyPr/>
          <a:lstStyle/>
          <a:p>
            <a:fld id="{2D04F4CF-F641-6E4E-8F87-8EB8AA2BFA51}" type="slidenum">
              <a:rPr lang="en-US" smtClean="0"/>
              <a:pPr/>
              <a:t>14</a:t>
            </a:fld>
            <a:endParaRPr lang="en-US"/>
          </a:p>
        </p:txBody>
      </p:sp>
      <p:pic>
        <p:nvPicPr>
          <p:cNvPr id="8" name="Picture 7">
            <a:extLst>
              <a:ext uri="{FF2B5EF4-FFF2-40B4-BE49-F238E27FC236}">
                <a16:creationId xmlns:a16="http://schemas.microsoft.com/office/drawing/2014/main" id="{6873B866-00C6-F3EA-D25C-C6939858005D}"/>
              </a:ext>
            </a:extLst>
          </p:cNvPr>
          <p:cNvPicPr>
            <a:picLocks noChangeAspect="1"/>
          </p:cNvPicPr>
          <p:nvPr/>
        </p:nvPicPr>
        <p:blipFill>
          <a:blip r:embed="rId3"/>
          <a:stretch>
            <a:fillRect/>
          </a:stretch>
        </p:blipFill>
        <p:spPr>
          <a:xfrm>
            <a:off x="4698124" y="4245053"/>
            <a:ext cx="3699641" cy="1426404"/>
          </a:xfrm>
          <a:prstGeom prst="rect">
            <a:avLst/>
          </a:prstGeom>
        </p:spPr>
      </p:pic>
      <p:pic>
        <p:nvPicPr>
          <p:cNvPr id="9" name="Picture 8">
            <a:extLst>
              <a:ext uri="{FF2B5EF4-FFF2-40B4-BE49-F238E27FC236}">
                <a16:creationId xmlns:a16="http://schemas.microsoft.com/office/drawing/2014/main" id="{C5612BA1-A872-DA07-962D-BA28FCA7CD36}"/>
              </a:ext>
            </a:extLst>
          </p:cNvPr>
          <p:cNvPicPr>
            <a:picLocks noChangeAspect="1"/>
          </p:cNvPicPr>
          <p:nvPr/>
        </p:nvPicPr>
        <p:blipFill>
          <a:blip r:embed="rId4"/>
          <a:stretch>
            <a:fillRect/>
          </a:stretch>
        </p:blipFill>
        <p:spPr>
          <a:xfrm>
            <a:off x="8466083" y="2079854"/>
            <a:ext cx="3636579" cy="3518100"/>
          </a:xfrm>
          <a:prstGeom prst="rect">
            <a:avLst/>
          </a:prstGeom>
        </p:spPr>
      </p:pic>
      <p:sp>
        <p:nvSpPr>
          <p:cNvPr id="10" name="TextBox 9">
            <a:extLst>
              <a:ext uri="{FF2B5EF4-FFF2-40B4-BE49-F238E27FC236}">
                <a16:creationId xmlns:a16="http://schemas.microsoft.com/office/drawing/2014/main" id="{91C279AC-CEB1-E456-4CF5-ED03D5DA4F8D}"/>
              </a:ext>
            </a:extLst>
          </p:cNvPr>
          <p:cNvSpPr txBox="1"/>
          <p:nvPr/>
        </p:nvSpPr>
        <p:spPr>
          <a:xfrm>
            <a:off x="4729655" y="5738648"/>
            <a:ext cx="349994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Arial"/>
              </a:rPr>
              <a:t>El2809 Subscriber creation for getting user's desired digital output polarity (fcat.cpp)</a:t>
            </a:r>
          </a:p>
        </p:txBody>
      </p:sp>
      <p:sp>
        <p:nvSpPr>
          <p:cNvPr id="11" name="TextBox 10">
            <a:extLst>
              <a:ext uri="{FF2B5EF4-FFF2-40B4-BE49-F238E27FC236}">
                <a16:creationId xmlns:a16="http://schemas.microsoft.com/office/drawing/2014/main" id="{E9390B5A-2C5A-BD84-35A3-EE9ECCD41AC1}"/>
              </a:ext>
            </a:extLst>
          </p:cNvPr>
          <p:cNvSpPr txBox="1"/>
          <p:nvPr/>
        </p:nvSpPr>
        <p:spPr>
          <a:xfrm>
            <a:off x="8466081" y="5733392"/>
            <a:ext cx="349994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Arial"/>
              </a:rPr>
              <a:t>El2809 and El1009 Publisher creation for displaying module states (fcat.cpp)</a:t>
            </a:r>
          </a:p>
        </p:txBody>
      </p:sp>
    </p:spTree>
    <p:extLst>
      <p:ext uri="{BB962C8B-B14F-4D97-AF65-F5344CB8AC3E}">
        <p14:creationId xmlns:p14="http://schemas.microsoft.com/office/powerpoint/2010/main" val="1957979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CCF2F8-8030-A011-B54C-B8B9AB31BED0}"/>
              </a:ext>
            </a:extLst>
          </p:cNvPr>
          <p:cNvSpPr>
            <a:spLocks noGrp="1"/>
          </p:cNvSpPr>
          <p:nvPr>
            <p:ph type="body" sz="quarter" idx="17"/>
          </p:nvPr>
        </p:nvSpPr>
        <p:spPr/>
        <p:txBody>
          <a:bodyPr lIns="91440" tIns="45720" rIns="91440" bIns="45720" anchor="t">
            <a:normAutofit/>
          </a:bodyPr>
          <a:lstStyle/>
          <a:p>
            <a:r>
              <a:rPr lang="en-US" dirty="0">
                <a:cs typeface="Arial"/>
              </a:rPr>
              <a:t>Requirement to model internal motor temperature</a:t>
            </a:r>
            <a:endParaRPr lang="en-US" dirty="0"/>
          </a:p>
          <a:p>
            <a:r>
              <a:rPr lang="en-US" dirty="0">
                <a:cs typeface="Arial"/>
              </a:rPr>
              <a:t>Mathematical model was given </a:t>
            </a:r>
          </a:p>
          <a:p>
            <a:pPr lvl="1"/>
            <a:r>
              <a:rPr lang="en-US" dirty="0">
                <a:cs typeface="Arial"/>
              </a:rPr>
              <a:t>Took in data about exterior temperature and total current</a:t>
            </a:r>
          </a:p>
          <a:p>
            <a:pPr lvl="1"/>
            <a:r>
              <a:rPr lang="en-US" dirty="0">
                <a:cs typeface="Arial"/>
              </a:rPr>
              <a:t>Spat out the temperature of internal components and environment</a:t>
            </a:r>
          </a:p>
        </p:txBody>
      </p:sp>
      <p:sp>
        <p:nvSpPr>
          <p:cNvPr id="3" name="Title 2">
            <a:extLst>
              <a:ext uri="{FF2B5EF4-FFF2-40B4-BE49-F238E27FC236}">
                <a16:creationId xmlns:a16="http://schemas.microsoft.com/office/drawing/2014/main" id="{A8A06323-70F1-71D8-E593-694DA122BBAF}"/>
              </a:ext>
            </a:extLst>
          </p:cNvPr>
          <p:cNvSpPr>
            <a:spLocks noGrp="1"/>
          </p:cNvSpPr>
          <p:nvPr>
            <p:ph type="title"/>
          </p:nvPr>
        </p:nvSpPr>
        <p:spPr/>
        <p:txBody>
          <a:bodyPr lIns="91440" tIns="45720" rIns="91440" bIns="45720" anchor="t"/>
          <a:lstStyle/>
          <a:p>
            <a:r>
              <a:rPr lang="en-US" dirty="0"/>
              <a:t>Three Node Thermal Model </a:t>
            </a:r>
            <a:r>
              <a:rPr lang="en-US" dirty="0" err="1"/>
              <a:t>Fastcat</a:t>
            </a:r>
            <a:r>
              <a:rPr lang="en-US" dirty="0"/>
              <a:t> Device</a:t>
            </a:r>
          </a:p>
        </p:txBody>
      </p:sp>
      <p:sp>
        <p:nvSpPr>
          <p:cNvPr id="4" name="Text Placeholder 3">
            <a:extLst>
              <a:ext uri="{FF2B5EF4-FFF2-40B4-BE49-F238E27FC236}">
                <a16:creationId xmlns:a16="http://schemas.microsoft.com/office/drawing/2014/main" id="{ECDAA06E-8CE6-A7FE-1D3F-E047D14411C0}"/>
              </a:ext>
            </a:extLst>
          </p:cNvPr>
          <p:cNvSpPr>
            <a:spLocks noGrp="1"/>
          </p:cNvSpPr>
          <p:nvPr>
            <p:ph type="body" sz="quarter" idx="10"/>
          </p:nvPr>
        </p:nvSpPr>
        <p:spPr/>
        <p:txBody>
          <a:bodyPr lIns="91440" tIns="45720" rIns="91440" bIns="45720" anchor="t"/>
          <a:lstStyle/>
          <a:p>
            <a:r>
              <a:rPr lang="en-US" dirty="0"/>
              <a:t>Mathematical Model</a:t>
            </a:r>
          </a:p>
        </p:txBody>
      </p:sp>
      <p:sp>
        <p:nvSpPr>
          <p:cNvPr id="5" name="Date Placeholder 4">
            <a:extLst>
              <a:ext uri="{FF2B5EF4-FFF2-40B4-BE49-F238E27FC236}">
                <a16:creationId xmlns:a16="http://schemas.microsoft.com/office/drawing/2014/main" id="{216B4D9D-9972-AC63-A5FB-9ECC3048E1D0}"/>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4EDE73F6-DC0C-E4E8-BC82-5BC3BC4C232B}"/>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3C08943E-1620-0605-9733-6999C5057928}"/>
              </a:ext>
            </a:extLst>
          </p:cNvPr>
          <p:cNvSpPr>
            <a:spLocks noGrp="1"/>
          </p:cNvSpPr>
          <p:nvPr>
            <p:ph type="sldNum" sz="quarter" idx="20"/>
          </p:nvPr>
        </p:nvSpPr>
        <p:spPr/>
        <p:txBody>
          <a:bodyPr/>
          <a:lstStyle/>
          <a:p>
            <a:fld id="{2D04F4CF-F641-6E4E-8F87-8EB8AA2BFA51}" type="slidenum">
              <a:rPr lang="en-US" smtClean="0"/>
              <a:pPr/>
              <a:t>15</a:t>
            </a:fld>
            <a:endParaRPr lang="en-US"/>
          </a:p>
        </p:txBody>
      </p:sp>
      <p:pic>
        <p:nvPicPr>
          <p:cNvPr id="9" name="Picture 8">
            <a:extLst>
              <a:ext uri="{FF2B5EF4-FFF2-40B4-BE49-F238E27FC236}">
                <a16:creationId xmlns:a16="http://schemas.microsoft.com/office/drawing/2014/main" id="{165E3438-80FF-7369-83CD-29FD1C8C0A00}"/>
              </a:ext>
            </a:extLst>
          </p:cNvPr>
          <p:cNvPicPr>
            <a:picLocks noChangeAspect="1"/>
          </p:cNvPicPr>
          <p:nvPr/>
        </p:nvPicPr>
        <p:blipFill>
          <a:blip r:embed="rId3"/>
          <a:stretch>
            <a:fillRect/>
          </a:stretch>
        </p:blipFill>
        <p:spPr>
          <a:xfrm>
            <a:off x="8735163" y="1014389"/>
            <a:ext cx="2743200" cy="2836931"/>
          </a:xfrm>
          <a:prstGeom prst="rect">
            <a:avLst/>
          </a:prstGeom>
        </p:spPr>
      </p:pic>
      <p:sp>
        <p:nvSpPr>
          <p:cNvPr id="11" name="TextBox 10">
            <a:extLst>
              <a:ext uri="{FF2B5EF4-FFF2-40B4-BE49-F238E27FC236}">
                <a16:creationId xmlns:a16="http://schemas.microsoft.com/office/drawing/2014/main" id="{02600C07-53A3-25F7-4810-9FE088433426}"/>
              </a:ext>
            </a:extLst>
          </p:cNvPr>
          <p:cNvSpPr txBox="1"/>
          <p:nvPr/>
        </p:nvSpPr>
        <p:spPr>
          <a:xfrm>
            <a:off x="8830642" y="3777830"/>
            <a:ext cx="277257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cs typeface="Arial"/>
              </a:rPr>
              <a:t>Illustration outlining the different components of motor being tracked</a:t>
            </a:r>
          </a:p>
        </p:txBody>
      </p:sp>
      <p:pic>
        <p:nvPicPr>
          <p:cNvPr id="15" name="Picture 14">
            <a:extLst>
              <a:ext uri="{FF2B5EF4-FFF2-40B4-BE49-F238E27FC236}">
                <a16:creationId xmlns:a16="http://schemas.microsoft.com/office/drawing/2014/main" id="{0E49A5B7-06C7-36C0-B903-7403E6DD8989}"/>
              </a:ext>
            </a:extLst>
          </p:cNvPr>
          <p:cNvPicPr>
            <a:picLocks noChangeAspect="1"/>
          </p:cNvPicPr>
          <p:nvPr/>
        </p:nvPicPr>
        <p:blipFill>
          <a:blip r:embed="rId4"/>
          <a:stretch>
            <a:fillRect/>
          </a:stretch>
        </p:blipFill>
        <p:spPr>
          <a:xfrm>
            <a:off x="209078" y="5250578"/>
            <a:ext cx="7415960" cy="1350778"/>
          </a:xfrm>
          <a:prstGeom prst="rect">
            <a:avLst/>
          </a:prstGeom>
        </p:spPr>
      </p:pic>
      <p:pic>
        <p:nvPicPr>
          <p:cNvPr id="16" name="Picture 15">
            <a:extLst>
              <a:ext uri="{FF2B5EF4-FFF2-40B4-BE49-F238E27FC236}">
                <a16:creationId xmlns:a16="http://schemas.microsoft.com/office/drawing/2014/main" id="{150DBFA6-8E30-FB33-CE47-FBB9762ADA10}"/>
              </a:ext>
            </a:extLst>
          </p:cNvPr>
          <p:cNvPicPr>
            <a:picLocks noChangeAspect="1"/>
          </p:cNvPicPr>
          <p:nvPr/>
        </p:nvPicPr>
        <p:blipFill>
          <a:blip r:embed="rId5"/>
          <a:stretch>
            <a:fillRect/>
          </a:stretch>
        </p:blipFill>
        <p:spPr>
          <a:xfrm>
            <a:off x="278351" y="2772027"/>
            <a:ext cx="3360357" cy="2636424"/>
          </a:xfrm>
          <a:prstGeom prst="rect">
            <a:avLst/>
          </a:prstGeom>
        </p:spPr>
      </p:pic>
    </p:spTree>
    <p:extLst>
      <p:ext uri="{BB962C8B-B14F-4D97-AF65-F5344CB8AC3E}">
        <p14:creationId xmlns:p14="http://schemas.microsoft.com/office/powerpoint/2010/main" val="2821758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84C728-9CD2-0D33-BC7C-531A189FE079}"/>
              </a:ext>
            </a:extLst>
          </p:cNvPr>
          <p:cNvSpPr>
            <a:spLocks noGrp="1"/>
          </p:cNvSpPr>
          <p:nvPr>
            <p:ph type="body" sz="quarter" idx="17"/>
          </p:nvPr>
        </p:nvSpPr>
        <p:spPr/>
        <p:txBody>
          <a:bodyPr lIns="91440" tIns="45720" rIns="91440" bIns="45720" anchor="t">
            <a:normAutofit/>
          </a:bodyPr>
          <a:lstStyle/>
          <a:p>
            <a:r>
              <a:rPr lang="en-US" dirty="0">
                <a:cs typeface="Arial"/>
              </a:rPr>
              <a:t>Required changes to </a:t>
            </a:r>
            <a:r>
              <a:rPr lang="en-US" err="1">
                <a:cs typeface="Arial"/>
              </a:rPr>
              <a:t>Fastcat</a:t>
            </a:r>
            <a:r>
              <a:rPr lang="en-US" dirty="0">
                <a:cs typeface="Arial"/>
              </a:rPr>
              <a:t> and FCAT </a:t>
            </a:r>
          </a:p>
          <a:p>
            <a:r>
              <a:rPr lang="en-US" dirty="0">
                <a:cs typeface="Arial"/>
              </a:rPr>
              <a:t>Choice between having a fixed starting temperature or initializing from node 3 (motor housing)</a:t>
            </a:r>
          </a:p>
          <a:p>
            <a:r>
              <a:rPr lang="en-US" dirty="0">
                <a:cs typeface="Arial"/>
              </a:rPr>
              <a:t>Faults all other devices if temperature exceeds given limits (</a:t>
            </a:r>
            <a:r>
              <a:rPr lang="en-US" dirty="0" err="1">
                <a:cs typeface="Arial"/>
              </a:rPr>
              <a:t>max_allowable_temps</a:t>
            </a:r>
            <a:r>
              <a:rPr lang="en-US" dirty="0">
                <a:cs typeface="Arial"/>
              </a:rPr>
              <a:t>)</a:t>
            </a:r>
          </a:p>
          <a:p>
            <a:r>
              <a:rPr lang="en-US" dirty="0">
                <a:ea typeface="+mn-lt"/>
                <a:cs typeface="+mn-lt"/>
              </a:rPr>
              <a:t>Publishes temperature information for telemetry</a:t>
            </a:r>
          </a:p>
          <a:p>
            <a:r>
              <a:rPr lang="en-US" dirty="0">
                <a:ea typeface="+mn-lt"/>
                <a:cs typeface="+mn-lt"/>
              </a:rPr>
              <a:t>Consult Bryson Jones for more information if interested </a:t>
            </a:r>
          </a:p>
        </p:txBody>
      </p:sp>
      <p:sp>
        <p:nvSpPr>
          <p:cNvPr id="3" name="Title 2">
            <a:extLst>
              <a:ext uri="{FF2B5EF4-FFF2-40B4-BE49-F238E27FC236}">
                <a16:creationId xmlns:a16="http://schemas.microsoft.com/office/drawing/2014/main" id="{E8E08D3F-06F9-A3A7-FD98-930C09F72C05}"/>
              </a:ext>
            </a:extLst>
          </p:cNvPr>
          <p:cNvSpPr>
            <a:spLocks noGrp="1"/>
          </p:cNvSpPr>
          <p:nvPr>
            <p:ph type="title"/>
          </p:nvPr>
        </p:nvSpPr>
        <p:spPr/>
        <p:txBody>
          <a:bodyPr lIns="91440" tIns="45720" rIns="91440" bIns="45720" anchor="t"/>
          <a:lstStyle/>
          <a:p>
            <a:r>
              <a:rPr lang="en-US" dirty="0"/>
              <a:t>Three Node Thermal Model </a:t>
            </a:r>
          </a:p>
        </p:txBody>
      </p:sp>
      <p:sp>
        <p:nvSpPr>
          <p:cNvPr id="4" name="Text Placeholder 3">
            <a:extLst>
              <a:ext uri="{FF2B5EF4-FFF2-40B4-BE49-F238E27FC236}">
                <a16:creationId xmlns:a16="http://schemas.microsoft.com/office/drawing/2014/main" id="{BB27C978-C88E-5811-CB16-8ECDA1C23C3C}"/>
              </a:ext>
            </a:extLst>
          </p:cNvPr>
          <p:cNvSpPr>
            <a:spLocks noGrp="1"/>
          </p:cNvSpPr>
          <p:nvPr>
            <p:ph type="body" sz="quarter" idx="10"/>
          </p:nvPr>
        </p:nvSpPr>
        <p:spPr/>
        <p:txBody>
          <a:bodyPr lIns="91440" tIns="45720" rIns="91440" bIns="45720" anchor="t"/>
          <a:lstStyle/>
          <a:p>
            <a:r>
              <a:rPr lang="en-US" dirty="0"/>
              <a:t>Software Implementation</a:t>
            </a:r>
          </a:p>
        </p:txBody>
      </p:sp>
      <p:sp>
        <p:nvSpPr>
          <p:cNvPr id="5" name="Date Placeholder 4">
            <a:extLst>
              <a:ext uri="{FF2B5EF4-FFF2-40B4-BE49-F238E27FC236}">
                <a16:creationId xmlns:a16="http://schemas.microsoft.com/office/drawing/2014/main" id="{7A528318-3F61-3321-E0C8-10A897FF89CB}"/>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243B0592-E481-7EEF-0807-ACD0FB0806A1}"/>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F7D10E4A-9FCA-5C30-7927-FD965E7BF675}"/>
              </a:ext>
            </a:extLst>
          </p:cNvPr>
          <p:cNvSpPr>
            <a:spLocks noGrp="1"/>
          </p:cNvSpPr>
          <p:nvPr>
            <p:ph type="sldNum" sz="quarter" idx="20"/>
          </p:nvPr>
        </p:nvSpPr>
        <p:spPr/>
        <p:txBody>
          <a:bodyPr/>
          <a:lstStyle/>
          <a:p>
            <a:fld id="{2D04F4CF-F641-6E4E-8F87-8EB8AA2BFA51}" type="slidenum">
              <a:rPr lang="en-US" smtClean="0"/>
              <a:pPr/>
              <a:t>16</a:t>
            </a:fld>
            <a:endParaRPr lang="en-US"/>
          </a:p>
        </p:txBody>
      </p:sp>
      <p:pic>
        <p:nvPicPr>
          <p:cNvPr id="9" name="Picture 8">
            <a:extLst>
              <a:ext uri="{FF2B5EF4-FFF2-40B4-BE49-F238E27FC236}">
                <a16:creationId xmlns:a16="http://schemas.microsoft.com/office/drawing/2014/main" id="{ABD05EB2-57EC-FFC3-DB8E-862F5ADC28E1}"/>
              </a:ext>
            </a:extLst>
          </p:cNvPr>
          <p:cNvPicPr>
            <a:picLocks noChangeAspect="1"/>
          </p:cNvPicPr>
          <p:nvPr/>
        </p:nvPicPr>
        <p:blipFill>
          <a:blip r:embed="rId3"/>
          <a:stretch>
            <a:fillRect/>
          </a:stretch>
        </p:blipFill>
        <p:spPr>
          <a:xfrm>
            <a:off x="49187" y="3345379"/>
            <a:ext cx="5500255" cy="3233384"/>
          </a:xfrm>
          <a:prstGeom prst="rect">
            <a:avLst/>
          </a:prstGeom>
        </p:spPr>
      </p:pic>
      <p:pic>
        <p:nvPicPr>
          <p:cNvPr id="8" name="Picture 7">
            <a:extLst>
              <a:ext uri="{FF2B5EF4-FFF2-40B4-BE49-F238E27FC236}">
                <a16:creationId xmlns:a16="http://schemas.microsoft.com/office/drawing/2014/main" id="{CB254ECE-FFFB-C809-F0C3-47A17785FF29}"/>
              </a:ext>
            </a:extLst>
          </p:cNvPr>
          <p:cNvPicPr>
            <a:picLocks noChangeAspect="1"/>
          </p:cNvPicPr>
          <p:nvPr/>
        </p:nvPicPr>
        <p:blipFill>
          <a:blip r:embed="rId4"/>
          <a:stretch>
            <a:fillRect/>
          </a:stretch>
        </p:blipFill>
        <p:spPr>
          <a:xfrm>
            <a:off x="284163" y="4827264"/>
            <a:ext cx="2651572" cy="1058692"/>
          </a:xfrm>
          <a:prstGeom prst="rect">
            <a:avLst/>
          </a:prstGeom>
        </p:spPr>
      </p:pic>
      <p:pic>
        <p:nvPicPr>
          <p:cNvPr id="11" name="Picture 10">
            <a:extLst>
              <a:ext uri="{FF2B5EF4-FFF2-40B4-BE49-F238E27FC236}">
                <a16:creationId xmlns:a16="http://schemas.microsoft.com/office/drawing/2014/main" id="{397B81DD-445E-4224-4261-CE4FD58A1482}"/>
              </a:ext>
            </a:extLst>
          </p:cNvPr>
          <p:cNvPicPr>
            <a:picLocks noChangeAspect="1"/>
          </p:cNvPicPr>
          <p:nvPr/>
        </p:nvPicPr>
        <p:blipFill>
          <a:blip r:embed="rId5"/>
          <a:stretch>
            <a:fillRect/>
          </a:stretch>
        </p:blipFill>
        <p:spPr>
          <a:xfrm>
            <a:off x="5802378" y="3982395"/>
            <a:ext cx="4219575" cy="2238375"/>
          </a:xfrm>
          <a:prstGeom prst="rect">
            <a:avLst/>
          </a:prstGeom>
        </p:spPr>
      </p:pic>
    </p:spTree>
    <p:extLst>
      <p:ext uri="{BB962C8B-B14F-4D97-AF65-F5344CB8AC3E}">
        <p14:creationId xmlns:p14="http://schemas.microsoft.com/office/powerpoint/2010/main" val="702919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FC9FC5-E114-EBDF-CC67-7A05D4C14B22}"/>
              </a:ext>
            </a:extLst>
          </p:cNvPr>
          <p:cNvSpPr>
            <a:spLocks noGrp="1"/>
          </p:cNvSpPr>
          <p:nvPr>
            <p:ph type="body" sz="quarter" idx="17"/>
          </p:nvPr>
        </p:nvSpPr>
        <p:spPr/>
        <p:txBody>
          <a:bodyPr lIns="91440" tIns="45720" rIns="91440" bIns="45720" anchor="t">
            <a:normAutofit lnSpcReduction="10000"/>
          </a:bodyPr>
          <a:lstStyle/>
          <a:p>
            <a:r>
              <a:rPr lang="en-US" dirty="0">
                <a:cs typeface="Arial"/>
              </a:rPr>
              <a:t>There are a lot of pre-existing repos/nodes that can help you solve your problem more efficiently</a:t>
            </a:r>
          </a:p>
          <a:p>
            <a:pPr lvl="1"/>
            <a:r>
              <a:rPr lang="en-US" dirty="0">
                <a:cs typeface="Arial"/>
              </a:rPr>
              <a:t>FCAT, </a:t>
            </a:r>
            <a:r>
              <a:rPr lang="en-US" err="1">
                <a:cs typeface="Arial"/>
              </a:rPr>
              <a:t>Fastcat</a:t>
            </a:r>
            <a:r>
              <a:rPr lang="en-US" dirty="0">
                <a:cs typeface="Arial"/>
              </a:rPr>
              <a:t>, JSD, TLM, Dispatcher, the list goes on...</a:t>
            </a:r>
          </a:p>
          <a:p>
            <a:pPr lvl="1"/>
            <a:r>
              <a:rPr lang="en-US" dirty="0">
                <a:cs typeface="Arial"/>
              </a:rPr>
              <a:t>If something your considering creating sounds important, check with others to see if it exists already</a:t>
            </a:r>
          </a:p>
          <a:p>
            <a:r>
              <a:rPr lang="en-US" dirty="0">
                <a:cs typeface="Arial"/>
              </a:rPr>
              <a:t>Adding drivers/ devices often requires changes to multiple repos</a:t>
            </a:r>
          </a:p>
          <a:p>
            <a:pPr lvl="1"/>
            <a:r>
              <a:rPr lang="en-US" dirty="0">
                <a:cs typeface="Arial"/>
              </a:rPr>
              <a:t>Approval is needed for each repo </a:t>
            </a:r>
          </a:p>
          <a:p>
            <a:pPr lvl="1"/>
            <a:r>
              <a:rPr lang="en-US" dirty="0">
                <a:cs typeface="Arial"/>
              </a:rPr>
              <a:t>Seek approval for lower levels first </a:t>
            </a:r>
            <a:r>
              <a:rPr lang="en-US" dirty="0">
                <a:ea typeface="+mn-lt"/>
                <a:cs typeface="+mn-lt"/>
              </a:rPr>
              <a:t>(e.g. JSD before </a:t>
            </a:r>
            <a:r>
              <a:rPr lang="en-US" dirty="0" err="1">
                <a:ea typeface="+mn-lt"/>
                <a:cs typeface="+mn-lt"/>
              </a:rPr>
              <a:t>Fastcat</a:t>
            </a:r>
            <a:r>
              <a:rPr lang="en-US" dirty="0">
                <a:ea typeface="+mn-lt"/>
                <a:cs typeface="+mn-lt"/>
              </a:rPr>
              <a:t>)</a:t>
            </a:r>
          </a:p>
          <a:p>
            <a:r>
              <a:rPr lang="en-US" dirty="0">
                <a:cs typeface="Arial"/>
              </a:rPr>
              <a:t>Often, problems will arise that are not rooted in software</a:t>
            </a:r>
          </a:p>
          <a:p>
            <a:pPr lvl="1"/>
            <a:r>
              <a:rPr lang="en-US" dirty="0">
                <a:cs typeface="Arial"/>
              </a:rPr>
              <a:t>For instance, the brakes may be controlled by a circuit and not a Beckhoff module/ ELMO pin</a:t>
            </a:r>
          </a:p>
          <a:p>
            <a:pPr lvl="1"/>
            <a:r>
              <a:rPr lang="en-US" dirty="0">
                <a:cs typeface="Arial"/>
              </a:rPr>
              <a:t>The behavior of the testbed may not align with documentation (e.g. pin-outs incorrect)</a:t>
            </a:r>
          </a:p>
          <a:p>
            <a:r>
              <a:rPr lang="en-US" dirty="0">
                <a:cs typeface="Arial"/>
              </a:rPr>
              <a:t>There are JPL-specific things you should consider</a:t>
            </a:r>
          </a:p>
          <a:p>
            <a:pPr lvl="1"/>
            <a:r>
              <a:rPr lang="en-US" dirty="0">
                <a:cs typeface="Arial"/>
              </a:rPr>
              <a:t>Is the project information ITAR? (changes where the code can live)</a:t>
            </a:r>
          </a:p>
          <a:p>
            <a:pPr lvl="1"/>
            <a:r>
              <a:rPr lang="en-US" dirty="0">
                <a:cs typeface="Arial"/>
              </a:rPr>
              <a:t>Is the product going to be used outside of JPL? (they may not have VPN access)</a:t>
            </a:r>
          </a:p>
          <a:p>
            <a:r>
              <a:rPr lang="en-US" dirty="0">
                <a:cs typeface="Arial"/>
              </a:rPr>
              <a:t>Try to ask questions/ bounce ideas off senior team members </a:t>
            </a:r>
          </a:p>
          <a:p>
            <a:pPr lvl="1"/>
            <a:r>
              <a:rPr lang="en-US" dirty="0">
                <a:cs typeface="Arial"/>
              </a:rPr>
              <a:t>These members are more knowledgeable about existing software/ tools that will help</a:t>
            </a:r>
          </a:p>
          <a:p>
            <a:pPr lvl="1"/>
            <a:r>
              <a:rPr lang="en-US" dirty="0">
                <a:cs typeface="Arial"/>
              </a:rPr>
              <a:t>Sometimes what your client wants is not what they need and senior members are more aware of where this line is</a:t>
            </a:r>
          </a:p>
        </p:txBody>
      </p:sp>
      <p:sp>
        <p:nvSpPr>
          <p:cNvPr id="3" name="Title 2">
            <a:extLst>
              <a:ext uri="{FF2B5EF4-FFF2-40B4-BE49-F238E27FC236}">
                <a16:creationId xmlns:a16="http://schemas.microsoft.com/office/drawing/2014/main" id="{72A3F6B2-94F1-99B8-67B1-93C7CB9FF7A1}"/>
              </a:ext>
            </a:extLst>
          </p:cNvPr>
          <p:cNvSpPr>
            <a:spLocks noGrp="1"/>
          </p:cNvSpPr>
          <p:nvPr>
            <p:ph type="title"/>
          </p:nvPr>
        </p:nvSpPr>
        <p:spPr/>
        <p:txBody>
          <a:bodyPr lIns="91440" tIns="45720" rIns="91440" bIns="45720" anchor="t"/>
          <a:lstStyle/>
          <a:p>
            <a:r>
              <a:rPr lang="en-US"/>
              <a:t>Things Learned</a:t>
            </a:r>
          </a:p>
        </p:txBody>
      </p:sp>
      <p:sp>
        <p:nvSpPr>
          <p:cNvPr id="4" name="Text Placeholder 3">
            <a:extLst>
              <a:ext uri="{FF2B5EF4-FFF2-40B4-BE49-F238E27FC236}">
                <a16:creationId xmlns:a16="http://schemas.microsoft.com/office/drawing/2014/main" id="{86EAC33D-C37F-72F9-F7AE-7F1F8A3E1647}"/>
              </a:ext>
            </a:extLst>
          </p:cNvPr>
          <p:cNvSpPr>
            <a:spLocks noGrp="1"/>
          </p:cNvSpPr>
          <p:nvPr>
            <p:ph type="body" sz="quarter" idx="10"/>
          </p:nvPr>
        </p:nvSpPr>
        <p:spPr/>
        <p:txBody>
          <a:bodyPr/>
          <a:lstStyle/>
          <a:p>
            <a:endParaRPr lang="en-US"/>
          </a:p>
        </p:txBody>
      </p:sp>
      <p:sp>
        <p:nvSpPr>
          <p:cNvPr id="5" name="Date Placeholder 4">
            <a:extLst>
              <a:ext uri="{FF2B5EF4-FFF2-40B4-BE49-F238E27FC236}">
                <a16:creationId xmlns:a16="http://schemas.microsoft.com/office/drawing/2014/main" id="{53403357-2F8C-289E-336A-F268BBCCE9C9}"/>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2AEFF195-702F-9AA3-9A30-F3AB3FB15154}"/>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3E130BBB-57F1-9A1E-9E2F-C5149579DA9B}"/>
              </a:ext>
            </a:extLst>
          </p:cNvPr>
          <p:cNvSpPr>
            <a:spLocks noGrp="1"/>
          </p:cNvSpPr>
          <p:nvPr>
            <p:ph type="sldNum" sz="quarter" idx="20"/>
          </p:nvPr>
        </p:nvSpPr>
        <p:spPr/>
        <p:txBody>
          <a:bodyPr/>
          <a:lstStyle/>
          <a:p>
            <a:fld id="{2D04F4CF-F641-6E4E-8F87-8EB8AA2BFA51}" type="slidenum">
              <a:rPr lang="en-US" smtClean="0"/>
              <a:pPr/>
              <a:t>17</a:t>
            </a:fld>
            <a:endParaRPr lang="en-US"/>
          </a:p>
        </p:txBody>
      </p:sp>
    </p:spTree>
    <p:extLst>
      <p:ext uri="{BB962C8B-B14F-4D97-AF65-F5344CB8AC3E}">
        <p14:creationId xmlns:p14="http://schemas.microsoft.com/office/powerpoint/2010/main" val="478290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4AE302-2D77-31FF-8AE7-369AEDE5D7E9}"/>
              </a:ext>
            </a:extLst>
          </p:cNvPr>
          <p:cNvSpPr>
            <a:spLocks noGrp="1"/>
          </p:cNvSpPr>
          <p:nvPr>
            <p:ph type="body" sz="quarter" idx="17"/>
          </p:nvPr>
        </p:nvSpPr>
        <p:spPr/>
        <p:txBody>
          <a:bodyPr/>
          <a:lstStyle/>
          <a:p>
            <a:endParaRPr lang="en-US"/>
          </a:p>
        </p:txBody>
      </p:sp>
      <p:sp>
        <p:nvSpPr>
          <p:cNvPr id="3" name="Title 2">
            <a:extLst>
              <a:ext uri="{FF2B5EF4-FFF2-40B4-BE49-F238E27FC236}">
                <a16:creationId xmlns:a16="http://schemas.microsoft.com/office/drawing/2014/main" id="{DE50EE36-2342-8836-4D5D-59E4EBECE858}"/>
              </a:ext>
            </a:extLst>
          </p:cNvPr>
          <p:cNvSpPr>
            <a:spLocks noGrp="1"/>
          </p:cNvSpPr>
          <p:nvPr>
            <p:ph type="title"/>
          </p:nvPr>
        </p:nvSpPr>
        <p:spPr/>
        <p:txBody>
          <a:bodyPr lIns="91440" tIns="45720" rIns="91440" bIns="45720" anchor="t"/>
          <a:lstStyle/>
          <a:p>
            <a:r>
              <a:rPr lang="en-US" dirty="0"/>
              <a:t>Thanks guys</a:t>
            </a:r>
          </a:p>
        </p:txBody>
      </p:sp>
      <p:sp>
        <p:nvSpPr>
          <p:cNvPr id="4" name="Text Placeholder 3">
            <a:extLst>
              <a:ext uri="{FF2B5EF4-FFF2-40B4-BE49-F238E27FC236}">
                <a16:creationId xmlns:a16="http://schemas.microsoft.com/office/drawing/2014/main" id="{78A511B8-17D2-C2C8-18DE-5713B00F368C}"/>
              </a:ext>
            </a:extLst>
          </p:cNvPr>
          <p:cNvSpPr>
            <a:spLocks noGrp="1"/>
          </p:cNvSpPr>
          <p:nvPr>
            <p:ph type="body" sz="quarter" idx="10"/>
          </p:nvPr>
        </p:nvSpPr>
        <p:spPr/>
        <p:txBody>
          <a:bodyPr/>
          <a:lstStyle/>
          <a:p>
            <a:endParaRPr lang="en-US"/>
          </a:p>
        </p:txBody>
      </p:sp>
      <p:sp>
        <p:nvSpPr>
          <p:cNvPr id="5" name="Date Placeholder 4">
            <a:extLst>
              <a:ext uri="{FF2B5EF4-FFF2-40B4-BE49-F238E27FC236}">
                <a16:creationId xmlns:a16="http://schemas.microsoft.com/office/drawing/2014/main" id="{D995D042-2F11-C52A-7D99-A95D00BDDF1F}"/>
              </a:ext>
            </a:extLst>
          </p:cNvPr>
          <p:cNvSpPr>
            <a:spLocks noGrp="1"/>
          </p:cNvSpPr>
          <p:nvPr>
            <p:ph type="dt" sz="half" idx="18"/>
          </p:nvPr>
        </p:nvSpPr>
        <p:spPr/>
        <p:txBody>
          <a:bodyPr/>
          <a:lstStyle/>
          <a:p>
            <a:r>
              <a:rPr lang="en-US"/>
              <a:t>DD MMM YYYY</a:t>
            </a:r>
          </a:p>
        </p:txBody>
      </p:sp>
      <p:sp>
        <p:nvSpPr>
          <p:cNvPr id="6" name="Footer Placeholder 5">
            <a:extLst>
              <a:ext uri="{FF2B5EF4-FFF2-40B4-BE49-F238E27FC236}">
                <a16:creationId xmlns:a16="http://schemas.microsoft.com/office/drawing/2014/main" id="{27107F09-66D5-BBE1-6E63-350F1BA77E95}"/>
              </a:ext>
            </a:extLst>
          </p:cNvPr>
          <p:cNvSpPr>
            <a:spLocks noGrp="1"/>
          </p:cNvSpPr>
          <p:nvPr>
            <p:ph type="ftr" sz="quarter" idx="19"/>
          </p:nvPr>
        </p:nvSpPr>
        <p:spPr/>
        <p:txBody>
          <a:bodyPr/>
          <a:lstStyle/>
          <a:p>
            <a:r>
              <a:rPr lang="en-US"/>
              <a:t>The technical data in this document is controlled under the U.S. Export Regulations; release to foreign persons may require an export authorization.</a:t>
            </a:r>
          </a:p>
        </p:txBody>
      </p:sp>
      <p:sp>
        <p:nvSpPr>
          <p:cNvPr id="7" name="Slide Number Placeholder 6">
            <a:extLst>
              <a:ext uri="{FF2B5EF4-FFF2-40B4-BE49-F238E27FC236}">
                <a16:creationId xmlns:a16="http://schemas.microsoft.com/office/drawing/2014/main" id="{896A97B2-22F4-ADBC-ECC0-12E0A5CE723C}"/>
              </a:ext>
            </a:extLst>
          </p:cNvPr>
          <p:cNvSpPr>
            <a:spLocks noGrp="1"/>
          </p:cNvSpPr>
          <p:nvPr>
            <p:ph type="sldNum" sz="quarter" idx="20"/>
          </p:nvPr>
        </p:nvSpPr>
        <p:spPr/>
        <p:txBody>
          <a:bodyPr/>
          <a:lstStyle/>
          <a:p>
            <a:fld id="{2D04F4CF-F641-6E4E-8F87-8EB8AA2BFA51}" type="slidenum">
              <a:rPr lang="en-US" smtClean="0"/>
              <a:pPr/>
              <a:t>18</a:t>
            </a:fld>
            <a:endParaRPr lang="en-US"/>
          </a:p>
        </p:txBody>
      </p:sp>
      <p:pic>
        <p:nvPicPr>
          <p:cNvPr id="10" name="Picture 9" descr="Cheers! Let's toast Leonardo DiCaprio again and again and again">
            <a:extLst>
              <a:ext uri="{FF2B5EF4-FFF2-40B4-BE49-F238E27FC236}">
                <a16:creationId xmlns:a16="http://schemas.microsoft.com/office/drawing/2014/main" id="{F6D8973F-F5A1-0F23-3B58-95643836C0E7}"/>
              </a:ext>
            </a:extLst>
          </p:cNvPr>
          <p:cNvPicPr>
            <a:picLocks noChangeAspect="1"/>
          </p:cNvPicPr>
          <p:nvPr/>
        </p:nvPicPr>
        <p:blipFill>
          <a:blip r:embed="rId2"/>
          <a:stretch>
            <a:fillRect/>
          </a:stretch>
        </p:blipFill>
        <p:spPr>
          <a:xfrm>
            <a:off x="4072379" y="2196053"/>
            <a:ext cx="4023674" cy="3007936"/>
          </a:xfrm>
          <a:prstGeom prst="rect">
            <a:avLst/>
          </a:prstGeom>
        </p:spPr>
      </p:pic>
    </p:spTree>
    <p:extLst>
      <p:ext uri="{BB962C8B-B14F-4D97-AF65-F5344CB8AC3E}">
        <p14:creationId xmlns:p14="http://schemas.microsoft.com/office/powerpoint/2010/main" val="239383845"/>
      </p:ext>
    </p:extLst>
  </p:cSld>
  <p:clrMapOvr>
    <a:masterClrMapping/>
  </p:clrMapOvr>
</p:sld>
</file>

<file path=ppt/theme/theme1.xml><?xml version="1.0" encoding="utf-8"?>
<a:theme xmlns:a="http://schemas.openxmlformats.org/drawingml/2006/main" name="MSR SRL Thermal Theme">
  <a:themeElements>
    <a:clrScheme name="Custom 2">
      <a:dk1>
        <a:srgbClr val="000000"/>
      </a:dk1>
      <a:lt1>
        <a:srgbClr val="FFFFFF"/>
      </a:lt1>
      <a:dk2>
        <a:srgbClr val="44546A"/>
      </a:dk2>
      <a:lt2>
        <a:srgbClr val="E7E6E6"/>
      </a:lt2>
      <a:accent1>
        <a:srgbClr val="053147"/>
      </a:accent1>
      <a:accent2>
        <a:srgbClr val="093C8E"/>
      </a:accent2>
      <a:accent3>
        <a:srgbClr val="0B3C90"/>
      </a:accent3>
      <a:accent4>
        <a:srgbClr val="04AC69"/>
      </a:accent4>
      <a:accent5>
        <a:srgbClr val="D00000"/>
      </a:accent5>
      <a:accent6>
        <a:srgbClr val="FE6E1C"/>
      </a:accent6>
      <a:hlink>
        <a:srgbClr val="F1A700"/>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SR SRL Thermal Theme">
  <a:themeElements>
    <a:clrScheme name="Custom 2">
      <a:dk1>
        <a:srgbClr val="000000"/>
      </a:dk1>
      <a:lt1>
        <a:srgbClr val="FFFFFF"/>
      </a:lt1>
      <a:dk2>
        <a:srgbClr val="44546A"/>
      </a:dk2>
      <a:lt2>
        <a:srgbClr val="E7E6E6"/>
      </a:lt2>
      <a:accent1>
        <a:srgbClr val="053147"/>
      </a:accent1>
      <a:accent2>
        <a:srgbClr val="093C8E"/>
      </a:accent2>
      <a:accent3>
        <a:srgbClr val="0B3C90"/>
      </a:accent3>
      <a:accent4>
        <a:srgbClr val="04AC69"/>
      </a:accent4>
      <a:accent5>
        <a:srgbClr val="D00000"/>
      </a:accent5>
      <a:accent6>
        <a:srgbClr val="FE6E1C"/>
      </a:accent6>
      <a:hlink>
        <a:srgbClr val="F1A700"/>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SR SRL Thermal Theme">
  <a:themeElements>
    <a:clrScheme name="Custom 2">
      <a:dk1>
        <a:srgbClr val="000000"/>
      </a:dk1>
      <a:lt1>
        <a:srgbClr val="FFFFFF"/>
      </a:lt1>
      <a:dk2>
        <a:srgbClr val="44546A"/>
      </a:dk2>
      <a:lt2>
        <a:srgbClr val="E7E6E6"/>
      </a:lt2>
      <a:accent1>
        <a:srgbClr val="053147"/>
      </a:accent1>
      <a:accent2>
        <a:srgbClr val="093C8E"/>
      </a:accent2>
      <a:accent3>
        <a:srgbClr val="0B3C90"/>
      </a:accent3>
      <a:accent4>
        <a:srgbClr val="04AC69"/>
      </a:accent4>
      <a:accent5>
        <a:srgbClr val="D00000"/>
      </a:accent5>
      <a:accent6>
        <a:srgbClr val="FE6E1C"/>
      </a:accent6>
      <a:hlink>
        <a:srgbClr val="F1A700"/>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a:defRPr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B26068701F284F9A79D0DB58B81DA9" ma:contentTypeVersion="15" ma:contentTypeDescription="Create a new document." ma:contentTypeScope="" ma:versionID="a57aa16a459ad2b6531990c643094277">
  <xsd:schema xmlns:xsd="http://www.w3.org/2001/XMLSchema" xmlns:xs="http://www.w3.org/2001/XMLSchema" xmlns:p="http://schemas.microsoft.com/office/2006/metadata/properties" xmlns:ns2="a6e8954c-b647-4476-9e30-9abbb90e5e02" xmlns:ns3="ca570c76-dd0d-419e-a6cc-da3525b1deaf" targetNamespace="http://schemas.microsoft.com/office/2006/metadata/properties" ma:root="true" ma:fieldsID="f93cb16958ffd5d24769940004e0db1a" ns2:_="" ns3:_="">
    <xsd:import namespace="a6e8954c-b647-4476-9e30-9abbb90e5e02"/>
    <xsd:import namespace="ca570c76-dd0d-419e-a6cc-da3525b1dea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LengthInSecond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e8954c-b647-4476-9e30-9abbb90e5e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2" nillable="true" ma:displayName="MediaLengthInSeconds" ma:hidden="true" ma:internalName="MediaLengthInSeconds" ma:readOnly="true">
      <xsd:simpleType>
        <xsd:restriction base="dms:Unknow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bc2283c9-5dc3-4342-a46e-d374fcd9782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a570c76-dd0d-419e-a6cc-da3525b1dea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795e07bf-30fe-499c-b890-41eca599de24}" ma:internalName="TaxCatchAll" ma:showField="CatchAllData" ma:web="ca570c76-dd0d-419e-a6cc-da3525b1dea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6e8954c-b647-4476-9e30-9abbb90e5e02">
      <Terms xmlns="http://schemas.microsoft.com/office/infopath/2007/PartnerControls"/>
    </lcf76f155ced4ddcb4097134ff3c332f>
    <TaxCatchAll xmlns="ca570c76-dd0d-419e-a6cc-da3525b1deaf" xsi:nil="true"/>
    <SharedWithUsers xmlns="ca570c76-dd0d-419e-a6cc-da3525b1deaf">
      <UserInfo>
        <DisplayName>Sirota, Allen R (US 3471)</DisplayName>
        <AccountId>1149</AccountId>
        <AccountType/>
      </UserInfo>
      <UserInfo>
        <DisplayName>Jones, Bryson (US 347G)</DisplayName>
        <AccountId>1151</AccountId>
        <AccountType/>
      </UserInfo>
      <UserInfo>
        <DisplayName>Brinkman, Alexander P (US 347G)</DisplayName>
        <AccountId>1152</AccountId>
        <AccountType/>
      </UserInfo>
      <UserInfo>
        <DisplayName>Rogers, Preston (US 347G)</DisplayName>
        <AccountId>1170</AccountId>
        <AccountType/>
      </UserInfo>
      <UserInfo>
        <DisplayName>Bergh, Charles F (US 3402)</DisplayName>
        <AccountId>1150</AccountId>
        <AccountType/>
      </UserInfo>
    </SharedWithUsers>
  </documentManagement>
</p:properties>
</file>

<file path=customXml/itemProps1.xml><?xml version="1.0" encoding="utf-8"?>
<ds:datastoreItem xmlns:ds="http://schemas.openxmlformats.org/officeDocument/2006/customXml" ds:itemID="{C254B38C-7706-4003-883C-93230BC0AC19}">
  <ds:schemaRefs>
    <ds:schemaRef ds:uri="a6e8954c-b647-4476-9e30-9abbb90e5e02"/>
    <ds:schemaRef ds:uri="ca570c76-dd0d-419e-a6cc-da3525b1dea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8D3F10-665E-469B-A909-30CB2C0A199D}">
  <ds:schemaRefs>
    <ds:schemaRef ds:uri="http://schemas.microsoft.com/sharepoint/v3/contenttype/forms"/>
  </ds:schemaRefs>
</ds:datastoreItem>
</file>

<file path=customXml/itemProps3.xml><?xml version="1.0" encoding="utf-8"?>
<ds:datastoreItem xmlns:ds="http://schemas.openxmlformats.org/officeDocument/2006/customXml" ds:itemID="{A91E1035-F765-4136-A2CA-C85E7624ABC1}">
  <ds:schemaRefs>
    <ds:schemaRef ds:uri="http://purl.org/dc/term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a6e8954c-b647-4476-9e30-9abbb90e5e02"/>
    <ds:schemaRef ds:uri="http://schemas.openxmlformats.org/package/2006/metadata/core-properties"/>
    <ds:schemaRef ds:uri="ca570c76-dd0d-419e-a6cc-da3525b1deaf"/>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0</TotalTime>
  <Words>2976</Words>
  <Application>Microsoft Macintosh PowerPoint</Application>
  <PresentationFormat>Widescreen</PresentationFormat>
  <Paragraphs>298</Paragraphs>
  <Slides>18</Slides>
  <Notes>14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18</vt:i4>
      </vt:variant>
    </vt:vector>
  </HeadingPairs>
  <TitlesOfParts>
    <vt:vector size="27" baseType="lpstr">
      <vt:lpstr>Microgramma D Extended</vt:lpstr>
      <vt:lpstr>Arial</vt:lpstr>
      <vt:lpstr>Calibri</vt:lpstr>
      <vt:lpstr>Helvetica Neue</vt:lpstr>
      <vt:lpstr>Helvetica Neue Light</vt:lpstr>
      <vt:lpstr>Helvetica Neue Thin</vt:lpstr>
      <vt:lpstr>MSR SRL Thermal Theme</vt:lpstr>
      <vt:lpstr>MSR SRL Thermal Theme</vt:lpstr>
      <vt:lpstr>MSR SRL Thermal Theme</vt:lpstr>
      <vt:lpstr>SRL Lander Mech Project + Things Learned</vt:lpstr>
      <vt:lpstr>Project Goals</vt:lpstr>
      <vt:lpstr>Project Goals Elaborated</vt:lpstr>
      <vt:lpstr>Project Goals Elaborated</vt:lpstr>
      <vt:lpstr>Project Goals Elaborated</vt:lpstr>
      <vt:lpstr>Project Goals Elaborated</vt:lpstr>
      <vt:lpstr>Project Requirements</vt:lpstr>
      <vt:lpstr>Computer/ Hardware Environment</vt:lpstr>
      <vt:lpstr>Computer/ Hardware Environment </vt:lpstr>
      <vt:lpstr>Software Architecture</vt:lpstr>
      <vt:lpstr>Software Architecture</vt:lpstr>
      <vt:lpstr>Software Architecture</vt:lpstr>
      <vt:lpstr>New Beckhoff Modules</vt:lpstr>
      <vt:lpstr>New Software for Beckhoff Modules</vt:lpstr>
      <vt:lpstr>Three Node Thermal Model Fastcat Device</vt:lpstr>
      <vt:lpstr>Three Node Thermal Model </vt:lpstr>
      <vt:lpstr>Things Learned</vt:lpstr>
      <vt:lpstr>Thanks guys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Rogers, Preston (US 358J)</cp:lastModifiedBy>
  <cp:revision>1850</cp:revision>
  <dcterms:created xsi:type="dcterms:W3CDTF">2022-06-15T17:56:49Z</dcterms:created>
  <dcterms:modified xsi:type="dcterms:W3CDTF">2026-05-08T17:03:12Z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0x01010066B26068701F284F9A79D0DB58B81DA9</vt:lpwstr>
  </property>
  <property fmtid="{D5CDD505-2E9C-101B-9397-08002B2CF9AE}" pid="3" name="MediaServiceImageTags">
    <vt:lpwstr/>
  </property>
</Properties>
</file>