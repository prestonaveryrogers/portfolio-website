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9" r:id="rId4"/>
    <p:sldMasterId id="2147483793" r:id="rId5"/>
    <p:sldMasterId id="2147483805" r:id="rId6"/>
  </p:sldMasterIdLst>
  <p:notesMasterIdLst>
    <p:notesMasterId r:id="rId32"/>
  </p:notesMasterIdLst>
  <p:handoutMasterIdLst>
    <p:handoutMasterId r:id="rId33"/>
  </p:handoutMasterIdLst>
  <p:sldIdLst>
    <p:sldId id="36969" r:id="rId7"/>
    <p:sldId id="2098149650" r:id="rId8"/>
    <p:sldId id="2098149639" r:id="rId9"/>
    <p:sldId id="2098149640" r:id="rId10"/>
    <p:sldId id="2098149646" r:id="rId11"/>
    <p:sldId id="2098149647" r:id="rId12"/>
    <p:sldId id="2098149651" r:id="rId13"/>
    <p:sldId id="257" r:id="rId14"/>
    <p:sldId id="2098149643" r:id="rId15"/>
    <p:sldId id="2098149648" r:id="rId16"/>
    <p:sldId id="2098149649" r:id="rId17"/>
    <p:sldId id="2098149152" r:id="rId18"/>
    <p:sldId id="2098149151" r:id="rId19"/>
    <p:sldId id="2098149645" r:id="rId20"/>
    <p:sldId id="2098149637" r:id="rId21"/>
    <p:sldId id="2098149641" r:id="rId22"/>
    <p:sldId id="2098149642" r:id="rId23"/>
    <p:sldId id="2098149657" r:id="rId24"/>
    <p:sldId id="2098149652" r:id="rId25"/>
    <p:sldId id="2098149638" r:id="rId26"/>
    <p:sldId id="2098149644" r:id="rId27"/>
    <p:sldId id="2098149653" r:id="rId28"/>
    <p:sldId id="2098149656" r:id="rId29"/>
    <p:sldId id="2098149654" r:id="rId30"/>
    <p:sldId id="209814965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3E5A8E9-A561-4B5B-8FA1-F048E52F9892}">
          <p14:sldIdLst>
            <p14:sldId id="36969"/>
          </p14:sldIdLst>
        </p14:section>
        <p14:section name="Overall Formulation" id="{18E69963-6208-4BBD-B375-620AA6DD02D1}">
          <p14:sldIdLst>
            <p14:sldId id="2098149650"/>
            <p14:sldId id="2098149639"/>
            <p14:sldId id="2098149640"/>
            <p14:sldId id="2098149646"/>
            <p14:sldId id="2098149647"/>
            <p14:sldId id="2098149651"/>
          </p14:sldIdLst>
        </p14:section>
        <p14:section name="Active Compliance" id="{68BE5655-1910-4145-8BB7-C94C101707E0}">
          <p14:sldIdLst>
            <p14:sldId id="257"/>
            <p14:sldId id="2098149643"/>
            <p14:sldId id="2098149648"/>
            <p14:sldId id="2098149649"/>
            <p14:sldId id="2098149152"/>
            <p14:sldId id="2098149151"/>
            <p14:sldId id="2098149645"/>
          </p14:sldIdLst>
        </p14:section>
        <p14:section name="Force Regulation" id="{3F1CC599-AA6A-4B6F-8631-016D9EFF4036}">
          <p14:sldIdLst>
            <p14:sldId id="2098149637"/>
            <p14:sldId id="2098149641"/>
            <p14:sldId id="2098149642"/>
          </p14:sldIdLst>
        </p14:section>
        <p14:section name="Chamfer Find" id="{3662CC22-000A-4207-ABF7-8144D7C74D41}">
          <p14:sldIdLst>
            <p14:sldId id="2098149657"/>
          </p14:sldIdLst>
        </p14:section>
        <p14:section name="Control Diagrams" id="{2287B45D-202D-426F-BEC1-5E6C1B02AEBD}">
          <p14:sldIdLst>
            <p14:sldId id="2098149652"/>
          </p14:sldIdLst>
        </p14:section>
        <p14:section name="Enforced Deflection" id="{17CD0100-B97E-42DD-A023-07322AECBB95}">
          <p14:sldIdLst>
            <p14:sldId id="2098149638"/>
            <p14:sldId id="2098149644"/>
          </p14:sldIdLst>
        </p14:section>
        <p14:section name="Testbed Plots" id="{F2885E67-741B-4BAF-AB7F-03D56E2EFD4A}">
          <p14:sldIdLst>
            <p14:sldId id="2098149653"/>
          </p14:sldIdLst>
        </p14:section>
        <p14:section name="Testbeds" id="{4F1981CB-C299-4A98-9B44-020EA9D8FAD3}">
          <p14:sldIdLst>
            <p14:sldId id="2098149656"/>
          </p14:sldIdLst>
        </p14:section>
        <p14:section name="FTS" id="{88A8FC75-7830-48F8-AD55-0C2B563A3E89}">
          <p14:sldIdLst>
            <p14:sldId id="2098149654"/>
            <p14:sldId id="209814965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reen, William M (US 352A)" initials="GWM(3" lastIdx="1" clrIdx="0">
    <p:extLst>
      <p:ext uri="{19B8F6BF-5375-455C-9EA6-DF929625EA0E}">
        <p15:presenceInfo xmlns:p15="http://schemas.microsoft.com/office/powerpoint/2012/main" userId="S-1-5-21-1608413684-1126320247-1535859923-1031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B2F1"/>
    <a:srgbClr val="92D050"/>
    <a:srgbClr val="7030A0"/>
    <a:srgbClr val="C00000"/>
    <a:srgbClr val="CCCC00"/>
    <a:srgbClr val="F29000"/>
    <a:srgbClr val="D10100"/>
    <a:srgbClr val="416EED"/>
    <a:srgbClr val="FF0000"/>
    <a:srgbClr val="D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2" autoAdjust="0"/>
    <p:restoredTop sz="87803" autoAdjust="0"/>
  </p:normalViewPr>
  <p:slideViewPr>
    <p:cSldViewPr snapToGrid="0">
      <p:cViewPr varScale="1">
        <p:scale>
          <a:sx n="114" d="100"/>
          <a:sy n="114" d="100"/>
        </p:scale>
        <p:origin x="186"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124117-2056-F04A-9DC1-DAF80AA380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E5C68E7-4825-434A-9CDF-FD932A5E49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D5ABFE-584F-F04D-BC99-C1ACD68CCFEE}" type="datetimeFigureOut">
              <a:rPr lang="en-US" smtClean="0"/>
              <a:t>11/28/2023</a:t>
            </a:fld>
            <a:endParaRPr lang="en-US"/>
          </a:p>
        </p:txBody>
      </p:sp>
      <p:sp>
        <p:nvSpPr>
          <p:cNvPr id="4" name="Footer Placeholder 3">
            <a:extLst>
              <a:ext uri="{FF2B5EF4-FFF2-40B4-BE49-F238E27FC236}">
                <a16:creationId xmlns:a16="http://schemas.microsoft.com/office/drawing/2014/main" id="{CC90449E-2ACE-1F45-B81D-525049DE91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Presentation Title</a:t>
            </a:r>
          </a:p>
        </p:txBody>
      </p:sp>
      <p:sp>
        <p:nvSpPr>
          <p:cNvPr id="5" name="Slide Number Placeholder 4">
            <a:extLst>
              <a:ext uri="{FF2B5EF4-FFF2-40B4-BE49-F238E27FC236}">
                <a16:creationId xmlns:a16="http://schemas.microsoft.com/office/drawing/2014/main" id="{3A261855-0205-944B-B8ED-2F08B876EA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3CDCC0-C608-3C4D-970A-3912D6692722}" type="slidenum">
              <a:rPr lang="en-US" smtClean="0"/>
              <a:t>‹#›</a:t>
            </a:fld>
            <a:endParaRPr lang="en-US"/>
          </a:p>
        </p:txBody>
      </p:sp>
    </p:spTree>
    <p:extLst>
      <p:ext uri="{BB962C8B-B14F-4D97-AF65-F5344CB8AC3E}">
        <p14:creationId xmlns:p14="http://schemas.microsoft.com/office/powerpoint/2010/main" val="334583263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5BAD06-80BF-B747-B2B2-2646110899A4}" type="datetimeFigureOut">
              <a:rPr lang="en-US" smtClean="0"/>
              <a:t>11/28/2023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Presentation Title</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E94A1-7C40-8946-AD2E-519DF92826D0}" type="slidenum">
              <a:rPr lang="en-US" smtClean="0"/>
              <a:t>‹#›</a:t>
            </a:fld>
            <a:endParaRPr lang="en-US"/>
          </a:p>
        </p:txBody>
      </p:sp>
    </p:spTree>
    <p:extLst>
      <p:ext uri="{BB962C8B-B14F-4D97-AF65-F5344CB8AC3E}">
        <p14:creationId xmlns:p14="http://schemas.microsoft.com/office/powerpoint/2010/main" val="109876985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dashpot is necessary to make the system stable</a:t>
            </a:r>
          </a:p>
          <a:p>
            <a:endParaRPr lang="en-US" dirty="0"/>
          </a:p>
          <a:p>
            <a:r>
              <a:rPr lang="en-US" dirty="0"/>
              <a:t>Call out how dependent </a:t>
            </a:r>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Presentation Title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8E94A1-7C40-8946-AD2E-519DF92826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361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dashpot is necessary to make the system stable</a:t>
            </a:r>
          </a:p>
          <a:p>
            <a:endParaRPr lang="en-US" dirty="0"/>
          </a:p>
          <a:p>
            <a:r>
              <a:rPr lang="en-US" dirty="0"/>
              <a:t>Call out how dependent </a:t>
            </a:r>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Presentation Title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8E94A1-7C40-8946-AD2E-519DF92826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4721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dashpot is necessary to make the system stable</a:t>
            </a:r>
          </a:p>
          <a:p>
            <a:endParaRPr lang="en-US" dirty="0"/>
          </a:p>
          <a:p>
            <a:r>
              <a:rPr lang="en-US" dirty="0"/>
              <a:t>Call out how dependent </a:t>
            </a:r>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Presentation Title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8E94A1-7C40-8946-AD2E-519DF92826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2392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focus more on SCU joint control performance on the right,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Turn this box towards SCU dependence</a:t>
            </a:r>
          </a:p>
          <a:p>
            <a:endParaRPr lang="en-US" dirty="0"/>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Presentation Title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8E94A1-7C40-8946-AD2E-519DF92826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3251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dashpot is necessary to make the system stable</a:t>
            </a:r>
          </a:p>
          <a:p>
            <a:endParaRPr lang="en-US" dirty="0"/>
          </a:p>
          <a:p>
            <a:r>
              <a:rPr lang="en-US" dirty="0"/>
              <a:t>Call out how dependent </a:t>
            </a:r>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Presentation Title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8E94A1-7C40-8946-AD2E-519DF92826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93828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3.xml"/><Relationship Id="rId5" Type="http://schemas.openxmlformats.org/officeDocument/2006/relationships/image" Target="../media/image3.png"/><Relationship Id="rId4"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_Slid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F44AE38C-0FAA-4413-9162-AEA75E3ABAC2}"/>
              </a:ext>
            </a:extLst>
          </p:cNvPr>
          <p:cNvPicPr>
            <a:picLocks noChangeAspect="1"/>
          </p:cNvPicPr>
          <p:nvPr userDrawn="1"/>
        </p:nvPicPr>
        <p:blipFill>
          <a:blip r:embed="rId2"/>
          <a:stretch>
            <a:fillRect/>
          </a:stretch>
        </p:blipFill>
        <p:spPr>
          <a:xfrm>
            <a:off x="0" y="0"/>
            <a:ext cx="9141291" cy="5143500"/>
          </a:xfrm>
          <a:prstGeom prst="rect">
            <a:avLst/>
          </a:prstGeom>
        </p:spPr>
      </p:pic>
      <p:sp>
        <p:nvSpPr>
          <p:cNvPr id="4" name="Rectangle">
            <a:extLst>
              <a:ext uri="{FF2B5EF4-FFF2-40B4-BE49-F238E27FC236}">
                <a16:creationId xmlns:a16="http://schemas.microsoft.com/office/drawing/2014/main" id="{2C560D5A-6704-0193-551D-8314C24F8FDE}"/>
              </a:ext>
            </a:extLst>
          </p:cNvPr>
          <p:cNvSpPr/>
          <p:nvPr userDrawn="1"/>
        </p:nvSpPr>
        <p:spPr>
          <a:xfrm rot="10800000">
            <a:off x="0" y="5239631"/>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5" name="Rectangle 4">
            <a:extLst>
              <a:ext uri="{FF2B5EF4-FFF2-40B4-BE49-F238E27FC236}">
                <a16:creationId xmlns:a16="http://schemas.microsoft.com/office/drawing/2014/main" id="{6E74CA93-F895-DE31-C4AA-00A2F70BB871}"/>
              </a:ext>
            </a:extLst>
          </p:cNvPr>
          <p:cNvSpPr/>
          <p:nvPr userDrawn="1"/>
        </p:nvSpPr>
        <p:spPr>
          <a:xfrm>
            <a:off x="3048" y="5131024"/>
            <a:ext cx="8275413"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67DD6AA0-88B1-FA3A-14A6-D8FB85A01063}"/>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AB1D45ED-9B70-752A-C468-459D07374E07}"/>
              </a:ext>
            </a:extLst>
          </p:cNvPr>
          <p:cNvSpPr>
            <a:spLocks noGrp="1"/>
          </p:cNvSpPr>
          <p:nvPr>
            <p:ph type="ctrTitle" hasCustomPrompt="1"/>
          </p:nvPr>
        </p:nvSpPr>
        <p:spPr>
          <a:xfrm>
            <a:off x="105043" y="5410824"/>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Presentation Title</a:t>
            </a:r>
          </a:p>
        </p:txBody>
      </p:sp>
      <p:sp>
        <p:nvSpPr>
          <p:cNvPr id="8" name="Subtitle 2">
            <a:extLst>
              <a:ext uri="{FF2B5EF4-FFF2-40B4-BE49-F238E27FC236}">
                <a16:creationId xmlns:a16="http://schemas.microsoft.com/office/drawing/2014/main" id="{B0202230-F2CD-0A8E-7A20-6BF651622BF5}"/>
              </a:ext>
            </a:extLst>
          </p:cNvPr>
          <p:cNvSpPr>
            <a:spLocks noGrp="1"/>
          </p:cNvSpPr>
          <p:nvPr>
            <p:ph type="subTitle" idx="1" hasCustomPrompt="1"/>
          </p:nvPr>
        </p:nvSpPr>
        <p:spPr>
          <a:xfrm>
            <a:off x="8135668" y="5107670"/>
            <a:ext cx="3832585" cy="414936"/>
          </a:xfrm>
          <a:prstGeom prst="rect">
            <a:avLst/>
          </a:prstGeom>
          <a:ln>
            <a:noFill/>
          </a:ln>
        </p:spPr>
        <p:txBody>
          <a:bodyPr anchor="ctr">
            <a:noAutofit/>
          </a:bodyPr>
          <a:lstStyle>
            <a:lvl1pPr marL="0" indent="0" algn="r">
              <a:buNone/>
              <a:defRPr lang="en-US" sz="2800" b="0" i="0" kern="0" cap="none" spc="200" baseline="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Name</a:t>
            </a:r>
          </a:p>
        </p:txBody>
      </p:sp>
      <p:sp>
        <p:nvSpPr>
          <p:cNvPr id="10" name="Text Placeholder 2">
            <a:extLst>
              <a:ext uri="{FF2B5EF4-FFF2-40B4-BE49-F238E27FC236}">
                <a16:creationId xmlns:a16="http://schemas.microsoft.com/office/drawing/2014/main" id="{7404E887-F272-F7A6-9ED7-AE80D0811636}"/>
              </a:ext>
            </a:extLst>
          </p:cNvPr>
          <p:cNvSpPr>
            <a:spLocks noGrp="1"/>
          </p:cNvSpPr>
          <p:nvPr>
            <p:ph type="body" sz="quarter" idx="12" hasCustomPrompt="1"/>
          </p:nvPr>
        </p:nvSpPr>
        <p:spPr>
          <a:xfrm>
            <a:off x="7921487" y="5497667"/>
            <a:ext cx="4046768" cy="368754"/>
          </a:xfrm>
          <a:prstGeom prst="rect">
            <a:avLst/>
          </a:prstGeom>
        </p:spPr>
        <p:txBody>
          <a:bodyPr anchor="ctr">
            <a:noAutofit/>
          </a:bodyPr>
          <a:lstStyle>
            <a:lvl1pPr marL="0" indent="0" algn="r">
              <a:buNone/>
              <a:defRPr lang="en-US" sz="2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Date</a:t>
            </a:r>
          </a:p>
        </p:txBody>
      </p:sp>
      <p:sp>
        <p:nvSpPr>
          <p:cNvPr id="11" name="Text Placeholder 5">
            <a:extLst>
              <a:ext uri="{FF2B5EF4-FFF2-40B4-BE49-F238E27FC236}">
                <a16:creationId xmlns:a16="http://schemas.microsoft.com/office/drawing/2014/main" id="{1AC4C519-12CA-B065-00A5-B81041B017EF}"/>
              </a:ext>
            </a:extLst>
          </p:cNvPr>
          <p:cNvSpPr>
            <a:spLocks noGrp="1"/>
          </p:cNvSpPr>
          <p:nvPr>
            <p:ph type="body" sz="quarter" idx="13" hasCustomPrompt="1"/>
          </p:nvPr>
        </p:nvSpPr>
        <p:spPr>
          <a:xfrm>
            <a:off x="7629600" y="6276599"/>
            <a:ext cx="4338653" cy="253088"/>
          </a:xfrm>
          <a:prstGeom prst="rect">
            <a:avLst/>
          </a:prstGeom>
        </p:spPr>
        <p:txBody>
          <a:bodyPr>
            <a:noAutofit/>
          </a:bodyPr>
          <a:lstStyle>
            <a:lvl1pPr marL="0" indent="0" algn="r">
              <a:buNone/>
              <a:defRPr lang="en-US" sz="1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Alfresco Link (if applicable)</a:t>
            </a:r>
          </a:p>
        </p:txBody>
      </p:sp>
      <p:sp>
        <p:nvSpPr>
          <p:cNvPr id="13" name="Text Placeholder 13">
            <a:extLst>
              <a:ext uri="{FF2B5EF4-FFF2-40B4-BE49-F238E27FC236}">
                <a16:creationId xmlns:a16="http://schemas.microsoft.com/office/drawing/2014/main" id="{75F68089-C78E-A403-33B1-4C9821AB440B}"/>
              </a:ext>
            </a:extLst>
          </p:cNvPr>
          <p:cNvSpPr>
            <a:spLocks noGrp="1"/>
          </p:cNvSpPr>
          <p:nvPr>
            <p:ph type="body" sz="quarter" idx="14" hasCustomPrompt="1"/>
          </p:nvPr>
        </p:nvSpPr>
        <p:spPr>
          <a:xfrm>
            <a:off x="353221" y="606076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Subtitle</a:t>
            </a:r>
          </a:p>
        </p:txBody>
      </p:sp>
      <p:grpSp>
        <p:nvGrpSpPr>
          <p:cNvPr id="14" name="Group 13">
            <a:extLst>
              <a:ext uri="{FF2B5EF4-FFF2-40B4-BE49-F238E27FC236}">
                <a16:creationId xmlns:a16="http://schemas.microsoft.com/office/drawing/2014/main" id="{C87A6FD0-2815-0B85-43F8-511CCB091673}"/>
              </a:ext>
            </a:extLst>
          </p:cNvPr>
          <p:cNvGrpSpPr/>
          <p:nvPr userDrawn="1"/>
        </p:nvGrpSpPr>
        <p:grpSpPr>
          <a:xfrm>
            <a:off x="8135669" y="314380"/>
            <a:ext cx="4823051" cy="4414815"/>
            <a:chOff x="8135669" y="372569"/>
            <a:chExt cx="4823051" cy="4414815"/>
          </a:xfrm>
        </p:grpSpPr>
        <p:sp>
          <p:nvSpPr>
            <p:cNvPr id="15" name="Title 1">
              <a:extLst>
                <a:ext uri="{FF2B5EF4-FFF2-40B4-BE49-F238E27FC236}">
                  <a16:creationId xmlns:a16="http://schemas.microsoft.com/office/drawing/2014/main" id="{6CF0B1C5-0252-B69B-E217-045942A52902}"/>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dirty="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dirty="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dirty="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16" name="Group 15">
              <a:extLst>
                <a:ext uri="{FF2B5EF4-FFF2-40B4-BE49-F238E27FC236}">
                  <a16:creationId xmlns:a16="http://schemas.microsoft.com/office/drawing/2014/main" id="{85C385F8-4A32-4FCE-7F7F-BC06E91B00CC}"/>
                </a:ext>
              </a:extLst>
            </p:cNvPr>
            <p:cNvGrpSpPr/>
            <p:nvPr userDrawn="1"/>
          </p:nvGrpSpPr>
          <p:grpSpPr>
            <a:xfrm>
              <a:off x="8135669" y="374511"/>
              <a:ext cx="4823051" cy="4412873"/>
              <a:chOff x="8135669" y="533535"/>
              <a:chExt cx="4823051" cy="4412873"/>
            </a:xfrm>
          </p:grpSpPr>
          <p:sp>
            <p:nvSpPr>
              <p:cNvPr id="21" name="Title 1">
                <a:extLst>
                  <a:ext uri="{FF2B5EF4-FFF2-40B4-BE49-F238E27FC236}">
                    <a16:creationId xmlns:a16="http://schemas.microsoft.com/office/drawing/2014/main" id="{89D8C392-4A8B-22D0-C7F4-1606B114CB28}"/>
                  </a:ext>
                </a:extLst>
              </p:cNvPr>
              <p:cNvSpPr txBox="1">
                <a:spLocks/>
              </p:cNvSpPr>
              <p:nvPr userDrawn="1"/>
            </p:nvSpPr>
            <p:spPr bwMode="auto">
              <a:xfrm>
                <a:off x="8135669" y="3561287"/>
                <a:ext cx="4338761" cy="138512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marL="0" algn="ctr" defTabSz="914400" rtl="0" eaLnBrk="1" fontAlgn="base" latinLnBrk="0" hangingPunct="1">
                  <a:lnSpc>
                    <a:spcPts val="2400"/>
                  </a:lnSpc>
                  <a:spcBef>
                    <a:spcPts val="0"/>
                  </a:spcBef>
                  <a:spcAft>
                    <a:spcPct val="0"/>
                  </a:spcAft>
                </a:pPr>
                <a:endParaRPr lang="en-US" sz="32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endParaRPr>
              </a:p>
            </p:txBody>
          </p:sp>
          <p:pic>
            <p:nvPicPr>
              <p:cNvPr id="23" name="Picture 22">
                <a:extLst>
                  <a:ext uri="{FF2B5EF4-FFF2-40B4-BE49-F238E27FC236}">
                    <a16:creationId xmlns:a16="http://schemas.microsoft.com/office/drawing/2014/main" id="{1BAE2A3F-364D-3109-F0C4-8B1D3EF6F49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9486369" y="1903513"/>
                <a:ext cx="1637359" cy="1569517"/>
              </a:xfrm>
              <a:prstGeom prst="rect">
                <a:avLst/>
              </a:prstGeom>
            </p:spPr>
          </p:pic>
          <p:grpSp>
            <p:nvGrpSpPr>
              <p:cNvPr id="27" name="Group 26">
                <a:extLst>
                  <a:ext uri="{FF2B5EF4-FFF2-40B4-BE49-F238E27FC236}">
                    <a16:creationId xmlns:a16="http://schemas.microsoft.com/office/drawing/2014/main" id="{3122EFA9-75A2-76C8-A8AA-43BF4667B507}"/>
                  </a:ext>
                </a:extLst>
              </p:cNvPr>
              <p:cNvGrpSpPr/>
              <p:nvPr userDrawn="1"/>
            </p:nvGrpSpPr>
            <p:grpSpPr>
              <a:xfrm>
                <a:off x="8418100" y="533535"/>
                <a:ext cx="4540620" cy="1539248"/>
                <a:chOff x="8418100" y="533535"/>
                <a:chExt cx="4540620" cy="1539248"/>
              </a:xfrm>
            </p:grpSpPr>
            <p:pic>
              <p:nvPicPr>
                <p:cNvPr id="28" name="Picture 27">
                  <a:extLst>
                    <a:ext uri="{FF2B5EF4-FFF2-40B4-BE49-F238E27FC236}">
                      <a16:creationId xmlns:a16="http://schemas.microsoft.com/office/drawing/2014/main" id="{BF5B5C35-D7FD-A35D-99F9-5C7EEE6B399C}"/>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29" name="Title 1">
                  <a:extLst>
                    <a:ext uri="{FF2B5EF4-FFF2-40B4-BE49-F238E27FC236}">
                      <a16:creationId xmlns:a16="http://schemas.microsoft.com/office/drawing/2014/main" id="{AE16F418-0661-46D9-F675-DDFA987C2945}"/>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5" name="TextBox 24">
            <a:extLst>
              <a:ext uri="{FF2B5EF4-FFF2-40B4-BE49-F238E27FC236}">
                <a16:creationId xmlns:a16="http://schemas.microsoft.com/office/drawing/2014/main" id="{636FB7F3-95AF-1CFD-92A4-5528F7E1452A}"/>
              </a:ext>
            </a:extLst>
          </p:cNvPr>
          <p:cNvSpPr txBox="1"/>
          <p:nvPr userDrawn="1"/>
        </p:nvSpPr>
        <p:spPr>
          <a:xfrm>
            <a:off x="1989364" y="6662456"/>
            <a:ext cx="8213272" cy="200055"/>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i="0" kern="1200">
                <a:solidFill>
                  <a:schemeClr val="bg1"/>
                </a:solidFill>
                <a:latin typeface="+mn-lt"/>
                <a:ea typeface="+mn-ea"/>
                <a:cs typeface="Arial Narrow" panose="020B0604020202020204" pitchFamily="34" charset="0"/>
              </a:rPr>
              <a:t>The technical data in this document is controlled under the U.S. Export Regulations; release to foreign persons may require an export authorization.</a:t>
            </a:r>
          </a:p>
        </p:txBody>
      </p:sp>
      <p:sp>
        <p:nvSpPr>
          <p:cNvPr id="31" name="Text Placeholder 30">
            <a:extLst>
              <a:ext uri="{FF2B5EF4-FFF2-40B4-BE49-F238E27FC236}">
                <a16:creationId xmlns:a16="http://schemas.microsoft.com/office/drawing/2014/main" id="{0EB82534-7DA4-4B8E-B297-D7F77F45373C}"/>
              </a:ext>
            </a:extLst>
          </p:cNvPr>
          <p:cNvSpPr>
            <a:spLocks noGrp="1"/>
          </p:cNvSpPr>
          <p:nvPr>
            <p:ph type="body" sz="quarter" idx="15" hasCustomPrompt="1"/>
          </p:nvPr>
        </p:nvSpPr>
        <p:spPr>
          <a:xfrm>
            <a:off x="8961438" y="3344863"/>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
        <p:nvSpPr>
          <p:cNvPr id="33" name="Text Placeholder 32">
            <a:extLst>
              <a:ext uri="{FF2B5EF4-FFF2-40B4-BE49-F238E27FC236}">
                <a16:creationId xmlns:a16="http://schemas.microsoft.com/office/drawing/2014/main" id="{666DBD93-91DF-4387-91BD-E480DBAF46BD}"/>
              </a:ext>
            </a:extLst>
          </p:cNvPr>
          <p:cNvSpPr>
            <a:spLocks noGrp="1"/>
          </p:cNvSpPr>
          <p:nvPr>
            <p:ph type="body" sz="quarter" idx="16" hasCustomPrompt="1"/>
          </p:nvPr>
        </p:nvSpPr>
        <p:spPr>
          <a:xfrm>
            <a:off x="7854950" y="5865318"/>
            <a:ext cx="4113213" cy="436220"/>
          </a:xfrm>
          <a:prstGeom prst="rect">
            <a:avLst/>
          </a:prstGeom>
        </p:spPr>
        <p:txBody>
          <a:bodyPr/>
          <a:lstStyle>
            <a:lvl1pPr marL="0" indent="0" algn="r">
              <a:buNone/>
              <a:defRPr sz="2400">
                <a:solidFill>
                  <a:schemeClr val="bg1"/>
                </a:solidFill>
                <a:latin typeface="Helvetica Neue Light" panose="02000403000000020004"/>
              </a:defRPr>
            </a:lvl1pPr>
          </a:lstStyle>
          <a:p>
            <a:pPr lvl="0"/>
            <a:r>
              <a:rPr lang="en-US"/>
              <a:t>LRR #</a:t>
            </a:r>
          </a:p>
        </p:txBody>
      </p:sp>
    </p:spTree>
    <p:extLst>
      <p:ext uri="{BB962C8B-B14F-4D97-AF65-F5344CB8AC3E}">
        <p14:creationId xmlns:p14="http://schemas.microsoft.com/office/powerpoint/2010/main" val="2544469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ntent_White">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dirty="0"/>
              <a:t>MSR-SRL-STS In-Contact Manipulation</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23" name="Group 22">
            <a:extLst>
              <a:ext uri="{FF2B5EF4-FFF2-40B4-BE49-F238E27FC236}">
                <a16:creationId xmlns:a16="http://schemas.microsoft.com/office/drawing/2014/main" id="{ADC812BE-4444-071E-4759-0A05CE72DDF2}"/>
              </a:ext>
            </a:extLst>
          </p:cNvPr>
          <p:cNvGrpSpPr/>
          <p:nvPr userDrawn="1"/>
        </p:nvGrpSpPr>
        <p:grpSpPr>
          <a:xfrm>
            <a:off x="10308566" y="70818"/>
            <a:ext cx="1877335" cy="578242"/>
            <a:chOff x="10308566" y="70818"/>
            <a:chExt cx="1877335" cy="578242"/>
          </a:xfrm>
        </p:grpSpPr>
        <p:sp>
          <p:nvSpPr>
            <p:cNvPr id="2" name="Title 1">
              <a:extLst>
                <a:ext uri="{FF2B5EF4-FFF2-40B4-BE49-F238E27FC236}">
                  <a16:creationId xmlns:a16="http://schemas.microsoft.com/office/drawing/2014/main" id="{01B8DABD-E51C-D5C6-D854-46CE8843454E}"/>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1" name="Picture 20">
              <a:extLst>
                <a:ext uri="{FF2B5EF4-FFF2-40B4-BE49-F238E27FC236}">
                  <a16:creationId xmlns:a16="http://schemas.microsoft.com/office/drawing/2014/main" id="{BD33C681-283F-F830-1F62-C4E47BADA1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629294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ntent_White_Two_Section">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dirty="0"/>
              <a:t>MSR-SRL-STS In-Contact Manipulation</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7" name="Text Placeholder 5">
            <a:extLst>
              <a:ext uri="{FF2B5EF4-FFF2-40B4-BE49-F238E27FC236}">
                <a16:creationId xmlns:a16="http://schemas.microsoft.com/office/drawing/2014/main" id="{43A4570B-60C6-FC5F-1F80-7E7040C51F6A}"/>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A25BFE45-5032-43C6-9ED6-8F92AB48D27E}"/>
              </a:ext>
            </a:extLst>
          </p:cNvPr>
          <p:cNvGrpSpPr/>
          <p:nvPr userDrawn="1"/>
        </p:nvGrpSpPr>
        <p:grpSpPr>
          <a:xfrm>
            <a:off x="10308566" y="70818"/>
            <a:ext cx="1877335" cy="578242"/>
            <a:chOff x="10308566" y="70818"/>
            <a:chExt cx="1877335" cy="578242"/>
          </a:xfrm>
        </p:grpSpPr>
        <p:sp>
          <p:nvSpPr>
            <p:cNvPr id="17" name="Title 1">
              <a:extLst>
                <a:ext uri="{FF2B5EF4-FFF2-40B4-BE49-F238E27FC236}">
                  <a16:creationId xmlns:a16="http://schemas.microsoft.com/office/drawing/2014/main" id="{E6BABC16-79D8-4465-B014-DFEFB18B737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8" name="Picture 17">
              <a:extLst>
                <a:ext uri="{FF2B5EF4-FFF2-40B4-BE49-F238E27FC236}">
                  <a16:creationId xmlns:a16="http://schemas.microsoft.com/office/drawing/2014/main" id="{18CDA597-85D1-44ED-B196-39CED80F7AF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3240402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ontent_White_Quandrant">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dirty="0"/>
              <a:t>MSR-SRL-STS In-Contact Manipulation</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5550965-41A1-8ACE-E468-EDC52EDB0925}"/>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 Placeholder 5">
            <a:extLst>
              <a:ext uri="{FF2B5EF4-FFF2-40B4-BE49-F238E27FC236}">
                <a16:creationId xmlns:a16="http://schemas.microsoft.com/office/drawing/2014/main" id="{035395A8-796C-3CC3-4E9C-1DC73E2B38C1}"/>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5">
            <a:extLst>
              <a:ext uri="{FF2B5EF4-FFF2-40B4-BE49-F238E27FC236}">
                <a16:creationId xmlns:a16="http://schemas.microsoft.com/office/drawing/2014/main" id="{13986505-4721-406A-C917-FE93A29AFB84}"/>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66FD14AB-2502-0F02-D959-4299D826A926}"/>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5">
            <a:extLst>
              <a:ext uri="{FF2B5EF4-FFF2-40B4-BE49-F238E27FC236}">
                <a16:creationId xmlns:a16="http://schemas.microsoft.com/office/drawing/2014/main" id="{6F25E2FB-D12D-FB29-2A9F-B0AF03E59333}"/>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7" name="Group 16">
            <a:extLst>
              <a:ext uri="{FF2B5EF4-FFF2-40B4-BE49-F238E27FC236}">
                <a16:creationId xmlns:a16="http://schemas.microsoft.com/office/drawing/2014/main" id="{7850A117-52ED-4B58-A0C9-E281751AB22F}"/>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5243F4C-DE12-4C1B-84ED-259FAF35DB2D}"/>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1EF61D09-CA18-4B16-847A-C03A709E862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4251827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ntent_White_Text_and_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DDC5C295-FB9A-C2F7-D237-B56589FF4C8A}"/>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dirty="0"/>
              <a:t>MSR-SRL-STS In-Contact Manipulation</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29DE0F4-AD47-47BE-862C-519D78552208}"/>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E3E2FF2-73B8-43EC-A3F3-A06CBBBC4734}"/>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9D7651F3-624D-4C8A-A702-4E8EFFF174F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248544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_Only_White">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6" name="Text Placeholder 2">
            <a:extLst>
              <a:ext uri="{FF2B5EF4-FFF2-40B4-BE49-F238E27FC236}">
                <a16:creationId xmlns:a16="http://schemas.microsoft.com/office/drawing/2014/main" id="{CE1B7819-228E-CE71-7576-4CBA07A40144}"/>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dirty="0"/>
              <a:t>MSR-SRL-STS In-Contact Manipulation</a:t>
            </a:r>
          </a:p>
        </p:txBody>
      </p:sp>
      <p:grpSp>
        <p:nvGrpSpPr>
          <p:cNvPr id="11" name="Group 10">
            <a:extLst>
              <a:ext uri="{FF2B5EF4-FFF2-40B4-BE49-F238E27FC236}">
                <a16:creationId xmlns:a16="http://schemas.microsoft.com/office/drawing/2014/main" id="{5D428B9C-42C9-4095-9F62-FD562D5F2ED4}"/>
              </a:ext>
            </a:extLst>
          </p:cNvPr>
          <p:cNvGrpSpPr/>
          <p:nvPr userDrawn="1"/>
        </p:nvGrpSpPr>
        <p:grpSpPr>
          <a:xfrm>
            <a:off x="10308566" y="70818"/>
            <a:ext cx="1877335" cy="578242"/>
            <a:chOff x="10308566" y="70818"/>
            <a:chExt cx="1877335" cy="578242"/>
          </a:xfrm>
        </p:grpSpPr>
        <p:sp>
          <p:nvSpPr>
            <p:cNvPr id="13" name="Title 1">
              <a:extLst>
                <a:ext uri="{FF2B5EF4-FFF2-40B4-BE49-F238E27FC236}">
                  <a16:creationId xmlns:a16="http://schemas.microsoft.com/office/drawing/2014/main" id="{D4BB15C1-D86E-4019-B669-E94199D2606F}"/>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D7E10998-D290-4799-93B1-41B8ADE2BF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2519804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Blank_Whit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8" name="Group 7">
            <a:extLst>
              <a:ext uri="{FF2B5EF4-FFF2-40B4-BE49-F238E27FC236}">
                <a16:creationId xmlns:a16="http://schemas.microsoft.com/office/drawing/2014/main" id="{1D387BBD-7C36-4DBB-B48E-70948920FAE9}"/>
              </a:ext>
            </a:extLst>
          </p:cNvPr>
          <p:cNvGrpSpPr/>
          <p:nvPr userDrawn="1"/>
        </p:nvGrpSpPr>
        <p:grpSpPr>
          <a:xfrm>
            <a:off x="10308566" y="70818"/>
            <a:ext cx="1877335" cy="578242"/>
            <a:chOff x="10308566" y="70818"/>
            <a:chExt cx="1877335" cy="578242"/>
          </a:xfrm>
        </p:grpSpPr>
        <p:sp>
          <p:nvSpPr>
            <p:cNvPr id="11" name="Title 1">
              <a:extLst>
                <a:ext uri="{FF2B5EF4-FFF2-40B4-BE49-F238E27FC236}">
                  <a16:creationId xmlns:a16="http://schemas.microsoft.com/office/drawing/2014/main" id="{4CEF4AA6-E1BE-4BCC-9CC0-A24F0B92204B}"/>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A58AB975-B8A3-4D36-8D41-D57056CF58D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3027917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ontent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dirty="0"/>
              <a:t>MSR-SRL-STS In-Contact Manipulation</a:t>
            </a:r>
          </a:p>
        </p:txBody>
      </p:sp>
      <p:sp>
        <p:nvSpPr>
          <p:cNvPr id="6" name="Text Placeholder 5">
            <a:extLst>
              <a:ext uri="{FF2B5EF4-FFF2-40B4-BE49-F238E27FC236}">
                <a16:creationId xmlns:a16="http://schemas.microsoft.com/office/drawing/2014/main" id="{6FF420E7-81D4-BD58-9C49-2368D2B602AB}"/>
              </a:ext>
            </a:extLst>
          </p:cNvPr>
          <p:cNvSpPr>
            <a:spLocks noGrp="1"/>
          </p:cNvSpPr>
          <p:nvPr userDrawn="1">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dirty="0"/>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0C49109A-EDAB-4DA9-83B8-C65D925E9FBB}"/>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280E32A1-0B2C-4ED5-945D-633B91C68AC9}"/>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351C9C17-8FD7-4A5A-80F7-7CB951DD738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4182759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Content_Multi_Two_Section">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dirty="0"/>
              <a:t>MSR-SRL-STS In-Contact Manipulation</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Text Placeholder 5">
            <a:extLst>
              <a:ext uri="{FF2B5EF4-FFF2-40B4-BE49-F238E27FC236}">
                <a16:creationId xmlns:a16="http://schemas.microsoft.com/office/drawing/2014/main" id="{DF4D316A-BA27-2CDA-E6DA-B2FBA93BD3CE}"/>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C03787DC-06EB-A69E-CA90-8F56F73F4CA4}"/>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5">
            <a:extLst>
              <a:ext uri="{FF2B5EF4-FFF2-40B4-BE49-F238E27FC236}">
                <a16:creationId xmlns:a16="http://schemas.microsoft.com/office/drawing/2014/main" id="{FBBFE8C3-7A9D-1B42-DB57-DC4E41CED085}"/>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oup 19">
            <a:extLst>
              <a:ext uri="{FF2B5EF4-FFF2-40B4-BE49-F238E27FC236}">
                <a16:creationId xmlns:a16="http://schemas.microsoft.com/office/drawing/2014/main" id="{9507C497-8B27-4505-8E04-3687D09AFC01}"/>
              </a:ext>
            </a:extLst>
          </p:cNvPr>
          <p:cNvGrpSpPr/>
          <p:nvPr userDrawn="1"/>
        </p:nvGrpSpPr>
        <p:grpSpPr>
          <a:xfrm>
            <a:off x="10308566" y="70818"/>
            <a:ext cx="1877335" cy="578242"/>
            <a:chOff x="10308566" y="70818"/>
            <a:chExt cx="1877335" cy="578242"/>
          </a:xfrm>
        </p:grpSpPr>
        <p:sp>
          <p:nvSpPr>
            <p:cNvPr id="21" name="Title 1">
              <a:extLst>
                <a:ext uri="{FF2B5EF4-FFF2-40B4-BE49-F238E27FC236}">
                  <a16:creationId xmlns:a16="http://schemas.microsoft.com/office/drawing/2014/main" id="{AA602D0A-F1DB-4373-AAC4-D25A9797066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2" name="Picture 21">
              <a:extLst>
                <a:ext uri="{FF2B5EF4-FFF2-40B4-BE49-F238E27FC236}">
                  <a16:creationId xmlns:a16="http://schemas.microsoft.com/office/drawing/2014/main" id="{978E8C4A-8A8C-4726-86C1-B3D29453B1E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4226467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Content_Multi_Quandrant">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dirty="0"/>
              <a:t>MSR-SRL-STS In-Contact Manipulation</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cxnSp>
        <p:nvCxnSpPr>
          <p:cNvPr id="6" name="Straight Connector 5">
            <a:extLst>
              <a:ext uri="{FF2B5EF4-FFF2-40B4-BE49-F238E27FC236}">
                <a16:creationId xmlns:a16="http://schemas.microsoft.com/office/drawing/2014/main" id="{A877EFAB-CEC4-30AD-0F44-E1377F77B57D}"/>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243E7F-BA0A-52CF-F55C-2DF7621C8D5C}"/>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5">
            <a:extLst>
              <a:ext uri="{FF2B5EF4-FFF2-40B4-BE49-F238E27FC236}">
                <a16:creationId xmlns:a16="http://schemas.microsoft.com/office/drawing/2014/main" id="{CE7B9855-2BF5-5B1F-081F-C6C732B54787}"/>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5">
            <a:extLst>
              <a:ext uri="{FF2B5EF4-FFF2-40B4-BE49-F238E27FC236}">
                <a16:creationId xmlns:a16="http://schemas.microsoft.com/office/drawing/2014/main" id="{D1F7C524-4887-A9F5-4629-7A2B7E7BA522}"/>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5">
            <a:extLst>
              <a:ext uri="{FF2B5EF4-FFF2-40B4-BE49-F238E27FC236}">
                <a16:creationId xmlns:a16="http://schemas.microsoft.com/office/drawing/2014/main" id="{980F5790-6576-FF86-506B-ADCFA034145C}"/>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95344996-835A-26BD-2FC9-E819B79E3478}"/>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2" name="Group 21">
            <a:extLst>
              <a:ext uri="{FF2B5EF4-FFF2-40B4-BE49-F238E27FC236}">
                <a16:creationId xmlns:a16="http://schemas.microsoft.com/office/drawing/2014/main" id="{04A6D93F-E532-44B1-B04A-7041D60DC25A}"/>
              </a:ext>
            </a:extLst>
          </p:cNvPr>
          <p:cNvGrpSpPr/>
          <p:nvPr userDrawn="1"/>
        </p:nvGrpSpPr>
        <p:grpSpPr>
          <a:xfrm>
            <a:off x="10308566" y="70818"/>
            <a:ext cx="1877335" cy="578242"/>
            <a:chOff x="10308566" y="70818"/>
            <a:chExt cx="1877335" cy="578242"/>
          </a:xfrm>
        </p:grpSpPr>
        <p:sp>
          <p:nvSpPr>
            <p:cNvPr id="28" name="Title 1">
              <a:extLst>
                <a:ext uri="{FF2B5EF4-FFF2-40B4-BE49-F238E27FC236}">
                  <a16:creationId xmlns:a16="http://schemas.microsoft.com/office/drawing/2014/main" id="{17F3F568-F970-464E-85AD-E917489D6B1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9" name="Picture 28">
              <a:extLst>
                <a:ext uri="{FF2B5EF4-FFF2-40B4-BE49-F238E27FC236}">
                  <a16:creationId xmlns:a16="http://schemas.microsoft.com/office/drawing/2014/main" id="{9FA2AEFE-1190-4548-B467-32D411CB617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2397282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ontent_Multi_Text_and_Picture">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dirty="0"/>
              <a:t>MSR-SRL-STS In-Contact Manipulation</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Picture Placeholder 11">
            <a:extLst>
              <a:ext uri="{FF2B5EF4-FFF2-40B4-BE49-F238E27FC236}">
                <a16:creationId xmlns:a16="http://schemas.microsoft.com/office/drawing/2014/main" id="{815812CD-E421-C488-D4CC-97CFD4B64599}"/>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3" name="Text Placeholder 5">
            <a:extLst>
              <a:ext uri="{FF2B5EF4-FFF2-40B4-BE49-F238E27FC236}">
                <a16:creationId xmlns:a16="http://schemas.microsoft.com/office/drawing/2014/main" id="{24BB0B6B-A3CB-4CF0-E0FC-860520D2C7C2}"/>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CF31ED16-05E6-49BD-B13D-3442CE05A5D4}"/>
              </a:ext>
            </a:extLst>
          </p:cNvPr>
          <p:cNvGrpSpPr/>
          <p:nvPr userDrawn="1"/>
        </p:nvGrpSpPr>
        <p:grpSpPr>
          <a:xfrm>
            <a:off x="10308566" y="70818"/>
            <a:ext cx="1877335" cy="578242"/>
            <a:chOff x="10308566" y="70818"/>
            <a:chExt cx="1877335" cy="578242"/>
          </a:xfrm>
        </p:grpSpPr>
        <p:sp>
          <p:nvSpPr>
            <p:cNvPr id="19" name="Title 1">
              <a:extLst>
                <a:ext uri="{FF2B5EF4-FFF2-40B4-BE49-F238E27FC236}">
                  <a16:creationId xmlns:a16="http://schemas.microsoft.com/office/drawing/2014/main" id="{D40317CA-673F-4B82-9499-91F336ED6B9C}"/>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0" name="Picture 19">
              <a:extLst>
                <a:ext uri="{FF2B5EF4-FFF2-40B4-BE49-F238E27FC236}">
                  <a16:creationId xmlns:a16="http://schemas.microsoft.com/office/drawing/2014/main" id="{EF97A502-1ECF-418B-A564-69FF4FF2B66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79341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Title_Only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dirty="0"/>
              <a:t>MSR-SRL-STS In-Contact Manipulation</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5C01AD5-6DD4-43AA-B802-8723D37DF265}"/>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E7FB5393-C2C4-436A-8D6F-6067946E097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C84F828F-1DE2-41EB-A60D-984B5629CAE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3753034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Section_Title_1">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F32FD4D-C089-B290-F5E6-2A7915AC318C}"/>
              </a:ext>
            </a:extLst>
          </p:cNvPr>
          <p:cNvPicPr>
            <a:picLocks noChangeAspect="1"/>
          </p:cNvPicPr>
          <p:nvPr userDrawn="1"/>
        </p:nvPicPr>
        <p:blipFill>
          <a:blip r:embed="rId2"/>
          <a:stretch>
            <a:fillRect/>
          </a:stretch>
        </p:blipFill>
        <p:spPr>
          <a:xfrm>
            <a:off x="3893" y="0"/>
            <a:ext cx="12187262" cy="6858000"/>
          </a:xfrm>
          <a:prstGeom prst="rect">
            <a:avLst/>
          </a:prstGeom>
        </p:spPr>
      </p:pic>
      <p:sp>
        <p:nvSpPr>
          <p:cNvPr id="16" name="Rectangle 15">
            <a:extLst>
              <a:ext uri="{FF2B5EF4-FFF2-40B4-BE49-F238E27FC236}">
                <a16:creationId xmlns:a16="http://schemas.microsoft.com/office/drawing/2014/main" id="{6373F711-C3D3-8D70-3D9F-0E36378B9823}"/>
              </a:ext>
            </a:extLst>
          </p:cNvPr>
          <p:cNvSpPr/>
          <p:nvPr userDrawn="1"/>
        </p:nvSpPr>
        <p:spPr>
          <a:xfrm>
            <a:off x="0" y="2074163"/>
            <a:ext cx="12188952" cy="4800600"/>
          </a:xfrm>
          <a:prstGeom prst="rect">
            <a:avLst/>
          </a:prstGeom>
          <a:gradFill flip="none" rotWithShape="1">
            <a:gsLst>
              <a:gs pos="0">
                <a:schemeClr val="tx1">
                  <a:alpha val="0"/>
                </a:schemeClr>
              </a:gs>
              <a:gs pos="100000">
                <a:schemeClr val="tx1">
                  <a:alpha val="30488"/>
                </a:schemeClr>
              </a:gs>
            </a:gsLst>
            <a:lin ang="5400000" scaled="0"/>
            <a:tileRect/>
          </a:gradFill>
          <a:ln w="12700" cap="flat" cmpd="sng" algn="ctr">
            <a:noFill/>
            <a:prstDash val="solid"/>
            <a:miter lim="800000"/>
          </a:ln>
          <a:effectLst/>
        </p:spPr>
        <p:txBody>
          <a:bodyPr rtlCol="0" anchor="ctr"/>
          <a:lstStyle/>
          <a:p>
            <a:pPr algn="l"/>
            <a:endParaRPr lang="en-US">
              <a:solidFill>
                <a:srgbClr val="FFFFFF"/>
              </a:solidFill>
              <a:latin typeface="Calibri" panose="020F0502020204030204"/>
              <a:cs typeface="Arial"/>
              <a:sym typeface="Arial"/>
            </a:endParaRPr>
          </a:p>
        </p:txBody>
      </p:sp>
      <p:grpSp>
        <p:nvGrpSpPr>
          <p:cNvPr id="24" name="Group 23">
            <a:extLst>
              <a:ext uri="{FF2B5EF4-FFF2-40B4-BE49-F238E27FC236}">
                <a16:creationId xmlns:a16="http://schemas.microsoft.com/office/drawing/2014/main" id="{B5C9FC9D-ACA1-30FD-08A1-2ECA1EC595DF}"/>
              </a:ext>
            </a:extLst>
          </p:cNvPr>
          <p:cNvGrpSpPr/>
          <p:nvPr userDrawn="1"/>
        </p:nvGrpSpPr>
        <p:grpSpPr>
          <a:xfrm>
            <a:off x="-3048" y="735913"/>
            <a:ext cx="12192000" cy="1769081"/>
            <a:chOff x="-4572" y="2260998"/>
            <a:chExt cx="12192000" cy="1769081"/>
          </a:xfrm>
        </p:grpSpPr>
        <p:grpSp>
          <p:nvGrpSpPr>
            <p:cNvPr id="22" name="Group 21">
              <a:extLst>
                <a:ext uri="{FF2B5EF4-FFF2-40B4-BE49-F238E27FC236}">
                  <a16:creationId xmlns:a16="http://schemas.microsoft.com/office/drawing/2014/main" id="{CED5AD5E-B889-B762-D395-57F92B056343}"/>
                </a:ext>
              </a:extLst>
            </p:cNvPr>
            <p:cNvGrpSpPr/>
            <p:nvPr userDrawn="1"/>
          </p:nvGrpSpPr>
          <p:grpSpPr>
            <a:xfrm>
              <a:off x="-4572" y="2260998"/>
              <a:ext cx="12192000" cy="1726976"/>
              <a:chOff x="0" y="5131024"/>
              <a:chExt cx="12192000" cy="1726976"/>
            </a:xfrm>
          </p:grpSpPr>
          <p:sp>
            <p:nvSpPr>
              <p:cNvPr id="20" name="Rectangle">
                <a:extLst>
                  <a:ext uri="{FF2B5EF4-FFF2-40B4-BE49-F238E27FC236}">
                    <a16:creationId xmlns:a16="http://schemas.microsoft.com/office/drawing/2014/main" id="{D17CBE25-9F58-DBF5-2697-63A17E6795E9}"/>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1" name="Rectangle 20">
                <a:extLst>
                  <a:ext uri="{FF2B5EF4-FFF2-40B4-BE49-F238E27FC236}">
                    <a16:creationId xmlns:a16="http://schemas.microsoft.com/office/drawing/2014/main" id="{C604165A-8C16-82A1-F662-249F60C23F9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663212E2-4792-592E-92D6-D97F8C5CF443}"/>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 Total</a:t>
            </a:r>
          </a:p>
        </p:txBody>
      </p:sp>
      <p:sp>
        <p:nvSpPr>
          <p:cNvPr id="44" name="Title 1">
            <a:extLst>
              <a:ext uri="{FF2B5EF4-FFF2-40B4-BE49-F238E27FC236}">
                <a16:creationId xmlns:a16="http://schemas.microsoft.com/office/drawing/2014/main" id="{BD9D7EC7-A90F-5BC1-361C-C231B2DF06A1}"/>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45" name="Text Placeholder 13">
            <a:extLst>
              <a:ext uri="{FF2B5EF4-FFF2-40B4-BE49-F238E27FC236}">
                <a16:creationId xmlns:a16="http://schemas.microsoft.com/office/drawing/2014/main" id="{C7C2ACFD-DAD4-5AC1-0174-463BD9AB016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90316" y="1219651"/>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10" name="Date Placeholder 9">
            <a:extLst>
              <a:ext uri="{FF2B5EF4-FFF2-40B4-BE49-F238E27FC236}">
                <a16:creationId xmlns:a16="http://schemas.microsoft.com/office/drawing/2014/main" id="{C1E2351D-DFD1-4B60-63A2-64030A5F017E}"/>
              </a:ext>
            </a:extLst>
          </p:cNvPr>
          <p:cNvSpPr>
            <a:spLocks noGrp="1"/>
          </p:cNvSpPr>
          <p:nvPr>
            <p:ph type="dt" sz="half" idx="15"/>
          </p:nvPr>
        </p:nvSpPr>
        <p:spPr/>
        <p:txBody>
          <a:bodyPr/>
          <a:lstStyle>
            <a:lvl1pPr>
              <a:defRPr>
                <a:solidFill>
                  <a:schemeClr val="bg1"/>
                </a:solidFill>
              </a:defRPr>
            </a:lvl1pPr>
          </a:lstStyle>
          <a:p>
            <a:r>
              <a:rPr lang="en-US"/>
              <a:t>DD/MM/YYYY</a:t>
            </a:r>
          </a:p>
        </p:txBody>
      </p:sp>
      <p:sp>
        <p:nvSpPr>
          <p:cNvPr id="13" name="Footer Placeholder 12">
            <a:extLst>
              <a:ext uri="{FF2B5EF4-FFF2-40B4-BE49-F238E27FC236}">
                <a16:creationId xmlns:a16="http://schemas.microsoft.com/office/drawing/2014/main" id="{B1926429-1384-BEAD-7DBA-A248BFBE3DB8}"/>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FE563FEC-CC54-5DCC-F823-FDA4F29B1B6F}"/>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25" name="Text Placeholder 24">
            <a:extLst>
              <a:ext uri="{FF2B5EF4-FFF2-40B4-BE49-F238E27FC236}">
                <a16:creationId xmlns:a16="http://schemas.microsoft.com/office/drawing/2014/main" id="{A03BDEC2-8435-43F5-B395-97D2FBACFF12}"/>
              </a:ext>
            </a:extLst>
          </p:cNvPr>
          <p:cNvSpPr>
            <a:spLocks noGrp="1"/>
          </p:cNvSpPr>
          <p:nvPr>
            <p:ph type="body" sz="quarter" idx="18" hasCustomPrompt="1"/>
          </p:nvPr>
        </p:nvSpPr>
        <p:spPr>
          <a:xfrm>
            <a:off x="9144000" y="4160838"/>
            <a:ext cx="2543175" cy="1841500"/>
          </a:xfrm>
          <a:prstGeom prst="rect">
            <a:avLst/>
          </a:prstGeom>
        </p:spPr>
        <p:txBody>
          <a:bodyPr anchor="ctr"/>
          <a:lstStyle>
            <a:lvl1pPr marL="0" indent="0" algn="ctr">
              <a:buNone/>
              <a:defRPr>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Org/Subsystem</a:t>
            </a:r>
          </a:p>
        </p:txBody>
      </p:sp>
    </p:spTree>
    <p:extLst>
      <p:ext uri="{BB962C8B-B14F-4D97-AF65-F5344CB8AC3E}">
        <p14:creationId xmlns:p14="http://schemas.microsoft.com/office/powerpoint/2010/main" val="2824275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Section_Title_2">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7CFE4C8-F023-F07C-2309-65418B72F491}"/>
              </a:ext>
            </a:extLst>
          </p:cNvPr>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a:stretch/>
        </p:blipFill>
        <p:spPr bwMode="auto">
          <a:xfrm>
            <a:off x="0" y="0"/>
            <a:ext cx="1219047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78746F55-F190-B330-94FD-214060CBC889}"/>
              </a:ext>
            </a:extLst>
          </p:cNvPr>
          <p:cNvGrpSpPr/>
          <p:nvPr userDrawn="1"/>
        </p:nvGrpSpPr>
        <p:grpSpPr>
          <a:xfrm>
            <a:off x="-3048" y="735913"/>
            <a:ext cx="12192000" cy="1769081"/>
            <a:chOff x="-4572" y="2260998"/>
            <a:chExt cx="12192000" cy="1769081"/>
          </a:xfrm>
        </p:grpSpPr>
        <p:grpSp>
          <p:nvGrpSpPr>
            <p:cNvPr id="25" name="Group 24">
              <a:extLst>
                <a:ext uri="{FF2B5EF4-FFF2-40B4-BE49-F238E27FC236}">
                  <a16:creationId xmlns:a16="http://schemas.microsoft.com/office/drawing/2014/main" id="{92718773-0A97-1D20-C5AF-36340DEB48D9}"/>
                </a:ext>
              </a:extLst>
            </p:cNvPr>
            <p:cNvGrpSpPr/>
            <p:nvPr userDrawn="1"/>
          </p:nvGrpSpPr>
          <p:grpSpPr>
            <a:xfrm>
              <a:off x="-4572" y="2260998"/>
              <a:ext cx="12192000" cy="1726976"/>
              <a:chOff x="0" y="5131024"/>
              <a:chExt cx="12192000" cy="1726976"/>
            </a:xfrm>
          </p:grpSpPr>
          <p:sp>
            <p:nvSpPr>
              <p:cNvPr id="27" name="Rectangle">
                <a:extLst>
                  <a:ext uri="{FF2B5EF4-FFF2-40B4-BE49-F238E27FC236}">
                    <a16:creationId xmlns:a16="http://schemas.microsoft.com/office/drawing/2014/main" id="{DD53FCAF-C80F-1027-4011-395114192D1C}"/>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8" name="Rectangle 27">
                <a:extLst>
                  <a:ext uri="{FF2B5EF4-FFF2-40B4-BE49-F238E27FC236}">
                    <a16:creationId xmlns:a16="http://schemas.microsoft.com/office/drawing/2014/main" id="{6D1841A8-D88B-F185-D9FE-47C6DB87D27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80C3DAEA-5E79-3525-198C-382C9267DEDA}"/>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Total</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53868" y="1220199"/>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9" name="Title 1">
            <a:extLst>
              <a:ext uri="{FF2B5EF4-FFF2-40B4-BE49-F238E27FC236}">
                <a16:creationId xmlns:a16="http://schemas.microsoft.com/office/drawing/2014/main" id="{55D0F806-D6D9-48B8-12F3-32AF4C326D29}"/>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30" name="Text Placeholder 13">
            <a:extLst>
              <a:ext uri="{FF2B5EF4-FFF2-40B4-BE49-F238E27FC236}">
                <a16:creationId xmlns:a16="http://schemas.microsoft.com/office/drawing/2014/main" id="{871FAE5A-A807-8E49-1A75-0A7F489961D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sp>
        <p:nvSpPr>
          <p:cNvPr id="10" name="Date Placeholder 9">
            <a:extLst>
              <a:ext uri="{FF2B5EF4-FFF2-40B4-BE49-F238E27FC236}">
                <a16:creationId xmlns:a16="http://schemas.microsoft.com/office/drawing/2014/main" id="{14582460-9F23-76B4-767F-430EEA944765}"/>
              </a:ext>
            </a:extLst>
          </p:cNvPr>
          <p:cNvSpPr>
            <a:spLocks noGrp="1"/>
          </p:cNvSpPr>
          <p:nvPr>
            <p:ph type="dt" sz="half" idx="15"/>
          </p:nvPr>
        </p:nvSpPr>
        <p:spPr/>
        <p:txBody>
          <a:bodyPr/>
          <a:lstStyle>
            <a:lvl1pPr>
              <a:defRPr>
                <a:solidFill>
                  <a:schemeClr val="bg1"/>
                </a:solidFill>
              </a:defRPr>
            </a:lvl1pPr>
          </a:lstStyle>
          <a:p>
            <a:r>
              <a:rPr lang="en-US"/>
              <a:t>DD/MM/YYYY</a:t>
            </a:r>
          </a:p>
        </p:txBody>
      </p:sp>
      <p:sp>
        <p:nvSpPr>
          <p:cNvPr id="13" name="Footer Placeholder 12">
            <a:extLst>
              <a:ext uri="{FF2B5EF4-FFF2-40B4-BE49-F238E27FC236}">
                <a16:creationId xmlns:a16="http://schemas.microsoft.com/office/drawing/2014/main" id="{4727E7EE-A68F-1014-EAD6-06A056F4B994}"/>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AD78B655-1B54-C5FF-433D-5D369FB12451}"/>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16" name="Text Placeholder 15">
            <a:extLst>
              <a:ext uri="{FF2B5EF4-FFF2-40B4-BE49-F238E27FC236}">
                <a16:creationId xmlns:a16="http://schemas.microsoft.com/office/drawing/2014/main" id="{9034C735-9B95-4775-8306-C72ED4CB27EA}"/>
              </a:ext>
            </a:extLst>
          </p:cNvPr>
          <p:cNvSpPr>
            <a:spLocks noGrp="1"/>
          </p:cNvSpPr>
          <p:nvPr>
            <p:ph type="body" sz="quarter" idx="18" hasCustomPrompt="1"/>
          </p:nvPr>
        </p:nvSpPr>
        <p:spPr>
          <a:xfrm>
            <a:off x="9051925" y="4243968"/>
            <a:ext cx="2635250" cy="2076450"/>
          </a:xfrm>
          <a:prstGeom prst="rect">
            <a:avLst/>
          </a:prstGeom>
        </p:spPr>
        <p:txBody>
          <a:bodyPr anchor="ctr"/>
          <a:lstStyle>
            <a:lvl1pPr marL="0" indent="0" algn="ctr">
              <a:buNone/>
              <a:defRPr>
                <a:solidFill>
                  <a:schemeClr val="bg1"/>
                </a:solidFill>
                <a:latin typeface="Helvetica Neue Light" panose="02000403000000020004"/>
              </a:defRPr>
            </a:lvl1pPr>
          </a:lstStyle>
          <a:p>
            <a:pPr lvl="0"/>
            <a:r>
              <a:rPr lang="en-US"/>
              <a:t>Org/ Subsystem</a:t>
            </a:r>
          </a:p>
        </p:txBody>
      </p:sp>
    </p:spTree>
    <p:extLst>
      <p:ext uri="{BB962C8B-B14F-4D97-AF65-F5344CB8AC3E}">
        <p14:creationId xmlns:p14="http://schemas.microsoft.com/office/powerpoint/2010/main" val="1718914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150CE9-DD36-4885-9C55-D7C2960673E2}"/>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3" name="Footer Placeholder 2">
            <a:extLst>
              <a:ext uri="{FF2B5EF4-FFF2-40B4-BE49-F238E27FC236}">
                <a16:creationId xmlns:a16="http://schemas.microsoft.com/office/drawing/2014/main" id="{96BB6D15-35D6-482B-9525-49A0432478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5B1743-3CFC-4EB9-9A8D-00EA85D8C81E}"/>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25071558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8299-456A-43B6-BD59-2D2AA83BA9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A8C83F-1DFA-4FC3-ABB6-B86DCDD76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71A524-A742-4F2E-AAAC-82CBD75366E9}"/>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5" name="Footer Placeholder 4">
            <a:extLst>
              <a:ext uri="{FF2B5EF4-FFF2-40B4-BE49-F238E27FC236}">
                <a16:creationId xmlns:a16="http://schemas.microsoft.com/office/drawing/2014/main" id="{C2A01C14-AD17-441D-996D-5469792FDA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0EC0CD-AF2A-4151-8AFC-A1AF610809E2}"/>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19755228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A69AE-E8E8-4DFE-BDEC-67B8782483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71E134-55F1-4576-874D-6D257FD56B7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9E2767-804E-4A97-A57E-BFC017ABEBC8}"/>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5" name="Footer Placeholder 4">
            <a:extLst>
              <a:ext uri="{FF2B5EF4-FFF2-40B4-BE49-F238E27FC236}">
                <a16:creationId xmlns:a16="http://schemas.microsoft.com/office/drawing/2014/main" id="{F35A3F08-DA6B-4FC4-9DEF-E9DB09522B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26830C-A9D9-4338-A4D7-EFD70481F37F}"/>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29663980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8523D-21B5-4768-8854-97D1C4D83D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5BD42D-5E10-4DD8-BDA4-DD70577F42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FD5FCE5-744E-4468-9DE4-7943AD3AE078}"/>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5" name="Footer Placeholder 4">
            <a:extLst>
              <a:ext uri="{FF2B5EF4-FFF2-40B4-BE49-F238E27FC236}">
                <a16:creationId xmlns:a16="http://schemas.microsoft.com/office/drawing/2014/main" id="{DE6E5EC6-FF11-488C-9680-5D4812E60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AFA5AA-F074-4013-A274-71C6D5372FA6}"/>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24538551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4B8E-3E8B-4045-8E14-D793FFFCC7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FDFBF0-6846-4BB2-A67F-ECAB8224BB2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5C6F4D-9E12-444E-B004-87DA89A8784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53003A-58C9-4637-979F-7B8C1657EBF7}"/>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6" name="Footer Placeholder 5">
            <a:extLst>
              <a:ext uri="{FF2B5EF4-FFF2-40B4-BE49-F238E27FC236}">
                <a16:creationId xmlns:a16="http://schemas.microsoft.com/office/drawing/2014/main" id="{048F8380-8100-4D7C-AAC8-5C46D37C7F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A256A7-897D-478C-ADC5-ABDF242E1F6E}"/>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4848003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954C9-C046-473E-BA4C-D9DA7B83B5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8C675E-8B71-4188-B1FC-A54EB4919A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92EAE0C-DA2E-41AB-AB95-789AF1DF7D3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188B5E0-858B-40BE-B94B-571B8826ED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1E8C85B-7FC9-4643-81B7-2947E2AC236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B02FB27-B540-4D5B-96BA-CC9755B04469}"/>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8" name="Footer Placeholder 7">
            <a:extLst>
              <a:ext uri="{FF2B5EF4-FFF2-40B4-BE49-F238E27FC236}">
                <a16:creationId xmlns:a16="http://schemas.microsoft.com/office/drawing/2014/main" id="{64FAFB48-1821-47B7-A5FD-9913CC3263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F525C5-7319-4250-81D7-CF9ED6C9B475}"/>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32444786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35484-DDD6-474A-8AA6-AAA7AF4A27A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FF797D-669D-4E57-9E0C-9446CD5AB92B}"/>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4" name="Footer Placeholder 3">
            <a:extLst>
              <a:ext uri="{FF2B5EF4-FFF2-40B4-BE49-F238E27FC236}">
                <a16:creationId xmlns:a16="http://schemas.microsoft.com/office/drawing/2014/main" id="{552C9BC1-5429-440A-9894-F3F48FA6C3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D6C8EA-4DD2-413F-86B7-BCDE6D68D1C7}"/>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28185455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150CE9-DD36-4885-9C55-D7C2960673E2}"/>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3" name="Footer Placeholder 2">
            <a:extLst>
              <a:ext uri="{FF2B5EF4-FFF2-40B4-BE49-F238E27FC236}">
                <a16:creationId xmlns:a16="http://schemas.microsoft.com/office/drawing/2014/main" id="{96BB6D15-35D6-482B-9525-49A0432478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5B1743-3CFC-4EB9-9A8D-00EA85D8C81E}"/>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17366456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D63AA-BCE6-46AA-B772-C6A39EEFEB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7D874-F234-4A9A-BE4F-60497C80DB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D36FEB-BB9F-4800-B507-B5E0DC6903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B07E7FC-3D56-4FDE-96DF-CDA6393CC4F1}"/>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6" name="Footer Placeholder 5">
            <a:extLst>
              <a:ext uri="{FF2B5EF4-FFF2-40B4-BE49-F238E27FC236}">
                <a16:creationId xmlns:a16="http://schemas.microsoft.com/office/drawing/2014/main" id="{F6E49B54-784C-44BF-86A6-1C8F2592F4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2DD995-FAB6-409F-9CFC-5AF2EC61397B}"/>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9176566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AEDCB-7C82-4C6B-89EB-C8DD3FA16F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63072E-2D83-47E4-8AC5-219106FD7A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1B73FF-B0CB-454D-8047-51EAD6A00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92E386-326B-4A1E-AF1B-A0DABF0A05F2}"/>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6" name="Footer Placeholder 5">
            <a:extLst>
              <a:ext uri="{FF2B5EF4-FFF2-40B4-BE49-F238E27FC236}">
                <a16:creationId xmlns:a16="http://schemas.microsoft.com/office/drawing/2014/main" id="{0A7E5361-BA5E-4ACA-983E-AEE850D442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74C1F-45B0-4F61-A61E-066919A71C4F}"/>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217044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AB545-A499-40DC-AA77-DD044AE156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A24C13-98AE-4232-82F8-6178D30523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83DE1B-CFC6-477C-B1DD-C6A065057307}"/>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5" name="Footer Placeholder 4">
            <a:extLst>
              <a:ext uri="{FF2B5EF4-FFF2-40B4-BE49-F238E27FC236}">
                <a16:creationId xmlns:a16="http://schemas.microsoft.com/office/drawing/2014/main" id="{8A60822F-06F2-4603-AA6F-D4CBE56851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E3931B-7943-4BC5-9F14-8D599A6E8078}"/>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11335013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90E038-8D50-441E-A15F-AF9995F69E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C41FBC-BA7B-410D-9834-CD95CBE10D1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CE1F6-07B3-4FBB-8420-A29C9345BC70}"/>
              </a:ext>
            </a:extLst>
          </p:cNvPr>
          <p:cNvSpPr>
            <a:spLocks noGrp="1"/>
          </p:cNvSpPr>
          <p:nvPr>
            <p:ph type="dt" sz="half" idx="10"/>
          </p:nvPr>
        </p:nvSpPr>
        <p:spPr/>
        <p:txBody>
          <a:bodyPr/>
          <a:lstStyle/>
          <a:p>
            <a:fld id="{E7B3CE17-D65F-4536-887D-8EC5ED374000}" type="datetimeFigureOut">
              <a:rPr lang="en-US" smtClean="0"/>
              <a:t>11/28/2023</a:t>
            </a:fld>
            <a:endParaRPr lang="en-US"/>
          </a:p>
        </p:txBody>
      </p:sp>
      <p:sp>
        <p:nvSpPr>
          <p:cNvPr id="5" name="Footer Placeholder 4">
            <a:extLst>
              <a:ext uri="{FF2B5EF4-FFF2-40B4-BE49-F238E27FC236}">
                <a16:creationId xmlns:a16="http://schemas.microsoft.com/office/drawing/2014/main" id="{F1EB25C2-26C7-48F6-9788-A2D5B6744A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6CA8AA-522A-4144-A4A2-D8F6E277DBE4}"/>
              </a:ext>
            </a:extLst>
          </p:cNvPr>
          <p:cNvSpPr>
            <a:spLocks noGrp="1"/>
          </p:cNvSpPr>
          <p:nvPr>
            <p:ph type="sldNum" sz="quarter" idx="12"/>
          </p:nvPr>
        </p:nvSpPr>
        <p:spPr/>
        <p:txBody>
          <a:bodyPr/>
          <a:lstStyle/>
          <a:p>
            <a:fld id="{10705269-2F2C-4C89-BA51-6CA516F5FF48}" type="slidenum">
              <a:rPr lang="en-US" smtClean="0"/>
              <a:t>‹#›</a:t>
            </a:fld>
            <a:endParaRPr lang="en-US"/>
          </a:p>
        </p:txBody>
      </p:sp>
    </p:spTree>
    <p:extLst>
      <p:ext uri="{BB962C8B-B14F-4D97-AF65-F5344CB8AC3E}">
        <p14:creationId xmlns:p14="http://schemas.microsoft.com/office/powerpoint/2010/main" val="12002671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_Slid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F44AE38C-0FAA-4413-9162-AEA75E3ABAC2}"/>
              </a:ext>
            </a:extLst>
          </p:cNvPr>
          <p:cNvPicPr>
            <a:picLocks noChangeAspect="1"/>
          </p:cNvPicPr>
          <p:nvPr userDrawn="1"/>
        </p:nvPicPr>
        <p:blipFill>
          <a:blip r:embed="rId2"/>
          <a:stretch>
            <a:fillRect/>
          </a:stretch>
        </p:blipFill>
        <p:spPr>
          <a:xfrm>
            <a:off x="0" y="0"/>
            <a:ext cx="9141292" cy="5143500"/>
          </a:xfrm>
          <a:prstGeom prst="rect">
            <a:avLst/>
          </a:prstGeom>
        </p:spPr>
      </p:pic>
      <p:sp>
        <p:nvSpPr>
          <p:cNvPr id="4" name="Rectangle">
            <a:extLst>
              <a:ext uri="{FF2B5EF4-FFF2-40B4-BE49-F238E27FC236}">
                <a16:creationId xmlns:a16="http://schemas.microsoft.com/office/drawing/2014/main" id="{2C560D5A-6704-0193-551D-8314C24F8FDE}"/>
              </a:ext>
            </a:extLst>
          </p:cNvPr>
          <p:cNvSpPr/>
          <p:nvPr userDrawn="1"/>
        </p:nvSpPr>
        <p:spPr>
          <a:xfrm rot="10800000">
            <a:off x="0" y="5239631"/>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5" name="Rectangle 4">
            <a:extLst>
              <a:ext uri="{FF2B5EF4-FFF2-40B4-BE49-F238E27FC236}">
                <a16:creationId xmlns:a16="http://schemas.microsoft.com/office/drawing/2014/main" id="{6E74CA93-F895-DE31-C4AA-00A2F70BB871}"/>
              </a:ext>
            </a:extLst>
          </p:cNvPr>
          <p:cNvSpPr/>
          <p:nvPr userDrawn="1"/>
        </p:nvSpPr>
        <p:spPr>
          <a:xfrm>
            <a:off x="3048" y="5131024"/>
            <a:ext cx="8275413"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67DD6AA0-88B1-FA3A-14A6-D8FB85A01063}"/>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AB1D45ED-9B70-752A-C468-459D07374E07}"/>
              </a:ext>
            </a:extLst>
          </p:cNvPr>
          <p:cNvSpPr>
            <a:spLocks noGrp="1"/>
          </p:cNvSpPr>
          <p:nvPr>
            <p:ph type="ctrTitle" hasCustomPrompt="1"/>
          </p:nvPr>
        </p:nvSpPr>
        <p:spPr>
          <a:xfrm>
            <a:off x="105043" y="5410824"/>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Presentation Title</a:t>
            </a:r>
          </a:p>
        </p:txBody>
      </p:sp>
      <p:sp>
        <p:nvSpPr>
          <p:cNvPr id="8" name="Subtitle 2">
            <a:extLst>
              <a:ext uri="{FF2B5EF4-FFF2-40B4-BE49-F238E27FC236}">
                <a16:creationId xmlns:a16="http://schemas.microsoft.com/office/drawing/2014/main" id="{B0202230-F2CD-0A8E-7A20-6BF651622BF5}"/>
              </a:ext>
            </a:extLst>
          </p:cNvPr>
          <p:cNvSpPr>
            <a:spLocks noGrp="1"/>
          </p:cNvSpPr>
          <p:nvPr>
            <p:ph type="subTitle" idx="1" hasCustomPrompt="1"/>
          </p:nvPr>
        </p:nvSpPr>
        <p:spPr>
          <a:xfrm>
            <a:off x="8135668" y="5107670"/>
            <a:ext cx="3832585" cy="414936"/>
          </a:xfrm>
          <a:prstGeom prst="rect">
            <a:avLst/>
          </a:prstGeom>
          <a:ln>
            <a:noFill/>
          </a:ln>
        </p:spPr>
        <p:txBody>
          <a:bodyPr anchor="ctr">
            <a:noAutofit/>
          </a:bodyPr>
          <a:lstStyle>
            <a:lvl1pPr marL="0" indent="0" algn="r">
              <a:buNone/>
              <a:defRPr lang="en-US" sz="2800" b="0" i="0" kern="0" cap="none" spc="200" baseline="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Name</a:t>
            </a:r>
          </a:p>
        </p:txBody>
      </p:sp>
      <p:sp>
        <p:nvSpPr>
          <p:cNvPr id="10" name="Text Placeholder 2">
            <a:extLst>
              <a:ext uri="{FF2B5EF4-FFF2-40B4-BE49-F238E27FC236}">
                <a16:creationId xmlns:a16="http://schemas.microsoft.com/office/drawing/2014/main" id="{7404E887-F272-F7A6-9ED7-AE80D0811636}"/>
              </a:ext>
            </a:extLst>
          </p:cNvPr>
          <p:cNvSpPr>
            <a:spLocks noGrp="1"/>
          </p:cNvSpPr>
          <p:nvPr>
            <p:ph type="body" sz="quarter" idx="12" hasCustomPrompt="1"/>
          </p:nvPr>
        </p:nvSpPr>
        <p:spPr>
          <a:xfrm>
            <a:off x="7921487" y="5497667"/>
            <a:ext cx="4046768" cy="368754"/>
          </a:xfrm>
          <a:prstGeom prst="rect">
            <a:avLst/>
          </a:prstGeom>
        </p:spPr>
        <p:txBody>
          <a:bodyPr anchor="ctr">
            <a:noAutofit/>
          </a:bodyPr>
          <a:lstStyle>
            <a:lvl1pPr marL="0" indent="0" algn="r">
              <a:buNone/>
              <a:defRPr lang="en-US" sz="2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Date</a:t>
            </a:r>
          </a:p>
        </p:txBody>
      </p:sp>
      <p:sp>
        <p:nvSpPr>
          <p:cNvPr id="11" name="Text Placeholder 5">
            <a:extLst>
              <a:ext uri="{FF2B5EF4-FFF2-40B4-BE49-F238E27FC236}">
                <a16:creationId xmlns:a16="http://schemas.microsoft.com/office/drawing/2014/main" id="{1AC4C519-12CA-B065-00A5-B81041B017EF}"/>
              </a:ext>
            </a:extLst>
          </p:cNvPr>
          <p:cNvSpPr>
            <a:spLocks noGrp="1"/>
          </p:cNvSpPr>
          <p:nvPr>
            <p:ph type="body" sz="quarter" idx="13" hasCustomPrompt="1"/>
          </p:nvPr>
        </p:nvSpPr>
        <p:spPr>
          <a:xfrm>
            <a:off x="7629600" y="6276599"/>
            <a:ext cx="4338653" cy="253088"/>
          </a:xfrm>
          <a:prstGeom prst="rect">
            <a:avLst/>
          </a:prstGeom>
        </p:spPr>
        <p:txBody>
          <a:bodyPr>
            <a:noAutofit/>
          </a:bodyPr>
          <a:lstStyle>
            <a:lvl1pPr marL="0" indent="0" algn="r">
              <a:buNone/>
              <a:defRPr lang="en-US" sz="1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Alfresco Link (if applicable)</a:t>
            </a:r>
          </a:p>
        </p:txBody>
      </p:sp>
      <p:sp>
        <p:nvSpPr>
          <p:cNvPr id="13" name="Text Placeholder 13">
            <a:extLst>
              <a:ext uri="{FF2B5EF4-FFF2-40B4-BE49-F238E27FC236}">
                <a16:creationId xmlns:a16="http://schemas.microsoft.com/office/drawing/2014/main" id="{75F68089-C78E-A403-33B1-4C9821AB440B}"/>
              </a:ext>
            </a:extLst>
          </p:cNvPr>
          <p:cNvSpPr>
            <a:spLocks noGrp="1"/>
          </p:cNvSpPr>
          <p:nvPr>
            <p:ph type="body" sz="quarter" idx="14" hasCustomPrompt="1"/>
          </p:nvPr>
        </p:nvSpPr>
        <p:spPr>
          <a:xfrm>
            <a:off x="353221" y="606076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Subtitle</a:t>
            </a:r>
          </a:p>
        </p:txBody>
      </p:sp>
      <p:grpSp>
        <p:nvGrpSpPr>
          <p:cNvPr id="14" name="Group 13">
            <a:extLst>
              <a:ext uri="{FF2B5EF4-FFF2-40B4-BE49-F238E27FC236}">
                <a16:creationId xmlns:a16="http://schemas.microsoft.com/office/drawing/2014/main" id="{C87A6FD0-2815-0B85-43F8-511CCB091673}"/>
              </a:ext>
            </a:extLst>
          </p:cNvPr>
          <p:cNvGrpSpPr/>
          <p:nvPr userDrawn="1"/>
        </p:nvGrpSpPr>
        <p:grpSpPr>
          <a:xfrm>
            <a:off x="8135669" y="314380"/>
            <a:ext cx="4823051" cy="4414815"/>
            <a:chOff x="8135669" y="372569"/>
            <a:chExt cx="4823051" cy="4414815"/>
          </a:xfrm>
        </p:grpSpPr>
        <p:sp>
          <p:nvSpPr>
            <p:cNvPr id="15" name="Title 1">
              <a:extLst>
                <a:ext uri="{FF2B5EF4-FFF2-40B4-BE49-F238E27FC236}">
                  <a16:creationId xmlns:a16="http://schemas.microsoft.com/office/drawing/2014/main" id="{6CF0B1C5-0252-B69B-E217-045942A52902}"/>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16" name="Group 15">
              <a:extLst>
                <a:ext uri="{FF2B5EF4-FFF2-40B4-BE49-F238E27FC236}">
                  <a16:creationId xmlns:a16="http://schemas.microsoft.com/office/drawing/2014/main" id="{85C385F8-4A32-4FCE-7F7F-BC06E91B00CC}"/>
                </a:ext>
              </a:extLst>
            </p:cNvPr>
            <p:cNvGrpSpPr/>
            <p:nvPr userDrawn="1"/>
          </p:nvGrpSpPr>
          <p:grpSpPr>
            <a:xfrm>
              <a:off x="8135669" y="374511"/>
              <a:ext cx="4823051" cy="4412873"/>
              <a:chOff x="8135669" y="533535"/>
              <a:chExt cx="4823051" cy="4412873"/>
            </a:xfrm>
          </p:grpSpPr>
          <p:sp>
            <p:nvSpPr>
              <p:cNvPr id="21" name="Title 1">
                <a:extLst>
                  <a:ext uri="{FF2B5EF4-FFF2-40B4-BE49-F238E27FC236}">
                    <a16:creationId xmlns:a16="http://schemas.microsoft.com/office/drawing/2014/main" id="{89D8C392-4A8B-22D0-C7F4-1606B114CB28}"/>
                  </a:ext>
                </a:extLst>
              </p:cNvPr>
              <p:cNvSpPr txBox="1">
                <a:spLocks/>
              </p:cNvSpPr>
              <p:nvPr userDrawn="1"/>
            </p:nvSpPr>
            <p:spPr bwMode="auto">
              <a:xfrm>
                <a:off x="8135669" y="3561287"/>
                <a:ext cx="4338761" cy="138512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marL="0" algn="ctr" defTabSz="914400" rtl="0" eaLnBrk="1" fontAlgn="base" latinLnBrk="0" hangingPunct="1">
                  <a:lnSpc>
                    <a:spcPts val="2400"/>
                  </a:lnSpc>
                  <a:spcBef>
                    <a:spcPts val="0"/>
                  </a:spcBef>
                  <a:spcAft>
                    <a:spcPct val="0"/>
                  </a:spcAft>
                </a:pPr>
                <a:endParaRPr lang="en-US" sz="32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endParaRPr>
              </a:p>
            </p:txBody>
          </p:sp>
          <p:pic>
            <p:nvPicPr>
              <p:cNvPr id="23" name="Picture 22">
                <a:extLst>
                  <a:ext uri="{FF2B5EF4-FFF2-40B4-BE49-F238E27FC236}">
                    <a16:creationId xmlns:a16="http://schemas.microsoft.com/office/drawing/2014/main" id="{1BAE2A3F-364D-3109-F0C4-8B1D3EF6F492}"/>
                  </a:ext>
                </a:extLst>
              </p:cNvPr>
              <p:cNvPicPr>
                <a:picLocks noChangeAspect="1"/>
              </p:cNvPicPr>
              <p:nvPr userDrawn="1"/>
            </p:nvPicPr>
            <p:blipFill rotWithShape="1">
              <a:blip r:embed="rId3"/>
              <a:srcRect r="56963"/>
              <a:stretch/>
            </p:blipFill>
            <p:spPr>
              <a:xfrm>
                <a:off x="9486369" y="1903513"/>
                <a:ext cx="1637359" cy="1569517"/>
              </a:xfrm>
              <a:prstGeom prst="rect">
                <a:avLst/>
              </a:prstGeom>
            </p:spPr>
          </p:pic>
          <p:grpSp>
            <p:nvGrpSpPr>
              <p:cNvPr id="27" name="Group 26">
                <a:extLst>
                  <a:ext uri="{FF2B5EF4-FFF2-40B4-BE49-F238E27FC236}">
                    <a16:creationId xmlns:a16="http://schemas.microsoft.com/office/drawing/2014/main" id="{3122EFA9-75A2-76C8-A8AA-43BF4667B507}"/>
                  </a:ext>
                </a:extLst>
              </p:cNvPr>
              <p:cNvGrpSpPr/>
              <p:nvPr userDrawn="1"/>
            </p:nvGrpSpPr>
            <p:grpSpPr>
              <a:xfrm>
                <a:off x="8418100" y="533535"/>
                <a:ext cx="4540620" cy="1539248"/>
                <a:chOff x="8418100" y="533535"/>
                <a:chExt cx="4540620" cy="1539248"/>
              </a:xfrm>
            </p:grpSpPr>
            <p:pic>
              <p:nvPicPr>
                <p:cNvPr id="28" name="Picture 27">
                  <a:extLst>
                    <a:ext uri="{FF2B5EF4-FFF2-40B4-BE49-F238E27FC236}">
                      <a16:creationId xmlns:a16="http://schemas.microsoft.com/office/drawing/2014/main" id="{BF5B5C35-D7FD-A35D-99F9-5C7EEE6B399C}"/>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29" name="Title 1">
                  <a:extLst>
                    <a:ext uri="{FF2B5EF4-FFF2-40B4-BE49-F238E27FC236}">
                      <a16:creationId xmlns:a16="http://schemas.microsoft.com/office/drawing/2014/main" id="{AE16F418-0661-46D9-F675-DDFA987C2945}"/>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5" name="TextBox 24">
            <a:extLst>
              <a:ext uri="{FF2B5EF4-FFF2-40B4-BE49-F238E27FC236}">
                <a16:creationId xmlns:a16="http://schemas.microsoft.com/office/drawing/2014/main" id="{636FB7F3-95AF-1CFD-92A4-5528F7E1452A}"/>
              </a:ext>
            </a:extLst>
          </p:cNvPr>
          <p:cNvSpPr txBox="1"/>
          <p:nvPr userDrawn="1"/>
        </p:nvSpPr>
        <p:spPr>
          <a:xfrm>
            <a:off x="1989364" y="6662456"/>
            <a:ext cx="8213272" cy="200055"/>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i="0" kern="1200">
                <a:solidFill>
                  <a:schemeClr val="bg1"/>
                </a:solidFill>
                <a:latin typeface="+mn-lt"/>
                <a:ea typeface="+mn-ea"/>
                <a:cs typeface="Arial Narrow" panose="020B0604020202020204" pitchFamily="34" charset="0"/>
              </a:rPr>
              <a:t>The technical data in this document is controlled under the U.S. Export Regulations; release to foreign persons may require an export authorization.</a:t>
            </a:r>
          </a:p>
        </p:txBody>
      </p:sp>
      <p:sp>
        <p:nvSpPr>
          <p:cNvPr id="31" name="Text Placeholder 30">
            <a:extLst>
              <a:ext uri="{FF2B5EF4-FFF2-40B4-BE49-F238E27FC236}">
                <a16:creationId xmlns:a16="http://schemas.microsoft.com/office/drawing/2014/main" id="{0EB82534-7DA4-4B8E-B297-D7F77F45373C}"/>
              </a:ext>
            </a:extLst>
          </p:cNvPr>
          <p:cNvSpPr>
            <a:spLocks noGrp="1"/>
          </p:cNvSpPr>
          <p:nvPr>
            <p:ph type="body" sz="quarter" idx="15" hasCustomPrompt="1"/>
          </p:nvPr>
        </p:nvSpPr>
        <p:spPr>
          <a:xfrm>
            <a:off x="8961438" y="3344863"/>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
        <p:nvSpPr>
          <p:cNvPr id="33" name="Text Placeholder 32">
            <a:extLst>
              <a:ext uri="{FF2B5EF4-FFF2-40B4-BE49-F238E27FC236}">
                <a16:creationId xmlns:a16="http://schemas.microsoft.com/office/drawing/2014/main" id="{666DBD93-91DF-4387-91BD-E480DBAF46BD}"/>
              </a:ext>
            </a:extLst>
          </p:cNvPr>
          <p:cNvSpPr>
            <a:spLocks noGrp="1"/>
          </p:cNvSpPr>
          <p:nvPr>
            <p:ph type="body" sz="quarter" idx="16" hasCustomPrompt="1"/>
          </p:nvPr>
        </p:nvSpPr>
        <p:spPr>
          <a:xfrm>
            <a:off x="7854950" y="5865318"/>
            <a:ext cx="4113213" cy="436220"/>
          </a:xfrm>
          <a:prstGeom prst="rect">
            <a:avLst/>
          </a:prstGeom>
        </p:spPr>
        <p:txBody>
          <a:bodyPr/>
          <a:lstStyle>
            <a:lvl1pPr marL="0" indent="0" algn="r">
              <a:buNone/>
              <a:defRPr sz="2400">
                <a:solidFill>
                  <a:schemeClr val="bg1"/>
                </a:solidFill>
                <a:latin typeface="Helvetica Neue Light" panose="02000403000000020004"/>
              </a:defRPr>
            </a:lvl1pPr>
          </a:lstStyle>
          <a:p>
            <a:pPr lvl="0"/>
            <a:r>
              <a:rPr lang="en-US"/>
              <a:t>LRR #</a:t>
            </a:r>
          </a:p>
        </p:txBody>
      </p:sp>
    </p:spTree>
    <p:extLst>
      <p:ext uri="{BB962C8B-B14F-4D97-AF65-F5344CB8AC3E}">
        <p14:creationId xmlns:p14="http://schemas.microsoft.com/office/powerpoint/2010/main" val="27265944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Content_White">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23" name="Group 22">
            <a:extLst>
              <a:ext uri="{FF2B5EF4-FFF2-40B4-BE49-F238E27FC236}">
                <a16:creationId xmlns:a16="http://schemas.microsoft.com/office/drawing/2014/main" id="{ADC812BE-4444-071E-4759-0A05CE72DDF2}"/>
              </a:ext>
            </a:extLst>
          </p:cNvPr>
          <p:cNvGrpSpPr/>
          <p:nvPr userDrawn="1"/>
        </p:nvGrpSpPr>
        <p:grpSpPr>
          <a:xfrm>
            <a:off x="10308566" y="70818"/>
            <a:ext cx="1877335" cy="578242"/>
            <a:chOff x="10308566" y="70818"/>
            <a:chExt cx="1877335" cy="578242"/>
          </a:xfrm>
        </p:grpSpPr>
        <p:sp>
          <p:nvSpPr>
            <p:cNvPr id="2" name="Title 1">
              <a:extLst>
                <a:ext uri="{FF2B5EF4-FFF2-40B4-BE49-F238E27FC236}">
                  <a16:creationId xmlns:a16="http://schemas.microsoft.com/office/drawing/2014/main" id="{01B8DABD-E51C-D5C6-D854-46CE8843454E}"/>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1" name="Picture 20">
              <a:extLst>
                <a:ext uri="{FF2B5EF4-FFF2-40B4-BE49-F238E27FC236}">
                  <a16:creationId xmlns:a16="http://schemas.microsoft.com/office/drawing/2014/main" id="{BD33C681-283F-F830-1F62-C4E47BADA102}"/>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0906391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ntent_White_v2">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3" name="Group 12">
            <a:extLst>
              <a:ext uri="{FF2B5EF4-FFF2-40B4-BE49-F238E27FC236}">
                <a16:creationId xmlns:a16="http://schemas.microsoft.com/office/drawing/2014/main" id="{5F5B01C0-3A91-486F-AFA2-0D692E340CF4}"/>
              </a:ext>
            </a:extLst>
          </p:cNvPr>
          <p:cNvGrpSpPr/>
          <p:nvPr userDrawn="1"/>
        </p:nvGrpSpPr>
        <p:grpSpPr>
          <a:xfrm>
            <a:off x="10308566" y="70818"/>
            <a:ext cx="1877335" cy="578242"/>
            <a:chOff x="10308566" y="70818"/>
            <a:chExt cx="1877335" cy="578242"/>
          </a:xfrm>
        </p:grpSpPr>
        <p:sp>
          <p:nvSpPr>
            <p:cNvPr id="14" name="Title 1">
              <a:extLst>
                <a:ext uri="{FF2B5EF4-FFF2-40B4-BE49-F238E27FC236}">
                  <a16:creationId xmlns:a16="http://schemas.microsoft.com/office/drawing/2014/main" id="{61A3352F-0A24-4B3C-93DF-E066E391CA62}"/>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5" name="Picture 14">
              <a:extLst>
                <a:ext uri="{FF2B5EF4-FFF2-40B4-BE49-F238E27FC236}">
                  <a16:creationId xmlns:a16="http://schemas.microsoft.com/office/drawing/2014/main" id="{CEA5D0C1-417B-4AEF-A8A9-4A2916195DC1}"/>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9370539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ntent_White_v3">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2" name="Group 11">
            <a:extLst>
              <a:ext uri="{FF2B5EF4-FFF2-40B4-BE49-F238E27FC236}">
                <a16:creationId xmlns:a16="http://schemas.microsoft.com/office/drawing/2014/main" id="{2E25A38C-2E22-45B3-8EE4-A059C11E704A}"/>
              </a:ext>
            </a:extLst>
          </p:cNvPr>
          <p:cNvGrpSpPr/>
          <p:nvPr userDrawn="1"/>
        </p:nvGrpSpPr>
        <p:grpSpPr>
          <a:xfrm>
            <a:off x="10308566" y="70818"/>
            <a:ext cx="1877335" cy="578242"/>
            <a:chOff x="10308566" y="70818"/>
            <a:chExt cx="1877335" cy="578242"/>
          </a:xfrm>
        </p:grpSpPr>
        <p:sp>
          <p:nvSpPr>
            <p:cNvPr id="13" name="Title 1">
              <a:extLst>
                <a:ext uri="{FF2B5EF4-FFF2-40B4-BE49-F238E27FC236}">
                  <a16:creationId xmlns:a16="http://schemas.microsoft.com/office/drawing/2014/main" id="{AD70310B-0FCE-4C19-9254-DD5775FB5B0E}"/>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0B0C81D4-E30C-4E71-8F23-212189B8ABD4}"/>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14580820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Content_White_v4">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2" name="Group 11">
            <a:extLst>
              <a:ext uri="{FF2B5EF4-FFF2-40B4-BE49-F238E27FC236}">
                <a16:creationId xmlns:a16="http://schemas.microsoft.com/office/drawing/2014/main" id="{445E2AED-B2D1-4045-8007-99B829230371}"/>
              </a:ext>
            </a:extLst>
          </p:cNvPr>
          <p:cNvGrpSpPr/>
          <p:nvPr userDrawn="1"/>
        </p:nvGrpSpPr>
        <p:grpSpPr>
          <a:xfrm>
            <a:off x="10308566" y="70818"/>
            <a:ext cx="1877335" cy="578242"/>
            <a:chOff x="10308566" y="70818"/>
            <a:chExt cx="1877335" cy="578242"/>
          </a:xfrm>
        </p:grpSpPr>
        <p:sp>
          <p:nvSpPr>
            <p:cNvPr id="13" name="Title 1">
              <a:extLst>
                <a:ext uri="{FF2B5EF4-FFF2-40B4-BE49-F238E27FC236}">
                  <a16:creationId xmlns:a16="http://schemas.microsoft.com/office/drawing/2014/main" id="{4778EE39-22F7-4A42-8A03-351956BDE51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13F32DE5-4E39-4155-AEAC-746A58A8B933}"/>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35567657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ntent_White_v5">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2" name="Group 11">
            <a:extLst>
              <a:ext uri="{FF2B5EF4-FFF2-40B4-BE49-F238E27FC236}">
                <a16:creationId xmlns:a16="http://schemas.microsoft.com/office/drawing/2014/main" id="{5649A074-F850-4603-A2A4-2C2A815E358B}"/>
              </a:ext>
            </a:extLst>
          </p:cNvPr>
          <p:cNvGrpSpPr/>
          <p:nvPr userDrawn="1"/>
        </p:nvGrpSpPr>
        <p:grpSpPr>
          <a:xfrm>
            <a:off x="10308566" y="70818"/>
            <a:ext cx="1877335" cy="578242"/>
            <a:chOff x="10308566" y="70818"/>
            <a:chExt cx="1877335" cy="578242"/>
          </a:xfrm>
        </p:grpSpPr>
        <p:sp>
          <p:nvSpPr>
            <p:cNvPr id="13" name="Title 1">
              <a:extLst>
                <a:ext uri="{FF2B5EF4-FFF2-40B4-BE49-F238E27FC236}">
                  <a16:creationId xmlns:a16="http://schemas.microsoft.com/office/drawing/2014/main" id="{F0F4833C-534A-45BC-A7D4-0B8C81F36B02}"/>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FB4C2758-55D9-485A-83B8-098F984FFA87}"/>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19433634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Content_White_v6">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2" name="Group 11">
            <a:extLst>
              <a:ext uri="{FF2B5EF4-FFF2-40B4-BE49-F238E27FC236}">
                <a16:creationId xmlns:a16="http://schemas.microsoft.com/office/drawing/2014/main" id="{60D32865-FE5E-4183-A85D-95A702CA0265}"/>
              </a:ext>
            </a:extLst>
          </p:cNvPr>
          <p:cNvGrpSpPr/>
          <p:nvPr userDrawn="1"/>
        </p:nvGrpSpPr>
        <p:grpSpPr>
          <a:xfrm>
            <a:off x="10308566" y="70818"/>
            <a:ext cx="1877335" cy="578242"/>
            <a:chOff x="10308566" y="70818"/>
            <a:chExt cx="1877335" cy="578242"/>
          </a:xfrm>
        </p:grpSpPr>
        <p:sp>
          <p:nvSpPr>
            <p:cNvPr id="13" name="Title 1">
              <a:extLst>
                <a:ext uri="{FF2B5EF4-FFF2-40B4-BE49-F238E27FC236}">
                  <a16:creationId xmlns:a16="http://schemas.microsoft.com/office/drawing/2014/main" id="{1E7BA15C-B5D2-42E2-8CA1-055BA84BE432}"/>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50EC7508-65CE-481F-9A4C-14E61B4AEE20}"/>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1554132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Content_White_Two_Section">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7" name="Text Placeholder 5">
            <a:extLst>
              <a:ext uri="{FF2B5EF4-FFF2-40B4-BE49-F238E27FC236}">
                <a16:creationId xmlns:a16="http://schemas.microsoft.com/office/drawing/2014/main" id="{43A4570B-60C6-FC5F-1F80-7E7040C51F6A}"/>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A25BFE45-5032-43C6-9ED6-8F92AB48D27E}"/>
              </a:ext>
            </a:extLst>
          </p:cNvPr>
          <p:cNvGrpSpPr/>
          <p:nvPr userDrawn="1"/>
        </p:nvGrpSpPr>
        <p:grpSpPr>
          <a:xfrm>
            <a:off x="10308566" y="70818"/>
            <a:ext cx="1877335" cy="578242"/>
            <a:chOff x="10308566" y="70818"/>
            <a:chExt cx="1877335" cy="578242"/>
          </a:xfrm>
        </p:grpSpPr>
        <p:sp>
          <p:nvSpPr>
            <p:cNvPr id="17" name="Title 1">
              <a:extLst>
                <a:ext uri="{FF2B5EF4-FFF2-40B4-BE49-F238E27FC236}">
                  <a16:creationId xmlns:a16="http://schemas.microsoft.com/office/drawing/2014/main" id="{E6BABC16-79D8-4465-B014-DFEFB18B737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8" name="Picture 17">
              <a:extLst>
                <a:ext uri="{FF2B5EF4-FFF2-40B4-BE49-F238E27FC236}">
                  <a16:creationId xmlns:a16="http://schemas.microsoft.com/office/drawing/2014/main" id="{18CDA597-85D1-44ED-B196-39CED80F7AF8}"/>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3638812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Content_White_Quandrant">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5550965-41A1-8ACE-E468-EDC52EDB0925}"/>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 Placeholder 5">
            <a:extLst>
              <a:ext uri="{FF2B5EF4-FFF2-40B4-BE49-F238E27FC236}">
                <a16:creationId xmlns:a16="http://schemas.microsoft.com/office/drawing/2014/main" id="{035395A8-796C-3CC3-4E9C-1DC73E2B38C1}"/>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5">
            <a:extLst>
              <a:ext uri="{FF2B5EF4-FFF2-40B4-BE49-F238E27FC236}">
                <a16:creationId xmlns:a16="http://schemas.microsoft.com/office/drawing/2014/main" id="{13986505-4721-406A-C917-FE93A29AFB84}"/>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66FD14AB-2502-0F02-D959-4299D826A926}"/>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5">
            <a:extLst>
              <a:ext uri="{FF2B5EF4-FFF2-40B4-BE49-F238E27FC236}">
                <a16:creationId xmlns:a16="http://schemas.microsoft.com/office/drawing/2014/main" id="{6F25E2FB-D12D-FB29-2A9F-B0AF03E59333}"/>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7" name="Group 16">
            <a:extLst>
              <a:ext uri="{FF2B5EF4-FFF2-40B4-BE49-F238E27FC236}">
                <a16:creationId xmlns:a16="http://schemas.microsoft.com/office/drawing/2014/main" id="{7850A117-52ED-4B58-A0C9-E281751AB22F}"/>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5243F4C-DE12-4C1B-84ED-259FAF35DB2D}"/>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1EF61D09-CA18-4B16-847A-C03A709E8623}"/>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5616514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Content_White_Text_and_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DDC5C295-FB9A-C2F7-D237-B56589FF4C8A}"/>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29DE0F4-AD47-47BE-862C-519D78552208}"/>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E3E2FF2-73B8-43EC-A3F3-A06CBBBC4734}"/>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9D7651F3-624D-4C8A-A702-4E8EFFF174FE}"/>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6728888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Title_Only_White">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6" name="Text Placeholder 2">
            <a:extLst>
              <a:ext uri="{FF2B5EF4-FFF2-40B4-BE49-F238E27FC236}">
                <a16:creationId xmlns:a16="http://schemas.microsoft.com/office/drawing/2014/main" id="{CE1B7819-228E-CE71-7576-4CBA07A40144}"/>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grpSp>
        <p:nvGrpSpPr>
          <p:cNvPr id="11" name="Group 10">
            <a:extLst>
              <a:ext uri="{FF2B5EF4-FFF2-40B4-BE49-F238E27FC236}">
                <a16:creationId xmlns:a16="http://schemas.microsoft.com/office/drawing/2014/main" id="{5D428B9C-42C9-4095-9F62-FD562D5F2ED4}"/>
              </a:ext>
            </a:extLst>
          </p:cNvPr>
          <p:cNvGrpSpPr/>
          <p:nvPr userDrawn="1"/>
        </p:nvGrpSpPr>
        <p:grpSpPr>
          <a:xfrm>
            <a:off x="10308566" y="70818"/>
            <a:ext cx="1877335" cy="578242"/>
            <a:chOff x="10308566" y="70818"/>
            <a:chExt cx="1877335" cy="578242"/>
          </a:xfrm>
        </p:grpSpPr>
        <p:sp>
          <p:nvSpPr>
            <p:cNvPr id="13" name="Title 1">
              <a:extLst>
                <a:ext uri="{FF2B5EF4-FFF2-40B4-BE49-F238E27FC236}">
                  <a16:creationId xmlns:a16="http://schemas.microsoft.com/office/drawing/2014/main" id="{D4BB15C1-D86E-4019-B669-E94199D2606F}"/>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D7E10998-D290-4799-93B1-41B8ADE2BF44}"/>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2704664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7_Blank_Whit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8" name="Group 7">
            <a:extLst>
              <a:ext uri="{FF2B5EF4-FFF2-40B4-BE49-F238E27FC236}">
                <a16:creationId xmlns:a16="http://schemas.microsoft.com/office/drawing/2014/main" id="{1D387BBD-7C36-4DBB-B48E-70948920FAE9}"/>
              </a:ext>
            </a:extLst>
          </p:cNvPr>
          <p:cNvGrpSpPr/>
          <p:nvPr userDrawn="1"/>
        </p:nvGrpSpPr>
        <p:grpSpPr>
          <a:xfrm>
            <a:off x="10308566" y="70818"/>
            <a:ext cx="1877335" cy="578242"/>
            <a:chOff x="10308566" y="70818"/>
            <a:chExt cx="1877335" cy="578242"/>
          </a:xfrm>
        </p:grpSpPr>
        <p:sp>
          <p:nvSpPr>
            <p:cNvPr id="11" name="Title 1">
              <a:extLst>
                <a:ext uri="{FF2B5EF4-FFF2-40B4-BE49-F238E27FC236}">
                  <a16:creationId xmlns:a16="http://schemas.microsoft.com/office/drawing/2014/main" id="{4CEF4AA6-E1BE-4BCC-9CC0-A24F0B92204B}"/>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A58AB975-B8A3-4D36-8D41-D57056CF58D1}"/>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86889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8_Content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6" name="Text Placeholder 5">
            <a:extLst>
              <a:ext uri="{FF2B5EF4-FFF2-40B4-BE49-F238E27FC236}">
                <a16:creationId xmlns:a16="http://schemas.microsoft.com/office/drawing/2014/main" id="{6FF420E7-81D4-BD58-9C49-2368D2B602AB}"/>
              </a:ext>
            </a:extLst>
          </p:cNvPr>
          <p:cNvSpPr>
            <a:spLocks noGrp="1"/>
          </p:cNvSpPr>
          <p:nvPr userDrawn="1">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0C49109A-EDAB-4DA9-83B8-C65D925E9FBB}"/>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280E32A1-0B2C-4ED5-945D-633B91C68AC9}"/>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351C9C17-8FD7-4A5A-80F7-7CB951DD7389}"/>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1689592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Content_Multi_Two_Section">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Text Placeholder 5">
            <a:extLst>
              <a:ext uri="{FF2B5EF4-FFF2-40B4-BE49-F238E27FC236}">
                <a16:creationId xmlns:a16="http://schemas.microsoft.com/office/drawing/2014/main" id="{DF4D316A-BA27-2CDA-E6DA-B2FBA93BD3CE}"/>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C03787DC-06EB-A69E-CA90-8F56F73F4CA4}"/>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5">
            <a:extLst>
              <a:ext uri="{FF2B5EF4-FFF2-40B4-BE49-F238E27FC236}">
                <a16:creationId xmlns:a16="http://schemas.microsoft.com/office/drawing/2014/main" id="{FBBFE8C3-7A9D-1B42-DB57-DC4E41CED085}"/>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oup 19">
            <a:extLst>
              <a:ext uri="{FF2B5EF4-FFF2-40B4-BE49-F238E27FC236}">
                <a16:creationId xmlns:a16="http://schemas.microsoft.com/office/drawing/2014/main" id="{9507C497-8B27-4505-8E04-3687D09AFC01}"/>
              </a:ext>
            </a:extLst>
          </p:cNvPr>
          <p:cNvGrpSpPr/>
          <p:nvPr userDrawn="1"/>
        </p:nvGrpSpPr>
        <p:grpSpPr>
          <a:xfrm>
            <a:off x="10308566" y="70818"/>
            <a:ext cx="1877335" cy="578242"/>
            <a:chOff x="10308566" y="70818"/>
            <a:chExt cx="1877335" cy="578242"/>
          </a:xfrm>
        </p:grpSpPr>
        <p:sp>
          <p:nvSpPr>
            <p:cNvPr id="21" name="Title 1">
              <a:extLst>
                <a:ext uri="{FF2B5EF4-FFF2-40B4-BE49-F238E27FC236}">
                  <a16:creationId xmlns:a16="http://schemas.microsoft.com/office/drawing/2014/main" id="{AA602D0A-F1DB-4373-AAC4-D25A9797066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2" name="Picture 21">
              <a:extLst>
                <a:ext uri="{FF2B5EF4-FFF2-40B4-BE49-F238E27FC236}">
                  <a16:creationId xmlns:a16="http://schemas.microsoft.com/office/drawing/2014/main" id="{978E8C4A-8A8C-4726-86C1-B3D29453B1E7}"/>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6271402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0_Content_Multi_Quandrant">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cxnSp>
        <p:nvCxnSpPr>
          <p:cNvPr id="6" name="Straight Connector 5">
            <a:extLst>
              <a:ext uri="{FF2B5EF4-FFF2-40B4-BE49-F238E27FC236}">
                <a16:creationId xmlns:a16="http://schemas.microsoft.com/office/drawing/2014/main" id="{A877EFAB-CEC4-30AD-0F44-E1377F77B57D}"/>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243E7F-BA0A-52CF-F55C-2DF7621C8D5C}"/>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5">
            <a:extLst>
              <a:ext uri="{FF2B5EF4-FFF2-40B4-BE49-F238E27FC236}">
                <a16:creationId xmlns:a16="http://schemas.microsoft.com/office/drawing/2014/main" id="{CE7B9855-2BF5-5B1F-081F-C6C732B54787}"/>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5">
            <a:extLst>
              <a:ext uri="{FF2B5EF4-FFF2-40B4-BE49-F238E27FC236}">
                <a16:creationId xmlns:a16="http://schemas.microsoft.com/office/drawing/2014/main" id="{D1F7C524-4887-A9F5-4629-7A2B7E7BA522}"/>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5">
            <a:extLst>
              <a:ext uri="{FF2B5EF4-FFF2-40B4-BE49-F238E27FC236}">
                <a16:creationId xmlns:a16="http://schemas.microsoft.com/office/drawing/2014/main" id="{980F5790-6576-FF86-506B-ADCFA034145C}"/>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95344996-835A-26BD-2FC9-E819B79E3478}"/>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2" name="Group 21">
            <a:extLst>
              <a:ext uri="{FF2B5EF4-FFF2-40B4-BE49-F238E27FC236}">
                <a16:creationId xmlns:a16="http://schemas.microsoft.com/office/drawing/2014/main" id="{04A6D93F-E532-44B1-B04A-7041D60DC25A}"/>
              </a:ext>
            </a:extLst>
          </p:cNvPr>
          <p:cNvGrpSpPr/>
          <p:nvPr userDrawn="1"/>
        </p:nvGrpSpPr>
        <p:grpSpPr>
          <a:xfrm>
            <a:off x="10308566" y="70818"/>
            <a:ext cx="1877335" cy="578242"/>
            <a:chOff x="10308566" y="70818"/>
            <a:chExt cx="1877335" cy="578242"/>
          </a:xfrm>
        </p:grpSpPr>
        <p:sp>
          <p:nvSpPr>
            <p:cNvPr id="28" name="Title 1">
              <a:extLst>
                <a:ext uri="{FF2B5EF4-FFF2-40B4-BE49-F238E27FC236}">
                  <a16:creationId xmlns:a16="http://schemas.microsoft.com/office/drawing/2014/main" id="{17F3F568-F970-464E-85AD-E917489D6B1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9" name="Picture 28">
              <a:extLst>
                <a:ext uri="{FF2B5EF4-FFF2-40B4-BE49-F238E27FC236}">
                  <a16:creationId xmlns:a16="http://schemas.microsoft.com/office/drawing/2014/main" id="{9FA2AEFE-1190-4548-B467-32D411CB6174}"/>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39857762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1_Content_Multi_Text_and_Picture">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Picture Placeholder 11">
            <a:extLst>
              <a:ext uri="{FF2B5EF4-FFF2-40B4-BE49-F238E27FC236}">
                <a16:creationId xmlns:a16="http://schemas.microsoft.com/office/drawing/2014/main" id="{815812CD-E421-C488-D4CC-97CFD4B64599}"/>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3" name="Text Placeholder 5">
            <a:extLst>
              <a:ext uri="{FF2B5EF4-FFF2-40B4-BE49-F238E27FC236}">
                <a16:creationId xmlns:a16="http://schemas.microsoft.com/office/drawing/2014/main" id="{24BB0B6B-A3CB-4CF0-E0FC-860520D2C7C2}"/>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CF31ED16-05E6-49BD-B13D-3442CE05A5D4}"/>
              </a:ext>
            </a:extLst>
          </p:cNvPr>
          <p:cNvGrpSpPr/>
          <p:nvPr userDrawn="1"/>
        </p:nvGrpSpPr>
        <p:grpSpPr>
          <a:xfrm>
            <a:off x="10308566" y="70818"/>
            <a:ext cx="1877335" cy="578242"/>
            <a:chOff x="10308566" y="70818"/>
            <a:chExt cx="1877335" cy="578242"/>
          </a:xfrm>
        </p:grpSpPr>
        <p:sp>
          <p:nvSpPr>
            <p:cNvPr id="19" name="Title 1">
              <a:extLst>
                <a:ext uri="{FF2B5EF4-FFF2-40B4-BE49-F238E27FC236}">
                  <a16:creationId xmlns:a16="http://schemas.microsoft.com/office/drawing/2014/main" id="{D40317CA-673F-4B82-9499-91F336ED6B9C}"/>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0" name="Picture 19">
              <a:extLst>
                <a:ext uri="{FF2B5EF4-FFF2-40B4-BE49-F238E27FC236}">
                  <a16:creationId xmlns:a16="http://schemas.microsoft.com/office/drawing/2014/main" id="{EF97A502-1ECF-418B-A564-69FF4FF2B66C}"/>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309383848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2_Title_Only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5C01AD5-6DD4-43AA-B802-8723D37DF265}"/>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E7FB5393-C2C4-436A-8D6F-6067946E097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C84F828F-1DE2-41EB-A60D-984B5629CAE6}"/>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300812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3_Section_Title_1">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F32FD4D-C089-B290-F5E6-2A7915AC318C}"/>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p:blipFill>
        <p:spPr>
          <a:xfrm>
            <a:off x="1524" y="0"/>
            <a:ext cx="12192000" cy="6858000"/>
          </a:xfrm>
          <a:prstGeom prst="rect">
            <a:avLst/>
          </a:prstGeom>
        </p:spPr>
      </p:pic>
      <p:sp>
        <p:nvSpPr>
          <p:cNvPr id="16" name="Rectangle 15">
            <a:extLst>
              <a:ext uri="{FF2B5EF4-FFF2-40B4-BE49-F238E27FC236}">
                <a16:creationId xmlns:a16="http://schemas.microsoft.com/office/drawing/2014/main" id="{6373F711-C3D3-8D70-3D9F-0E36378B9823}"/>
              </a:ext>
            </a:extLst>
          </p:cNvPr>
          <p:cNvSpPr/>
          <p:nvPr userDrawn="1"/>
        </p:nvSpPr>
        <p:spPr>
          <a:xfrm>
            <a:off x="0" y="2074163"/>
            <a:ext cx="12188952" cy="4800600"/>
          </a:xfrm>
          <a:prstGeom prst="rect">
            <a:avLst/>
          </a:prstGeom>
          <a:gradFill flip="none" rotWithShape="1">
            <a:gsLst>
              <a:gs pos="0">
                <a:schemeClr val="tx1">
                  <a:alpha val="0"/>
                </a:schemeClr>
              </a:gs>
              <a:gs pos="100000">
                <a:schemeClr val="tx1">
                  <a:alpha val="30488"/>
                </a:schemeClr>
              </a:gs>
            </a:gsLst>
            <a:lin ang="5400000" scaled="0"/>
            <a:tileRect/>
          </a:gradFill>
          <a:ln w="12700" cap="flat" cmpd="sng" algn="ctr">
            <a:noFill/>
            <a:prstDash val="solid"/>
            <a:miter lim="800000"/>
          </a:ln>
          <a:effectLst/>
        </p:spPr>
        <p:txBody>
          <a:bodyPr rtlCol="0" anchor="ctr"/>
          <a:lstStyle/>
          <a:p>
            <a:pPr algn="l"/>
            <a:endParaRPr lang="en-US">
              <a:solidFill>
                <a:srgbClr val="FFFFFF"/>
              </a:solidFill>
              <a:latin typeface="Calibri" panose="020F0502020204030204"/>
              <a:cs typeface="Arial"/>
              <a:sym typeface="Arial"/>
            </a:endParaRPr>
          </a:p>
        </p:txBody>
      </p:sp>
      <p:grpSp>
        <p:nvGrpSpPr>
          <p:cNvPr id="24" name="Group 23">
            <a:extLst>
              <a:ext uri="{FF2B5EF4-FFF2-40B4-BE49-F238E27FC236}">
                <a16:creationId xmlns:a16="http://schemas.microsoft.com/office/drawing/2014/main" id="{B5C9FC9D-ACA1-30FD-08A1-2ECA1EC595DF}"/>
              </a:ext>
            </a:extLst>
          </p:cNvPr>
          <p:cNvGrpSpPr/>
          <p:nvPr userDrawn="1"/>
        </p:nvGrpSpPr>
        <p:grpSpPr>
          <a:xfrm>
            <a:off x="-3048" y="735913"/>
            <a:ext cx="12192000" cy="1769081"/>
            <a:chOff x="-4572" y="2260998"/>
            <a:chExt cx="12192000" cy="1769081"/>
          </a:xfrm>
        </p:grpSpPr>
        <p:grpSp>
          <p:nvGrpSpPr>
            <p:cNvPr id="22" name="Group 21">
              <a:extLst>
                <a:ext uri="{FF2B5EF4-FFF2-40B4-BE49-F238E27FC236}">
                  <a16:creationId xmlns:a16="http://schemas.microsoft.com/office/drawing/2014/main" id="{CED5AD5E-B889-B762-D395-57F92B056343}"/>
                </a:ext>
              </a:extLst>
            </p:cNvPr>
            <p:cNvGrpSpPr/>
            <p:nvPr userDrawn="1"/>
          </p:nvGrpSpPr>
          <p:grpSpPr>
            <a:xfrm>
              <a:off x="-4572" y="2260998"/>
              <a:ext cx="12192000" cy="1726976"/>
              <a:chOff x="0" y="5131024"/>
              <a:chExt cx="12192000" cy="1726976"/>
            </a:xfrm>
          </p:grpSpPr>
          <p:sp>
            <p:nvSpPr>
              <p:cNvPr id="20" name="Rectangle">
                <a:extLst>
                  <a:ext uri="{FF2B5EF4-FFF2-40B4-BE49-F238E27FC236}">
                    <a16:creationId xmlns:a16="http://schemas.microsoft.com/office/drawing/2014/main" id="{D17CBE25-9F58-DBF5-2697-63A17E6795E9}"/>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1" name="Rectangle 20">
                <a:extLst>
                  <a:ext uri="{FF2B5EF4-FFF2-40B4-BE49-F238E27FC236}">
                    <a16:creationId xmlns:a16="http://schemas.microsoft.com/office/drawing/2014/main" id="{C604165A-8C16-82A1-F662-249F60C23F9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663212E2-4792-592E-92D6-D97F8C5CF443}"/>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Total</a:t>
            </a:r>
          </a:p>
        </p:txBody>
      </p:sp>
      <p:sp>
        <p:nvSpPr>
          <p:cNvPr id="44" name="Title 1">
            <a:extLst>
              <a:ext uri="{FF2B5EF4-FFF2-40B4-BE49-F238E27FC236}">
                <a16:creationId xmlns:a16="http://schemas.microsoft.com/office/drawing/2014/main" id="{BD9D7EC7-A90F-5BC1-361C-C231B2DF06A1}"/>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45" name="Text Placeholder 13">
            <a:extLst>
              <a:ext uri="{FF2B5EF4-FFF2-40B4-BE49-F238E27FC236}">
                <a16:creationId xmlns:a16="http://schemas.microsoft.com/office/drawing/2014/main" id="{C7C2ACFD-DAD4-5AC1-0174-463BD9AB016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90316" y="1219651"/>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4"/>
              <a:srcRect r="56963"/>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5"/>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10" name="Date Placeholder 9">
            <a:extLst>
              <a:ext uri="{FF2B5EF4-FFF2-40B4-BE49-F238E27FC236}">
                <a16:creationId xmlns:a16="http://schemas.microsoft.com/office/drawing/2014/main" id="{C1E2351D-DFD1-4B60-63A2-64030A5F017E}"/>
              </a:ext>
            </a:extLst>
          </p:cNvPr>
          <p:cNvSpPr>
            <a:spLocks noGrp="1"/>
          </p:cNvSpPr>
          <p:nvPr>
            <p:ph type="dt" sz="half" idx="15"/>
          </p:nvPr>
        </p:nvSpPr>
        <p:spPr/>
        <p:txBody>
          <a:bodyPr/>
          <a:lstStyle>
            <a:lvl1pPr>
              <a:defRPr>
                <a:solidFill>
                  <a:schemeClr val="bg1"/>
                </a:solidFill>
              </a:defRPr>
            </a:lvl1pPr>
          </a:lstStyle>
          <a:p>
            <a:r>
              <a:rPr lang="en-US"/>
              <a:t>DD/MM/YYYY</a:t>
            </a:r>
          </a:p>
        </p:txBody>
      </p:sp>
      <p:sp>
        <p:nvSpPr>
          <p:cNvPr id="13" name="Footer Placeholder 12">
            <a:extLst>
              <a:ext uri="{FF2B5EF4-FFF2-40B4-BE49-F238E27FC236}">
                <a16:creationId xmlns:a16="http://schemas.microsoft.com/office/drawing/2014/main" id="{B1926429-1384-BEAD-7DBA-A248BFBE3DB8}"/>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FE563FEC-CC54-5DCC-F823-FDA4F29B1B6F}"/>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25" name="Text Placeholder 24">
            <a:extLst>
              <a:ext uri="{FF2B5EF4-FFF2-40B4-BE49-F238E27FC236}">
                <a16:creationId xmlns:a16="http://schemas.microsoft.com/office/drawing/2014/main" id="{A03BDEC2-8435-43F5-B395-97D2FBACFF12}"/>
              </a:ext>
            </a:extLst>
          </p:cNvPr>
          <p:cNvSpPr>
            <a:spLocks noGrp="1"/>
          </p:cNvSpPr>
          <p:nvPr>
            <p:ph type="body" sz="quarter" idx="18" hasCustomPrompt="1"/>
          </p:nvPr>
        </p:nvSpPr>
        <p:spPr>
          <a:xfrm>
            <a:off x="9144000" y="4160838"/>
            <a:ext cx="2543175" cy="1841500"/>
          </a:xfrm>
          <a:prstGeom prst="rect">
            <a:avLst/>
          </a:prstGeom>
        </p:spPr>
        <p:txBody>
          <a:bodyPr anchor="ctr"/>
          <a:lstStyle>
            <a:lvl1pPr marL="0" indent="0" algn="ctr">
              <a:buNone/>
              <a:defRPr>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Org/Subsystem</a:t>
            </a:r>
          </a:p>
        </p:txBody>
      </p:sp>
    </p:spTree>
    <p:extLst>
      <p:ext uri="{BB962C8B-B14F-4D97-AF65-F5344CB8AC3E}">
        <p14:creationId xmlns:p14="http://schemas.microsoft.com/office/powerpoint/2010/main" val="37812254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4_Section_Title_2">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7CFE4C8-F023-F07C-2309-65418B72F491}"/>
              </a:ext>
            </a:extLst>
          </p:cNvPr>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a:stretch/>
        </p:blipFill>
        <p:spPr bwMode="auto">
          <a:xfrm>
            <a:off x="0" y="0"/>
            <a:ext cx="1219047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78746F55-F190-B330-94FD-214060CBC889}"/>
              </a:ext>
            </a:extLst>
          </p:cNvPr>
          <p:cNvGrpSpPr/>
          <p:nvPr userDrawn="1"/>
        </p:nvGrpSpPr>
        <p:grpSpPr>
          <a:xfrm>
            <a:off x="-3048" y="735913"/>
            <a:ext cx="12192000" cy="1769081"/>
            <a:chOff x="-4572" y="2260998"/>
            <a:chExt cx="12192000" cy="1769081"/>
          </a:xfrm>
        </p:grpSpPr>
        <p:grpSp>
          <p:nvGrpSpPr>
            <p:cNvPr id="25" name="Group 24">
              <a:extLst>
                <a:ext uri="{FF2B5EF4-FFF2-40B4-BE49-F238E27FC236}">
                  <a16:creationId xmlns:a16="http://schemas.microsoft.com/office/drawing/2014/main" id="{92718773-0A97-1D20-C5AF-36340DEB48D9}"/>
                </a:ext>
              </a:extLst>
            </p:cNvPr>
            <p:cNvGrpSpPr/>
            <p:nvPr userDrawn="1"/>
          </p:nvGrpSpPr>
          <p:grpSpPr>
            <a:xfrm>
              <a:off x="-4572" y="2260998"/>
              <a:ext cx="12192000" cy="1726976"/>
              <a:chOff x="0" y="5131024"/>
              <a:chExt cx="12192000" cy="1726976"/>
            </a:xfrm>
          </p:grpSpPr>
          <p:sp>
            <p:nvSpPr>
              <p:cNvPr id="27" name="Rectangle">
                <a:extLst>
                  <a:ext uri="{FF2B5EF4-FFF2-40B4-BE49-F238E27FC236}">
                    <a16:creationId xmlns:a16="http://schemas.microsoft.com/office/drawing/2014/main" id="{DD53FCAF-C80F-1027-4011-395114192D1C}"/>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8" name="Rectangle 27">
                <a:extLst>
                  <a:ext uri="{FF2B5EF4-FFF2-40B4-BE49-F238E27FC236}">
                    <a16:creationId xmlns:a16="http://schemas.microsoft.com/office/drawing/2014/main" id="{6D1841A8-D88B-F185-D9FE-47C6DB87D27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80C3DAEA-5E79-3525-198C-382C9267DEDA}"/>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Total</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90316" y="1219651"/>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3"/>
              <a:srcRect r="56963"/>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9" name="Title 1">
            <a:extLst>
              <a:ext uri="{FF2B5EF4-FFF2-40B4-BE49-F238E27FC236}">
                <a16:creationId xmlns:a16="http://schemas.microsoft.com/office/drawing/2014/main" id="{55D0F806-D6D9-48B8-12F3-32AF4C326D29}"/>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30" name="Text Placeholder 13">
            <a:extLst>
              <a:ext uri="{FF2B5EF4-FFF2-40B4-BE49-F238E27FC236}">
                <a16:creationId xmlns:a16="http://schemas.microsoft.com/office/drawing/2014/main" id="{871FAE5A-A807-8E49-1A75-0A7F489961D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sp>
        <p:nvSpPr>
          <p:cNvPr id="10" name="Date Placeholder 9">
            <a:extLst>
              <a:ext uri="{FF2B5EF4-FFF2-40B4-BE49-F238E27FC236}">
                <a16:creationId xmlns:a16="http://schemas.microsoft.com/office/drawing/2014/main" id="{14582460-9F23-76B4-767F-430EEA944765}"/>
              </a:ext>
            </a:extLst>
          </p:cNvPr>
          <p:cNvSpPr>
            <a:spLocks noGrp="1"/>
          </p:cNvSpPr>
          <p:nvPr>
            <p:ph type="dt" sz="half" idx="15"/>
          </p:nvPr>
        </p:nvSpPr>
        <p:spPr/>
        <p:txBody>
          <a:bodyPr/>
          <a:lstStyle>
            <a:lvl1pPr>
              <a:defRPr>
                <a:solidFill>
                  <a:schemeClr val="bg1"/>
                </a:solidFill>
              </a:defRPr>
            </a:lvl1pPr>
          </a:lstStyle>
          <a:p>
            <a:r>
              <a:rPr lang="en-US"/>
              <a:t>DD/MM/YYYY</a:t>
            </a:r>
          </a:p>
        </p:txBody>
      </p:sp>
      <p:sp>
        <p:nvSpPr>
          <p:cNvPr id="13" name="Footer Placeholder 12">
            <a:extLst>
              <a:ext uri="{FF2B5EF4-FFF2-40B4-BE49-F238E27FC236}">
                <a16:creationId xmlns:a16="http://schemas.microsoft.com/office/drawing/2014/main" id="{4727E7EE-A68F-1014-EAD6-06A056F4B994}"/>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AD78B655-1B54-C5FF-433D-5D369FB12451}"/>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16" name="Text Placeholder 15">
            <a:extLst>
              <a:ext uri="{FF2B5EF4-FFF2-40B4-BE49-F238E27FC236}">
                <a16:creationId xmlns:a16="http://schemas.microsoft.com/office/drawing/2014/main" id="{9034C735-9B95-4775-8306-C72ED4CB27EA}"/>
              </a:ext>
            </a:extLst>
          </p:cNvPr>
          <p:cNvSpPr>
            <a:spLocks noGrp="1"/>
          </p:cNvSpPr>
          <p:nvPr>
            <p:ph type="body" sz="quarter" idx="18" hasCustomPrompt="1"/>
          </p:nvPr>
        </p:nvSpPr>
        <p:spPr>
          <a:xfrm>
            <a:off x="9051925" y="4243968"/>
            <a:ext cx="2635250" cy="2076450"/>
          </a:xfrm>
          <a:prstGeom prst="rect">
            <a:avLst/>
          </a:prstGeom>
        </p:spPr>
        <p:txBody>
          <a:bodyPr anchor="ctr"/>
          <a:lstStyle>
            <a:lvl1pPr marL="0" indent="0" algn="ctr">
              <a:buNone/>
              <a:defRPr>
                <a:solidFill>
                  <a:schemeClr val="bg1"/>
                </a:solidFill>
                <a:latin typeface="Helvetica Neue Light" panose="02000403000000020004"/>
              </a:defRPr>
            </a:lvl1pPr>
          </a:lstStyle>
          <a:p>
            <a:pPr lvl="0"/>
            <a:r>
              <a:rPr lang="en-US"/>
              <a:t>Org/ Subsystem</a:t>
            </a:r>
          </a:p>
        </p:txBody>
      </p:sp>
    </p:spTree>
    <p:extLst>
      <p:ext uri="{BB962C8B-B14F-4D97-AF65-F5344CB8AC3E}">
        <p14:creationId xmlns:p14="http://schemas.microsoft.com/office/powerpoint/2010/main" val="3872211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0D35CE0-BE9E-04E2-2621-F00930C32596}"/>
              </a:ext>
            </a:extLst>
          </p:cNvPr>
          <p:cNvSpPr>
            <a:spLocks noGrp="1"/>
          </p:cNvSpPr>
          <p:nvPr>
            <p:ph type="dt" sz="half" idx="2"/>
          </p:nvPr>
        </p:nvSpPr>
        <p:spPr>
          <a:xfrm>
            <a:off x="352612" y="6492875"/>
            <a:ext cx="1710884" cy="365125"/>
          </a:xfrm>
          <a:prstGeom prst="rect">
            <a:avLst/>
          </a:prstGeom>
        </p:spPr>
        <p:txBody>
          <a:bodyPr vert="horz" lIns="91440" tIns="45720" rIns="0" bIns="45720" rtlCol="0" anchor="ctr"/>
          <a:lstStyle>
            <a:lvl1pPr algn="l">
              <a:defRPr sz="800" b="0" i="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dirty="0"/>
              <a:t>DD/MM/YYYY</a:t>
            </a:r>
          </a:p>
        </p:txBody>
      </p:sp>
      <p:sp>
        <p:nvSpPr>
          <p:cNvPr id="7" name="Slide Number Placeholder 5">
            <a:extLst>
              <a:ext uri="{FF2B5EF4-FFF2-40B4-BE49-F238E27FC236}">
                <a16:creationId xmlns:a16="http://schemas.microsoft.com/office/drawing/2014/main" id="{C65E2747-DA59-7796-1E3F-3EC6A115C85F}"/>
              </a:ext>
            </a:extLst>
          </p:cNvPr>
          <p:cNvSpPr>
            <a:spLocks noGrp="1"/>
          </p:cNvSpPr>
          <p:nvPr>
            <p:ph type="sldNum" sz="quarter" idx="4"/>
          </p:nvPr>
        </p:nvSpPr>
        <p:spPr>
          <a:xfrm>
            <a:off x="10739671" y="6492875"/>
            <a:ext cx="667082" cy="365125"/>
          </a:xfrm>
          <a:prstGeom prst="rect">
            <a:avLst/>
          </a:prstGeom>
        </p:spPr>
        <p:txBody>
          <a:bodyPr vert="horz" lIns="91440" tIns="45720" rIns="91440" bIns="45720" rtlCol="0" anchor="ctr"/>
          <a:lstStyle>
            <a:lvl1pPr algn="r">
              <a:defRPr lang="en-US" sz="800" b="0" i="0" smtClean="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D04F4CF-F641-6E4E-8F87-8EB8AA2BFA51}" type="slidenum">
              <a:rPr lang="en-US" smtClean="0"/>
              <a:pPr/>
              <a:t>‹#›</a:t>
            </a:fld>
            <a:endParaRPr lang="en-US"/>
          </a:p>
        </p:txBody>
      </p:sp>
      <p:sp>
        <p:nvSpPr>
          <p:cNvPr id="4" name="Footer Placeholder 4">
            <a:extLst>
              <a:ext uri="{FF2B5EF4-FFF2-40B4-BE49-F238E27FC236}">
                <a16:creationId xmlns:a16="http://schemas.microsoft.com/office/drawing/2014/main" id="{7E51E61B-E6F8-0827-169D-DB44CB6C8AEC}"/>
              </a:ext>
            </a:extLst>
          </p:cNvPr>
          <p:cNvSpPr>
            <a:spLocks noGrp="1"/>
          </p:cNvSpPr>
          <p:nvPr>
            <p:ph type="ftr" sz="quarter" idx="3"/>
          </p:nvPr>
        </p:nvSpPr>
        <p:spPr>
          <a:xfrm>
            <a:off x="2063496" y="6656832"/>
            <a:ext cx="8065008" cy="201168"/>
          </a:xfrm>
          <a:prstGeom prst="rect">
            <a:avLst/>
          </a:prstGeom>
        </p:spPr>
        <p:txBody>
          <a:bodyPr vert="horz" lIns="91440" tIns="45720" rIns="91440" bIns="45720" rtlCol="0" anchor="ctr"/>
          <a:lstStyle>
            <a:lvl1pPr algn="ctr">
              <a:defRPr sz="700" b="0" i="0">
                <a:solidFill>
                  <a:schemeClr val="tx1">
                    <a:tint val="75000"/>
                  </a:schemeClr>
                </a:solidFill>
                <a:latin typeface="+mn-lt"/>
                <a:cs typeface="Arial Narrow" panose="020B0604020202020204" pitchFamily="34" charset="0"/>
              </a:defRPr>
            </a:lvl1pPr>
          </a:lstStyle>
          <a:p>
            <a:r>
              <a:rPr lang="en-US"/>
              <a:t>The technical data in this document is controlled under the U.S. Export Regulations; release to foreign persons may require an export authorization.</a:t>
            </a:r>
          </a:p>
        </p:txBody>
      </p:sp>
      <p:sp>
        <p:nvSpPr>
          <p:cNvPr id="3" name="Slide Number Placeholder 5">
            <a:extLst>
              <a:ext uri="{FF2B5EF4-FFF2-40B4-BE49-F238E27FC236}">
                <a16:creationId xmlns:a16="http://schemas.microsoft.com/office/drawing/2014/main" id="{15AD9272-33AD-F9DB-D4A8-21EDA489DA60}"/>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accent2"/>
              </a:solidFill>
            </a:endParaRPr>
          </a:p>
        </p:txBody>
      </p:sp>
    </p:spTree>
    <p:extLst>
      <p:ext uri="{BB962C8B-B14F-4D97-AF65-F5344CB8AC3E}">
        <p14:creationId xmlns:p14="http://schemas.microsoft.com/office/powerpoint/2010/main" val="2573737425"/>
      </p:ext>
    </p:extLst>
  </p:cSld>
  <p:clrMap bg1="lt1" tx1="dk1" bg2="lt2" tx2="dk2" accent1="accent1" accent2="accent2" accent3="accent3" accent4="accent4" accent5="accent5" accent6="accent6" hlink="hlink" folHlink="folHlink"/>
  <p:sldLayoutIdLst>
    <p:sldLayoutId id="2147483781" r:id="rId1"/>
    <p:sldLayoutId id="2147483791" r:id="rId2"/>
    <p:sldLayoutId id="2147483783" r:id="rId3"/>
    <p:sldLayoutId id="2147483785" r:id="rId4"/>
    <p:sldLayoutId id="2147483787" r:id="rId5"/>
    <p:sldLayoutId id="2147483789" r:id="rId6"/>
    <p:sldLayoutId id="2147483782" r:id="rId7"/>
    <p:sldLayoutId id="2147483775" r:id="rId8"/>
    <p:sldLayoutId id="2147483784" r:id="rId9"/>
    <p:sldLayoutId id="2147483786" r:id="rId10"/>
    <p:sldLayoutId id="2147483788" r:id="rId11"/>
    <p:sldLayoutId id="2147483790" r:id="rId12"/>
    <p:sldLayoutId id="2147483778" r:id="rId13"/>
    <p:sldLayoutId id="2147483779" r:id="rId14"/>
    <p:sldLayoutId id="2147483792"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5DD1F8-94C0-4328-AFD4-7314EBD400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A7F43C-D327-43A2-A7DE-A8774BA381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DA3FE1-2CB4-43E6-B52C-90F6AC4803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B3CE17-D65F-4536-887D-8EC5ED374000}" type="datetimeFigureOut">
              <a:rPr lang="en-US" smtClean="0"/>
              <a:t>11/28/2023</a:t>
            </a:fld>
            <a:endParaRPr lang="en-US"/>
          </a:p>
        </p:txBody>
      </p:sp>
      <p:sp>
        <p:nvSpPr>
          <p:cNvPr id="5" name="Footer Placeholder 4">
            <a:extLst>
              <a:ext uri="{FF2B5EF4-FFF2-40B4-BE49-F238E27FC236}">
                <a16:creationId xmlns:a16="http://schemas.microsoft.com/office/drawing/2014/main" id="{B11DD8B3-6B8F-4952-AD68-2741F08ED1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1557A2-E2FD-4DB4-86FA-306C2089DA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705269-2F2C-4C89-BA51-6CA516F5FF48}" type="slidenum">
              <a:rPr lang="en-US" smtClean="0"/>
              <a:t>‹#›</a:t>
            </a:fld>
            <a:endParaRPr lang="en-US"/>
          </a:p>
        </p:txBody>
      </p:sp>
    </p:spTree>
    <p:extLst>
      <p:ext uri="{BB962C8B-B14F-4D97-AF65-F5344CB8AC3E}">
        <p14:creationId xmlns:p14="http://schemas.microsoft.com/office/powerpoint/2010/main" val="2258723195"/>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0D35CE0-BE9E-04E2-2621-F00930C32596}"/>
              </a:ext>
            </a:extLst>
          </p:cNvPr>
          <p:cNvSpPr>
            <a:spLocks noGrp="1"/>
          </p:cNvSpPr>
          <p:nvPr>
            <p:ph type="dt" sz="half" idx="2"/>
          </p:nvPr>
        </p:nvSpPr>
        <p:spPr>
          <a:xfrm>
            <a:off x="352612" y="6492875"/>
            <a:ext cx="1710884" cy="365125"/>
          </a:xfrm>
          <a:prstGeom prst="rect">
            <a:avLst/>
          </a:prstGeom>
        </p:spPr>
        <p:txBody>
          <a:bodyPr vert="horz" lIns="91440" tIns="45720" rIns="0" bIns="45720" rtlCol="0" anchor="ctr"/>
          <a:lstStyle>
            <a:lvl1pPr algn="l">
              <a:defRPr sz="800" b="0" i="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DD/MM/YYYY</a:t>
            </a:r>
          </a:p>
        </p:txBody>
      </p:sp>
      <p:sp>
        <p:nvSpPr>
          <p:cNvPr id="7" name="Slide Number Placeholder 5">
            <a:extLst>
              <a:ext uri="{FF2B5EF4-FFF2-40B4-BE49-F238E27FC236}">
                <a16:creationId xmlns:a16="http://schemas.microsoft.com/office/drawing/2014/main" id="{C65E2747-DA59-7796-1E3F-3EC6A115C85F}"/>
              </a:ext>
            </a:extLst>
          </p:cNvPr>
          <p:cNvSpPr>
            <a:spLocks noGrp="1"/>
          </p:cNvSpPr>
          <p:nvPr>
            <p:ph type="sldNum" sz="quarter" idx="4"/>
          </p:nvPr>
        </p:nvSpPr>
        <p:spPr>
          <a:xfrm>
            <a:off x="10739671" y="6492875"/>
            <a:ext cx="667082" cy="365125"/>
          </a:xfrm>
          <a:prstGeom prst="rect">
            <a:avLst/>
          </a:prstGeom>
        </p:spPr>
        <p:txBody>
          <a:bodyPr vert="horz" lIns="91440" tIns="45720" rIns="91440" bIns="45720" rtlCol="0" anchor="ctr"/>
          <a:lstStyle>
            <a:lvl1pPr algn="r">
              <a:defRPr lang="en-US" sz="800" b="0" i="0" smtClean="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D04F4CF-F641-6E4E-8F87-8EB8AA2BFA51}" type="slidenum">
              <a:rPr lang="en-US" smtClean="0"/>
              <a:pPr/>
              <a:t>‹#›</a:t>
            </a:fld>
            <a:endParaRPr lang="en-US"/>
          </a:p>
        </p:txBody>
      </p:sp>
      <p:sp>
        <p:nvSpPr>
          <p:cNvPr id="4" name="Footer Placeholder 4">
            <a:extLst>
              <a:ext uri="{FF2B5EF4-FFF2-40B4-BE49-F238E27FC236}">
                <a16:creationId xmlns:a16="http://schemas.microsoft.com/office/drawing/2014/main" id="{7E51E61B-E6F8-0827-169D-DB44CB6C8AEC}"/>
              </a:ext>
            </a:extLst>
          </p:cNvPr>
          <p:cNvSpPr>
            <a:spLocks noGrp="1"/>
          </p:cNvSpPr>
          <p:nvPr>
            <p:ph type="ftr" sz="quarter" idx="3"/>
          </p:nvPr>
        </p:nvSpPr>
        <p:spPr>
          <a:xfrm>
            <a:off x="2063496" y="6656832"/>
            <a:ext cx="8065008" cy="201168"/>
          </a:xfrm>
          <a:prstGeom prst="rect">
            <a:avLst/>
          </a:prstGeom>
        </p:spPr>
        <p:txBody>
          <a:bodyPr vert="horz" lIns="91440" tIns="45720" rIns="91440" bIns="45720" rtlCol="0" anchor="ctr"/>
          <a:lstStyle>
            <a:lvl1pPr algn="ctr">
              <a:defRPr sz="700" b="0" i="0">
                <a:solidFill>
                  <a:schemeClr val="tx1">
                    <a:tint val="75000"/>
                  </a:schemeClr>
                </a:solidFill>
                <a:latin typeface="+mn-lt"/>
                <a:cs typeface="Arial Narrow" panose="020B0604020202020204" pitchFamily="34" charset="0"/>
              </a:defRPr>
            </a:lvl1pPr>
          </a:lstStyle>
          <a:p>
            <a:r>
              <a:rPr lang="en-US"/>
              <a:t>The technical data in this document is controlled under the U.S. Export Regulations; release to foreign persons may require an export authorization.</a:t>
            </a:r>
          </a:p>
        </p:txBody>
      </p:sp>
      <p:sp>
        <p:nvSpPr>
          <p:cNvPr id="3" name="Slide Number Placeholder 5">
            <a:extLst>
              <a:ext uri="{FF2B5EF4-FFF2-40B4-BE49-F238E27FC236}">
                <a16:creationId xmlns:a16="http://schemas.microsoft.com/office/drawing/2014/main" id="{15AD9272-33AD-F9DB-D4A8-21EDA489DA60}"/>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accent2"/>
              </a:solidFill>
            </a:endParaRPr>
          </a:p>
        </p:txBody>
      </p:sp>
    </p:spTree>
    <p:extLst>
      <p:ext uri="{BB962C8B-B14F-4D97-AF65-F5344CB8AC3E}">
        <p14:creationId xmlns:p14="http://schemas.microsoft.com/office/powerpoint/2010/main" val="1325035506"/>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 id="2147483824" r:id="rId19"/>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image" Target="../media/image13.png"/><Relationship Id="rId16" Type="http://schemas.openxmlformats.org/officeDocument/2006/relationships/image" Target="../media/image27.png"/><Relationship Id="rId1" Type="http://schemas.openxmlformats.org/officeDocument/2006/relationships/slideLayout" Target="../slideLayouts/slideLayout15.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 Type="http://schemas.openxmlformats.org/officeDocument/2006/relationships/image" Target="../media/image30.png"/><Relationship Id="rId16"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19" Type="http://schemas.openxmlformats.org/officeDocument/2006/relationships/image" Target="../media/image47.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50.png"/><Relationship Id="rId11" Type="http://schemas.openxmlformats.org/officeDocument/2006/relationships/image" Target="../media/image55.png"/><Relationship Id="rId5" Type="http://schemas.microsoft.com/office/2007/relationships/hdphoto" Target="../media/hdphoto2.wdp"/><Relationship Id="rId10" Type="http://schemas.openxmlformats.org/officeDocument/2006/relationships/image" Target="../media/image54.png"/><Relationship Id="rId4" Type="http://schemas.openxmlformats.org/officeDocument/2006/relationships/image" Target="../media/image49.png"/><Relationship Id="rId9" Type="http://schemas.openxmlformats.org/officeDocument/2006/relationships/image" Target="../media/image53.png"/></Relationships>
</file>

<file path=ppt/slides/_rels/slide6.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3" Type="http://schemas.openxmlformats.org/officeDocument/2006/relationships/image" Target="../media/image56.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0.png"/><Relationship Id="rId11" Type="http://schemas.openxmlformats.org/officeDocument/2006/relationships/image" Target="../media/image61.png"/><Relationship Id="rId5" Type="http://schemas.microsoft.com/office/2007/relationships/hdphoto" Target="../media/hdphoto2.wdp"/><Relationship Id="rId10" Type="http://schemas.openxmlformats.org/officeDocument/2006/relationships/image" Target="../media/image60.png"/><Relationship Id="rId4" Type="http://schemas.openxmlformats.org/officeDocument/2006/relationships/image" Target="../media/image49.png"/><Relationship Id="rId9" Type="http://schemas.openxmlformats.org/officeDocument/2006/relationships/image" Target="../media/image59.png"/><Relationship Id="rId14" Type="http://schemas.openxmlformats.org/officeDocument/2006/relationships/image" Target="../media/image6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65.png"/><Relationship Id="rId1" Type="http://schemas.openxmlformats.org/officeDocument/2006/relationships/slideLayout" Target="../slideLayouts/slideLayout22.xml"/><Relationship Id="rId6" Type="http://schemas.openxmlformats.org/officeDocument/2006/relationships/image" Target="../media/image500.png"/><Relationship Id="rId5" Type="http://schemas.openxmlformats.org/officeDocument/2006/relationships/image" Target="../media/image400.png"/><Relationship Id="rId4" Type="http://schemas.openxmlformats.org/officeDocument/2006/relationships/image" Target="../media/image370.png"/></Relationships>
</file>

<file path=ppt/slides/_rels/slide9.xml.rels><?xml version="1.0" encoding="UTF-8" standalone="yes"?>
<Relationships xmlns="http://schemas.openxmlformats.org/package/2006/relationships"><Relationship Id="rId8" Type="http://schemas.openxmlformats.org/officeDocument/2006/relationships/image" Target="../media/image610.png"/><Relationship Id="rId13" Type="http://schemas.microsoft.com/office/2007/relationships/hdphoto" Target="../media/hdphoto2.wdp"/><Relationship Id="rId7" Type="http://schemas.openxmlformats.org/officeDocument/2006/relationships/image" Target="../media/image250.png"/><Relationship Id="rId12" Type="http://schemas.openxmlformats.org/officeDocument/2006/relationships/image" Target="../media/image49.png"/><Relationship Id="rId1" Type="http://schemas.openxmlformats.org/officeDocument/2006/relationships/slideLayout" Target="../slideLayouts/slideLayout6.xml"/><Relationship Id="rId6" Type="http://schemas.openxmlformats.org/officeDocument/2006/relationships/image" Target="../media/image240.png"/><Relationship Id="rId11" Type="http://schemas.openxmlformats.org/officeDocument/2006/relationships/image" Target="../media/image620.png"/><Relationship Id="rId15" Type="http://schemas.openxmlformats.org/officeDocument/2006/relationships/image" Target="../media/image290.png"/><Relationship Id="rId10" Type="http://schemas.openxmlformats.org/officeDocument/2006/relationships/image" Target="../media/image280.png"/><Relationship Id="rId9" Type="http://schemas.openxmlformats.org/officeDocument/2006/relationships/image" Target="../media/image270.png"/><Relationship Id="rId14" Type="http://schemas.openxmlformats.org/officeDocument/2006/relationships/image" Target="../media/image510.png"/></Relationships>
</file>

<file path=ppt/slides/_rels/slide10.xml.rels><?xml version="1.0" encoding="UTF-8" standalone="yes"?>
<Relationships xmlns="http://schemas.openxmlformats.org/package/2006/relationships"><Relationship Id="rId21" Type="http://schemas.openxmlformats.org/officeDocument/2006/relationships/image" Target="../media/image82.png"/><Relationship Id="rId25" Type="http://schemas.openxmlformats.org/officeDocument/2006/relationships/image" Target="../media/image69.png"/><Relationship Id="rId2" Type="http://schemas.openxmlformats.org/officeDocument/2006/relationships/image" Target="../media/image631.png"/><Relationship Id="rId20" Type="http://schemas.openxmlformats.org/officeDocument/2006/relationships/image" Target="../media/image66.png"/><Relationship Id="rId1" Type="http://schemas.openxmlformats.org/officeDocument/2006/relationships/slideLayout" Target="../slideLayouts/slideLayout6.xml"/><Relationship Id="rId6" Type="http://schemas.openxmlformats.org/officeDocument/2006/relationships/image" Target="../media/image67.png"/><Relationship Id="rId24" Type="http://schemas.openxmlformats.org/officeDocument/2006/relationships/image" Target="../media/image68.png"/><Relationship Id="rId5" Type="http://schemas.openxmlformats.org/officeDocument/2006/relationships/image" Target="../media/image661.png"/><Relationship Id="rId23" Type="http://schemas.microsoft.com/office/2007/relationships/hdphoto" Target="../media/hdphoto2.wdp"/><Relationship Id="rId4" Type="http://schemas.openxmlformats.org/officeDocument/2006/relationships/image" Target="../media/image651.png"/><Relationship Id="rId22" Type="http://schemas.openxmlformats.org/officeDocument/2006/relationships/image" Target="../media/image49.png"/></Relationships>
</file>

<file path=ppt/slides/_rels/slide11.xml.rels><?xml version="1.0" encoding="UTF-8" standalone="yes"?>
<Relationships xmlns="http://schemas.openxmlformats.org/package/2006/relationships"><Relationship Id="rId3" Type="http://schemas.openxmlformats.org/officeDocument/2006/relationships/image" Target="../media/image66.png"/><Relationship Id="rId21" Type="http://schemas.openxmlformats.org/officeDocument/2006/relationships/image" Target="../media/image49.png"/><Relationship Id="rId2" Type="http://schemas.openxmlformats.org/officeDocument/2006/relationships/image" Target="../media/image631.png"/><Relationship Id="rId20" Type="http://schemas.openxmlformats.org/officeDocument/2006/relationships/image" Target="../media/image82.png"/><Relationship Id="rId1" Type="http://schemas.openxmlformats.org/officeDocument/2006/relationships/slideLayout" Target="../slideLayouts/slideLayout6.xml"/><Relationship Id="rId6" Type="http://schemas.openxmlformats.org/officeDocument/2006/relationships/image" Target="../media/image67.png"/><Relationship Id="rId5" Type="http://schemas.openxmlformats.org/officeDocument/2006/relationships/image" Target="../media/image661.png"/><Relationship Id="rId23" Type="http://schemas.openxmlformats.org/officeDocument/2006/relationships/image" Target="../media/image68.png"/><Relationship Id="rId4" Type="http://schemas.openxmlformats.org/officeDocument/2006/relationships/image" Target="../media/image651.png"/><Relationship Id="rId22" Type="http://schemas.microsoft.com/office/2007/relationships/hdphoto" Target="../media/hdphoto2.wdp"/></Relationships>
</file>

<file path=ppt/slides/_rels/slide12.xml.rels><?xml version="1.0" encoding="UTF-8" standalone="yes"?>
<Relationships xmlns="http://schemas.openxmlformats.org/package/2006/relationships"><Relationship Id="rId8" Type="http://schemas.openxmlformats.org/officeDocument/2006/relationships/image" Target="../media/image260.png"/><Relationship Id="rId13" Type="http://schemas.openxmlformats.org/officeDocument/2006/relationships/image" Target="../media/image51.png"/><Relationship Id="rId3" Type="http://schemas.openxmlformats.org/officeDocument/2006/relationships/image" Target="../media/image94.png"/><Relationship Id="rId7" Type="http://schemas.openxmlformats.org/officeDocument/2006/relationships/image" Target="../media/image250.png"/><Relationship Id="rId12" Type="http://schemas.openxmlformats.org/officeDocument/2006/relationships/image" Target="../media/image300.png"/><Relationship Id="rId2" Type="http://schemas.openxmlformats.org/officeDocument/2006/relationships/notesSlide" Target="../notesSlides/notesSlide3.xml"/><Relationship Id="rId16" Type="http://schemas.openxmlformats.org/officeDocument/2006/relationships/image" Target="../media/image340.png"/><Relationship Id="rId1" Type="http://schemas.openxmlformats.org/officeDocument/2006/relationships/slideLayout" Target="../slideLayouts/slideLayout37.xml"/><Relationship Id="rId6" Type="http://schemas.openxmlformats.org/officeDocument/2006/relationships/image" Target="../media/image240.png"/><Relationship Id="rId11" Type="http://schemas.openxmlformats.org/officeDocument/2006/relationships/image" Target="../media/image290.png"/><Relationship Id="rId5" Type="http://schemas.microsoft.com/office/2007/relationships/hdphoto" Target="../media/hdphoto2.wdp"/><Relationship Id="rId15" Type="http://schemas.openxmlformats.org/officeDocument/2006/relationships/image" Target="../media/image330.png"/><Relationship Id="rId10" Type="http://schemas.openxmlformats.org/officeDocument/2006/relationships/image" Target="../media/image280.png"/><Relationship Id="rId4" Type="http://schemas.openxmlformats.org/officeDocument/2006/relationships/image" Target="../media/image49.png"/><Relationship Id="rId9" Type="http://schemas.openxmlformats.org/officeDocument/2006/relationships/image" Target="../media/image270.png"/><Relationship Id="rId14" Type="http://schemas.openxmlformats.org/officeDocument/2006/relationships/image" Target="../media/image320.png"/></Relationships>
</file>

<file path=ppt/slides/_rels/slide13.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12" Type="http://schemas.openxmlformats.org/officeDocument/2006/relationships/image" Target="../media/image78.png"/><Relationship Id="rId2" Type="http://schemas.openxmlformats.org/officeDocument/2006/relationships/notesSlide" Target="../notesSlides/notesSlide4.xml"/><Relationship Id="rId1" Type="http://schemas.openxmlformats.org/officeDocument/2006/relationships/slideLayout" Target="../slideLayouts/slideLayout37.xml"/><Relationship Id="rId6" Type="http://schemas.openxmlformats.org/officeDocument/2006/relationships/image" Target="../media/image73.png"/><Relationship Id="rId11" Type="http://schemas.openxmlformats.org/officeDocument/2006/relationships/image" Target="../media/image77.png"/><Relationship Id="rId5" Type="http://schemas.openxmlformats.org/officeDocument/2006/relationships/image" Target="../media/image72.png"/><Relationship Id="rId10" Type="http://schemas.openxmlformats.org/officeDocument/2006/relationships/image" Target="../media/image380.png"/><Relationship Id="rId4" Type="http://schemas.openxmlformats.org/officeDocument/2006/relationships/image" Target="../media/image71.png"/><Relationship Id="rId9" Type="http://schemas.openxmlformats.org/officeDocument/2006/relationships/image" Target="../media/image7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8" Type="http://schemas.openxmlformats.org/officeDocument/2006/relationships/image" Target="../media/image350.png"/><Relationship Id="rId3" Type="http://schemas.openxmlformats.org/officeDocument/2006/relationships/image" Target="../media/image200.png"/><Relationship Id="rId7" Type="http://schemas.openxmlformats.org/officeDocument/2006/relationships/image" Target="../media/image310.png"/><Relationship Id="rId2" Type="http://schemas.openxmlformats.org/officeDocument/2006/relationships/image" Target="../media/image79.png"/><Relationship Id="rId1" Type="http://schemas.openxmlformats.org/officeDocument/2006/relationships/slideLayout" Target="../slideLayouts/slideLayout37.xml"/><Relationship Id="rId6" Type="http://schemas.openxmlformats.org/officeDocument/2006/relationships/image" Target="../media/image230.png"/><Relationship Id="rId5" Type="http://schemas.openxmlformats.org/officeDocument/2006/relationships/image" Target="../media/image220.png"/><Relationship Id="rId4" Type="http://schemas.openxmlformats.org/officeDocument/2006/relationships/image" Target="../media/image211.png"/></Relationships>
</file>

<file path=ppt/slides/_rels/slide16.xml.rels><?xml version="1.0" encoding="UTF-8" standalone="yes"?>
<Relationships xmlns="http://schemas.openxmlformats.org/package/2006/relationships"><Relationship Id="rId13" Type="http://schemas.openxmlformats.org/officeDocument/2006/relationships/image" Target="../media/image51.png"/><Relationship Id="rId18" Type="http://schemas.openxmlformats.org/officeDocument/2006/relationships/image" Target="../media/image660.png"/><Relationship Id="rId3" Type="http://schemas.openxmlformats.org/officeDocument/2006/relationships/image" Target="../media/image94.png"/><Relationship Id="rId12" Type="http://schemas.openxmlformats.org/officeDocument/2006/relationships/image" Target="../media/image300.png"/><Relationship Id="rId17" Type="http://schemas.openxmlformats.org/officeDocument/2006/relationships/image" Target="../media/image650.png"/><Relationship Id="rId2" Type="http://schemas.openxmlformats.org/officeDocument/2006/relationships/notesSlide" Target="../notesSlides/notesSlide5.xml"/><Relationship Id="rId16" Type="http://schemas.openxmlformats.org/officeDocument/2006/relationships/image" Target="../media/image640.png"/><Relationship Id="rId1" Type="http://schemas.openxmlformats.org/officeDocument/2006/relationships/slideLayout" Target="../slideLayouts/slideLayout37.xml"/><Relationship Id="rId5" Type="http://schemas.microsoft.com/office/2007/relationships/hdphoto" Target="../media/hdphoto2.wdp"/><Relationship Id="rId15" Type="http://schemas.openxmlformats.org/officeDocument/2006/relationships/image" Target="../media/image630.png"/><Relationship Id="rId4" Type="http://schemas.openxmlformats.org/officeDocument/2006/relationships/image" Target="../media/image49.png"/><Relationship Id="rId14" Type="http://schemas.openxmlformats.org/officeDocument/2006/relationships/image" Target="../media/image320.png"/></Relationships>
</file>

<file path=ppt/slides/_rels/slide17.xml.rels><?xml version="1.0" encoding="UTF-8" standalone="yes"?>
<Relationships xmlns="http://schemas.openxmlformats.org/package/2006/relationships"><Relationship Id="rId8" Type="http://schemas.openxmlformats.org/officeDocument/2006/relationships/image" Target="../media/image710.png"/><Relationship Id="rId3" Type="http://schemas.openxmlformats.org/officeDocument/2006/relationships/image" Target="../media/image680.png"/><Relationship Id="rId7" Type="http://schemas.openxmlformats.org/officeDocument/2006/relationships/image" Target="../media/image700.png"/><Relationship Id="rId2" Type="http://schemas.openxmlformats.org/officeDocument/2006/relationships/image" Target="../media/image670.png"/><Relationship Id="rId1" Type="http://schemas.openxmlformats.org/officeDocument/2006/relationships/slideLayout" Target="../slideLayouts/slideLayout37.xml"/><Relationship Id="rId6" Type="http://schemas.microsoft.com/office/2007/relationships/hdphoto" Target="../media/hdphoto2.wdp"/><Relationship Id="rId11" Type="http://schemas.openxmlformats.org/officeDocument/2006/relationships/image" Target="../media/image740.png"/><Relationship Id="rId5" Type="http://schemas.openxmlformats.org/officeDocument/2006/relationships/image" Target="../media/image49.png"/><Relationship Id="rId10" Type="http://schemas.openxmlformats.org/officeDocument/2006/relationships/image" Target="../media/image730.png"/><Relationship Id="rId4" Type="http://schemas.openxmlformats.org/officeDocument/2006/relationships/image" Target="../media/image791.png"/><Relationship Id="rId9" Type="http://schemas.openxmlformats.org/officeDocument/2006/relationships/image" Target="../media/image720.png"/></Relationships>
</file>

<file path=ppt/slides/_rels/slide1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8.png"/><Relationship Id="rId26" Type="http://schemas.openxmlformats.org/officeDocument/2006/relationships/image" Target="../media/image106.png"/><Relationship Id="rId39" Type="http://schemas.openxmlformats.org/officeDocument/2006/relationships/image" Target="../media/image119.png"/><Relationship Id="rId21" Type="http://schemas.openxmlformats.org/officeDocument/2006/relationships/image" Target="../media/image101.png"/><Relationship Id="rId34" Type="http://schemas.openxmlformats.org/officeDocument/2006/relationships/image" Target="../media/image114.png"/><Relationship Id="rId7" Type="http://schemas.openxmlformats.org/officeDocument/2006/relationships/image" Target="../media/image86.png"/><Relationship Id="rId2" Type="http://schemas.openxmlformats.org/officeDocument/2006/relationships/image" Target="../media/image801.png"/><Relationship Id="rId16" Type="http://schemas.openxmlformats.org/officeDocument/2006/relationships/image" Target="../media/image96.png"/><Relationship Id="rId20" Type="http://schemas.openxmlformats.org/officeDocument/2006/relationships/image" Target="../media/image100.png"/><Relationship Id="rId29" Type="http://schemas.openxmlformats.org/officeDocument/2006/relationships/image" Target="../media/image109.png"/><Relationship Id="rId41" Type="http://schemas.openxmlformats.org/officeDocument/2006/relationships/image" Target="../media/image121.png"/><Relationship Id="rId1" Type="http://schemas.openxmlformats.org/officeDocument/2006/relationships/slideLayout" Target="../slideLayouts/slideLayout37.xml"/><Relationship Id="rId6" Type="http://schemas.openxmlformats.org/officeDocument/2006/relationships/image" Target="../media/image85.png"/><Relationship Id="rId11" Type="http://schemas.openxmlformats.org/officeDocument/2006/relationships/image" Target="../media/image90.png"/><Relationship Id="rId24" Type="http://schemas.openxmlformats.org/officeDocument/2006/relationships/image" Target="../media/image104.png"/><Relationship Id="rId32" Type="http://schemas.openxmlformats.org/officeDocument/2006/relationships/image" Target="../media/image112.png"/><Relationship Id="rId37" Type="http://schemas.openxmlformats.org/officeDocument/2006/relationships/image" Target="../media/image117.png"/><Relationship Id="rId40" Type="http://schemas.openxmlformats.org/officeDocument/2006/relationships/image" Target="../media/image120.png"/><Relationship Id="rId5" Type="http://schemas.openxmlformats.org/officeDocument/2006/relationships/image" Target="../media/image84.png"/><Relationship Id="rId15" Type="http://schemas.openxmlformats.org/officeDocument/2006/relationships/image" Target="../media/image95.png"/><Relationship Id="rId23" Type="http://schemas.openxmlformats.org/officeDocument/2006/relationships/image" Target="../media/image103.png"/><Relationship Id="rId28" Type="http://schemas.openxmlformats.org/officeDocument/2006/relationships/image" Target="../media/image108.png"/><Relationship Id="rId36" Type="http://schemas.openxmlformats.org/officeDocument/2006/relationships/image" Target="../media/image116.png"/><Relationship Id="rId10" Type="http://schemas.openxmlformats.org/officeDocument/2006/relationships/image" Target="../media/image89.png"/><Relationship Id="rId19" Type="http://schemas.openxmlformats.org/officeDocument/2006/relationships/image" Target="../media/image99.png"/><Relationship Id="rId31" Type="http://schemas.openxmlformats.org/officeDocument/2006/relationships/image" Target="../media/image111.png"/><Relationship Id="rId4" Type="http://schemas.openxmlformats.org/officeDocument/2006/relationships/image" Target="../media/image83.png"/><Relationship Id="rId9" Type="http://schemas.openxmlformats.org/officeDocument/2006/relationships/image" Target="../media/image88.png"/><Relationship Id="rId14" Type="http://schemas.openxmlformats.org/officeDocument/2006/relationships/image" Target="../media/image93.png"/><Relationship Id="rId22" Type="http://schemas.openxmlformats.org/officeDocument/2006/relationships/image" Target="../media/image102.png"/><Relationship Id="rId27" Type="http://schemas.openxmlformats.org/officeDocument/2006/relationships/image" Target="../media/image107.png"/><Relationship Id="rId30" Type="http://schemas.openxmlformats.org/officeDocument/2006/relationships/image" Target="../media/image110.png"/><Relationship Id="rId35" Type="http://schemas.openxmlformats.org/officeDocument/2006/relationships/image" Target="../media/image115.png"/><Relationship Id="rId8" Type="http://schemas.openxmlformats.org/officeDocument/2006/relationships/image" Target="../media/image87.png"/><Relationship Id="rId3" Type="http://schemas.openxmlformats.org/officeDocument/2006/relationships/image" Target="../media/image81.png"/><Relationship Id="rId12" Type="http://schemas.openxmlformats.org/officeDocument/2006/relationships/image" Target="../media/image91.png"/><Relationship Id="rId17" Type="http://schemas.openxmlformats.org/officeDocument/2006/relationships/image" Target="../media/image97.png"/><Relationship Id="rId25" Type="http://schemas.openxmlformats.org/officeDocument/2006/relationships/image" Target="../media/image105.png"/><Relationship Id="rId33" Type="http://schemas.openxmlformats.org/officeDocument/2006/relationships/image" Target="../media/image113.png"/><Relationship Id="rId38" Type="http://schemas.openxmlformats.org/officeDocument/2006/relationships/image" Target="../media/image118.png"/></Relationships>
</file>

<file path=ppt/slides/_rels/slide20.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8" Type="http://schemas.openxmlformats.org/officeDocument/2006/relationships/image" Target="../media/image800.png"/><Relationship Id="rId3" Type="http://schemas.openxmlformats.org/officeDocument/2006/relationships/image" Target="../media/image49.png"/><Relationship Id="rId7" Type="http://schemas.openxmlformats.org/officeDocument/2006/relationships/image" Target="../media/image790.png"/><Relationship Id="rId2" Type="http://schemas.openxmlformats.org/officeDocument/2006/relationships/image" Target="../media/image760.png"/><Relationship Id="rId1" Type="http://schemas.openxmlformats.org/officeDocument/2006/relationships/slideLayout" Target="../slideLayouts/slideLayout37.xml"/><Relationship Id="rId6" Type="http://schemas.openxmlformats.org/officeDocument/2006/relationships/image" Target="../media/image780.png"/><Relationship Id="rId5" Type="http://schemas.openxmlformats.org/officeDocument/2006/relationships/image" Target="../media/image770.png"/><Relationship Id="rId4" Type="http://schemas.microsoft.com/office/2007/relationships/hdphoto" Target="../media/hdphoto2.wdp"/></Relationships>
</file>

<file path=ppt/slides/_rels/slide22.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37.xml"/><Relationship Id="rId4" Type="http://schemas.openxmlformats.org/officeDocument/2006/relationships/image" Target="../media/image126.png"/></Relationships>
</file>

<file path=ppt/slides/_rels/slide2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94EB2-A825-405A-848E-BB6E20A7DF4B}"/>
              </a:ext>
            </a:extLst>
          </p:cNvPr>
          <p:cNvSpPr>
            <a:spLocks noGrp="1"/>
          </p:cNvSpPr>
          <p:nvPr>
            <p:ph type="ctrTitle"/>
          </p:nvPr>
        </p:nvSpPr>
        <p:spPr/>
        <p:txBody>
          <a:bodyPr/>
          <a:lstStyle/>
          <a:p>
            <a:r>
              <a:rPr lang="en-US" sz="2800" dirty="0"/>
              <a:t>Useful Diagrams</a:t>
            </a:r>
          </a:p>
        </p:txBody>
      </p:sp>
      <p:sp>
        <p:nvSpPr>
          <p:cNvPr id="3" name="Subtitle 2">
            <a:extLst>
              <a:ext uri="{FF2B5EF4-FFF2-40B4-BE49-F238E27FC236}">
                <a16:creationId xmlns:a16="http://schemas.microsoft.com/office/drawing/2014/main" id="{C7C30EA5-3819-405D-BE1C-194EC72CBEB1}"/>
              </a:ext>
            </a:extLst>
          </p:cNvPr>
          <p:cNvSpPr>
            <a:spLocks noGrp="1"/>
          </p:cNvSpPr>
          <p:nvPr>
            <p:ph type="subTitle" idx="1"/>
          </p:nvPr>
        </p:nvSpPr>
        <p:spPr/>
        <p:txBody>
          <a:bodyPr/>
          <a:lstStyle/>
          <a:p>
            <a:r>
              <a:rPr lang="en-US" dirty="0"/>
              <a:t>Joseph Bowkett</a:t>
            </a:r>
          </a:p>
        </p:txBody>
      </p:sp>
      <p:sp>
        <p:nvSpPr>
          <p:cNvPr id="4" name="Text Placeholder 3">
            <a:extLst>
              <a:ext uri="{FF2B5EF4-FFF2-40B4-BE49-F238E27FC236}">
                <a16:creationId xmlns:a16="http://schemas.microsoft.com/office/drawing/2014/main" id="{10680B02-26A3-4AC2-85BD-D7FB90C14579}"/>
              </a:ext>
            </a:extLst>
          </p:cNvPr>
          <p:cNvSpPr>
            <a:spLocks noGrp="1"/>
          </p:cNvSpPr>
          <p:nvPr>
            <p:ph type="body" sz="quarter" idx="12"/>
          </p:nvPr>
        </p:nvSpPr>
        <p:spPr/>
        <p:txBody>
          <a:bodyPr/>
          <a:lstStyle/>
          <a:p>
            <a:endParaRPr lang="en-US"/>
          </a:p>
        </p:txBody>
      </p:sp>
      <p:sp>
        <p:nvSpPr>
          <p:cNvPr id="5" name="Text Placeholder 4">
            <a:extLst>
              <a:ext uri="{FF2B5EF4-FFF2-40B4-BE49-F238E27FC236}">
                <a16:creationId xmlns:a16="http://schemas.microsoft.com/office/drawing/2014/main" id="{4D2F7DD8-221D-4FD2-AC7C-9C53AB8323A4}"/>
              </a:ext>
            </a:extLst>
          </p:cNvPr>
          <p:cNvSpPr>
            <a:spLocks noGrp="1"/>
          </p:cNvSpPr>
          <p:nvPr>
            <p:ph type="body" sz="quarter" idx="13"/>
          </p:nvPr>
        </p:nvSpPr>
        <p:spPr/>
        <p:txBody>
          <a:bodyPr/>
          <a:lstStyle/>
          <a:p>
            <a:endParaRPr lang="en-US"/>
          </a:p>
        </p:txBody>
      </p:sp>
      <p:sp>
        <p:nvSpPr>
          <p:cNvPr id="6" name="Text Placeholder 5">
            <a:extLst>
              <a:ext uri="{FF2B5EF4-FFF2-40B4-BE49-F238E27FC236}">
                <a16:creationId xmlns:a16="http://schemas.microsoft.com/office/drawing/2014/main" id="{A58A014F-C6D9-42AC-BACB-E499D10BC970}"/>
              </a:ext>
            </a:extLst>
          </p:cNvPr>
          <p:cNvSpPr>
            <a:spLocks noGrp="1"/>
          </p:cNvSpPr>
          <p:nvPr>
            <p:ph type="body" sz="quarter" idx="14"/>
          </p:nvPr>
        </p:nvSpPr>
        <p:spPr/>
        <p:txBody>
          <a:bodyPr/>
          <a:lstStyle/>
          <a:p>
            <a:r>
              <a:rPr lang="en-US" dirty="0"/>
              <a:t>MSR-SRL-STS In-Contact Manipulation</a:t>
            </a:r>
          </a:p>
        </p:txBody>
      </p:sp>
      <p:sp>
        <p:nvSpPr>
          <p:cNvPr id="7" name="Text Placeholder 6">
            <a:extLst>
              <a:ext uri="{FF2B5EF4-FFF2-40B4-BE49-F238E27FC236}">
                <a16:creationId xmlns:a16="http://schemas.microsoft.com/office/drawing/2014/main" id="{C9A5273F-56FF-48D5-B84B-7265DE1F208B}"/>
              </a:ext>
            </a:extLst>
          </p:cNvPr>
          <p:cNvSpPr>
            <a:spLocks noGrp="1"/>
          </p:cNvSpPr>
          <p:nvPr>
            <p:ph type="body" sz="quarter" idx="15"/>
          </p:nvPr>
        </p:nvSpPr>
        <p:spPr/>
        <p:txBody>
          <a:bodyPr/>
          <a:lstStyle/>
          <a:p>
            <a:r>
              <a:rPr lang="en-US" dirty="0"/>
              <a:t>Sample Transfer &amp; Handling System</a:t>
            </a:r>
          </a:p>
        </p:txBody>
      </p:sp>
      <p:sp>
        <p:nvSpPr>
          <p:cNvPr id="8" name="Text Placeholder 7">
            <a:extLst>
              <a:ext uri="{FF2B5EF4-FFF2-40B4-BE49-F238E27FC236}">
                <a16:creationId xmlns:a16="http://schemas.microsoft.com/office/drawing/2014/main" id="{326FBCAB-300C-43A7-9DB5-D40DDB5A805C}"/>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2921909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F23673-BC95-1DA2-01A4-A16D7E77D13B}"/>
              </a:ext>
            </a:extLst>
          </p:cNvPr>
          <p:cNvSpPr>
            <a:spLocks noGrp="1"/>
          </p:cNvSpPr>
          <p:nvPr>
            <p:ph type="dt" sz="half" idx="18"/>
          </p:nvPr>
        </p:nvSpPr>
        <p:spPr/>
        <p:txBody>
          <a:bodyPr/>
          <a:lstStyle/>
          <a:p>
            <a:r>
              <a:rPr lang="en-US"/>
              <a:t>DD/MM/YYYY</a:t>
            </a:r>
          </a:p>
        </p:txBody>
      </p:sp>
      <p:sp>
        <p:nvSpPr>
          <p:cNvPr id="3" name="Footer Placeholder 2">
            <a:extLst>
              <a:ext uri="{FF2B5EF4-FFF2-40B4-BE49-F238E27FC236}">
                <a16:creationId xmlns:a16="http://schemas.microsoft.com/office/drawing/2014/main" id="{44A4EB7F-3B4F-5F95-9D45-BFCFAF3B9F1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4" name="Slide Number Placeholder 3">
            <a:extLst>
              <a:ext uri="{FF2B5EF4-FFF2-40B4-BE49-F238E27FC236}">
                <a16:creationId xmlns:a16="http://schemas.microsoft.com/office/drawing/2014/main" id="{4EF59377-5FBA-F3BA-4BFD-0A1826D8DEE8}"/>
              </a:ext>
            </a:extLst>
          </p:cNvPr>
          <p:cNvSpPr>
            <a:spLocks noGrp="1"/>
          </p:cNvSpPr>
          <p:nvPr>
            <p:ph type="sldNum" sz="quarter" idx="20"/>
          </p:nvPr>
        </p:nvSpPr>
        <p:spPr/>
        <p:txBody>
          <a:bodyPr/>
          <a:lstStyle/>
          <a:p>
            <a:fld id="{2D04F4CF-F641-6E4E-8F87-8EB8AA2BFA51}" type="slidenum">
              <a:rPr lang="en-US" smtClean="0"/>
              <a:pPr/>
              <a:t>2</a:t>
            </a:fld>
            <a:endParaRPr lang="en-US"/>
          </a:p>
        </p:txBody>
      </p:sp>
      <p:pic>
        <p:nvPicPr>
          <p:cNvPr id="6" name="Picture 5" descr="A picture containing ground, outdoor, toy, dirt&#10;&#10;Description automatically generated">
            <a:extLst>
              <a:ext uri="{FF2B5EF4-FFF2-40B4-BE49-F238E27FC236}">
                <a16:creationId xmlns:a16="http://schemas.microsoft.com/office/drawing/2014/main" id="{4B06A5C9-2744-99F3-C2A3-097F07D61DEA}"/>
              </a:ext>
            </a:extLst>
          </p:cNvPr>
          <p:cNvPicPr>
            <a:picLocks noChangeAspect="1"/>
          </p:cNvPicPr>
          <p:nvPr/>
        </p:nvPicPr>
        <p:blipFill>
          <a:blip r:embed="rId2"/>
          <a:stretch>
            <a:fillRect/>
          </a:stretch>
        </p:blipFill>
        <p:spPr>
          <a:xfrm>
            <a:off x="2327148" y="0"/>
            <a:ext cx="7537704" cy="6858000"/>
          </a:xfrm>
          <a:prstGeom prst="rect">
            <a:avLst/>
          </a:prstGeom>
        </p:spPr>
      </p:pic>
      <p:sp>
        <p:nvSpPr>
          <p:cNvPr id="7" name="Rectangle 6">
            <a:extLst>
              <a:ext uri="{FF2B5EF4-FFF2-40B4-BE49-F238E27FC236}">
                <a16:creationId xmlns:a16="http://schemas.microsoft.com/office/drawing/2014/main" id="{F42B7D8C-6275-E0C0-FC50-28BF827F52EF}"/>
              </a:ext>
            </a:extLst>
          </p:cNvPr>
          <p:cNvSpPr/>
          <p:nvPr/>
        </p:nvSpPr>
        <p:spPr>
          <a:xfrm>
            <a:off x="7116184" y="4636546"/>
            <a:ext cx="1758875" cy="91977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693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ylinder 1">
            <a:extLst>
              <a:ext uri="{FF2B5EF4-FFF2-40B4-BE49-F238E27FC236}">
                <a16:creationId xmlns:a16="http://schemas.microsoft.com/office/drawing/2014/main" id="{0D446D71-24AF-4601-BE69-E353FF0DA6F1}"/>
              </a:ext>
            </a:extLst>
          </p:cNvPr>
          <p:cNvSpPr/>
          <p:nvPr/>
        </p:nvSpPr>
        <p:spPr>
          <a:xfrm rot="6141444">
            <a:off x="630868" y="2493281"/>
            <a:ext cx="536331" cy="992274"/>
          </a:xfrm>
          <a:prstGeom prst="can">
            <a:avLst/>
          </a:prstGeom>
          <a:solidFill>
            <a:schemeClr val="bg1">
              <a:lumMod val="75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B82F7C8-D68E-47DE-AD03-E63C5251533E}"/>
              </a:ext>
            </a:extLst>
          </p:cNvPr>
          <p:cNvSpPr txBox="1"/>
          <p:nvPr/>
        </p:nvSpPr>
        <p:spPr>
          <a:xfrm>
            <a:off x="326839" y="1929634"/>
            <a:ext cx="1761520" cy="369332"/>
          </a:xfrm>
          <a:prstGeom prst="rect">
            <a:avLst/>
          </a:prstGeom>
          <a:noFill/>
        </p:spPr>
        <p:txBody>
          <a:bodyPr wrap="square" rtlCol="0">
            <a:spAutoFit/>
          </a:bodyPr>
          <a:lstStyle/>
          <a:p>
            <a:pPr algn="ctr"/>
            <a:r>
              <a:rPr lang="en-US" dirty="0"/>
              <a:t>Tool Tip Frame</a:t>
            </a:r>
          </a:p>
        </p:txBody>
      </p:sp>
      <p:cxnSp>
        <p:nvCxnSpPr>
          <p:cNvPr id="12" name="Straight Arrow Connector 11">
            <a:extLst>
              <a:ext uri="{FF2B5EF4-FFF2-40B4-BE49-F238E27FC236}">
                <a16:creationId xmlns:a16="http://schemas.microsoft.com/office/drawing/2014/main" id="{1E962E8F-B86F-45D5-98BA-E2A88B30E82A}"/>
              </a:ext>
            </a:extLst>
          </p:cNvPr>
          <p:cNvCxnSpPr>
            <a:cxnSpLocks/>
          </p:cNvCxnSpPr>
          <p:nvPr/>
        </p:nvCxnSpPr>
        <p:spPr>
          <a:xfrm>
            <a:off x="1330376" y="3080063"/>
            <a:ext cx="692137" cy="150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E58409C3-2944-40BE-8457-A06FB24F0C1F}"/>
              </a:ext>
            </a:extLst>
          </p:cNvPr>
          <p:cNvCxnSpPr>
            <a:cxnSpLocks/>
          </p:cNvCxnSpPr>
          <p:nvPr/>
        </p:nvCxnSpPr>
        <p:spPr>
          <a:xfrm flipV="1">
            <a:off x="1330376" y="2401108"/>
            <a:ext cx="42292" cy="6789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6423997D-6E1A-4F1D-937A-6E65AE7C8D12}"/>
              </a:ext>
            </a:extLst>
          </p:cNvPr>
          <p:cNvCxnSpPr>
            <a:cxnSpLocks/>
          </p:cNvCxnSpPr>
          <p:nvPr/>
        </p:nvCxnSpPr>
        <p:spPr>
          <a:xfrm flipH="1">
            <a:off x="898099" y="3078012"/>
            <a:ext cx="424033" cy="3466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FF9B7DF5-0DFF-4217-BC25-CDE8B09EE4B6}"/>
              </a:ext>
            </a:extLst>
          </p:cNvPr>
          <p:cNvSpPr txBox="1"/>
          <p:nvPr/>
        </p:nvSpPr>
        <p:spPr>
          <a:xfrm>
            <a:off x="391739" y="2820141"/>
            <a:ext cx="912952" cy="338554"/>
          </a:xfrm>
          <a:prstGeom prst="rect">
            <a:avLst/>
          </a:prstGeom>
          <a:noFill/>
        </p:spPr>
        <p:txBody>
          <a:bodyPr wrap="square" rtlCol="0">
            <a:spAutoFit/>
          </a:bodyPr>
          <a:lstStyle/>
          <a:p>
            <a:pPr algn="ctr"/>
            <a:r>
              <a:rPr lang="en-US" sz="1600" dirty="0"/>
              <a:t>Tool Tip</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545AD8F-4E0C-467F-BF60-05319FBED61D}"/>
                  </a:ext>
                </a:extLst>
              </p:cNvPr>
              <p:cNvSpPr txBox="1"/>
              <p:nvPr/>
            </p:nvSpPr>
            <p:spPr>
              <a:xfrm>
                <a:off x="1633586" y="2825266"/>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𝑧</m:t>
                      </m:r>
                    </m:oMath>
                  </m:oMathPara>
                </a14:m>
                <a:endParaRPr lang="en-US" dirty="0">
                  <a:solidFill>
                    <a:schemeClr val="tx1"/>
                  </a:solidFill>
                </a:endParaRPr>
              </a:p>
            </p:txBody>
          </p:sp>
        </mc:Choice>
        <mc:Fallback xmlns="">
          <p:sp>
            <p:nvSpPr>
              <p:cNvPr id="27" name="TextBox 26">
                <a:extLst>
                  <a:ext uri="{FF2B5EF4-FFF2-40B4-BE49-F238E27FC236}">
                    <a16:creationId xmlns:a16="http://schemas.microsoft.com/office/drawing/2014/main" id="{6545AD8F-4E0C-467F-BF60-05319FBED61D}"/>
                  </a:ext>
                </a:extLst>
              </p:cNvPr>
              <p:cNvSpPr txBox="1">
                <a:spLocks noRot="1" noChangeAspect="1" noMove="1" noResize="1" noEditPoints="1" noAdjustHandles="1" noChangeArrowheads="1" noChangeShapeType="1" noTextEdit="1"/>
              </p:cNvSpPr>
              <p:nvPr/>
            </p:nvSpPr>
            <p:spPr>
              <a:xfrm>
                <a:off x="1633586" y="2825266"/>
                <a:ext cx="360485"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8272D17-D9B1-4702-9A6C-1C9F37379FC4}"/>
                  </a:ext>
                </a:extLst>
              </p:cNvPr>
              <p:cNvSpPr txBox="1"/>
              <p:nvPr/>
            </p:nvSpPr>
            <p:spPr>
              <a:xfrm>
                <a:off x="975211" y="2313154"/>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28" name="TextBox 27">
                <a:extLst>
                  <a:ext uri="{FF2B5EF4-FFF2-40B4-BE49-F238E27FC236}">
                    <a16:creationId xmlns:a16="http://schemas.microsoft.com/office/drawing/2014/main" id="{28272D17-D9B1-4702-9A6C-1C9F37379FC4}"/>
                  </a:ext>
                </a:extLst>
              </p:cNvPr>
              <p:cNvSpPr txBox="1">
                <a:spLocks noRot="1" noChangeAspect="1" noMove="1" noResize="1" noEditPoints="1" noAdjustHandles="1" noChangeArrowheads="1" noChangeShapeType="1" noTextEdit="1"/>
              </p:cNvSpPr>
              <p:nvPr/>
            </p:nvSpPr>
            <p:spPr>
              <a:xfrm>
                <a:off x="975211" y="2313154"/>
                <a:ext cx="360485"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77DD6C5-EACC-45D0-93C8-9CBF82816B8A}"/>
                  </a:ext>
                </a:extLst>
              </p:cNvPr>
              <p:cNvSpPr txBox="1"/>
              <p:nvPr/>
            </p:nvSpPr>
            <p:spPr>
              <a:xfrm>
                <a:off x="609312" y="3224865"/>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29" name="TextBox 28">
                <a:extLst>
                  <a:ext uri="{FF2B5EF4-FFF2-40B4-BE49-F238E27FC236}">
                    <a16:creationId xmlns:a16="http://schemas.microsoft.com/office/drawing/2014/main" id="{077DD6C5-EACC-45D0-93C8-9CBF82816B8A}"/>
                  </a:ext>
                </a:extLst>
              </p:cNvPr>
              <p:cNvSpPr txBox="1">
                <a:spLocks noRot="1" noChangeAspect="1" noMove="1" noResize="1" noEditPoints="1" noAdjustHandles="1" noChangeArrowheads="1" noChangeShapeType="1" noTextEdit="1"/>
              </p:cNvSpPr>
              <p:nvPr/>
            </p:nvSpPr>
            <p:spPr>
              <a:xfrm>
                <a:off x="609312" y="3224865"/>
                <a:ext cx="360485" cy="369332"/>
              </a:xfrm>
              <a:prstGeom prst="rect">
                <a:avLst/>
              </a:prstGeom>
              <a:blipFill>
                <a:blip r:embed="rId4"/>
                <a:stretch>
                  <a:fillRect b="-8197"/>
                </a:stretch>
              </a:blipFill>
            </p:spPr>
            <p:txBody>
              <a:bodyPr/>
              <a:lstStyle/>
              <a:p>
                <a:r>
                  <a:rPr lang="en-US">
                    <a:noFill/>
                  </a:rPr>
                  <a:t> </a:t>
                </a:r>
              </a:p>
            </p:txBody>
          </p:sp>
        </mc:Fallback>
      </mc:AlternateContent>
      <p:sp>
        <p:nvSpPr>
          <p:cNvPr id="35" name="Cylinder 34">
            <a:extLst>
              <a:ext uri="{FF2B5EF4-FFF2-40B4-BE49-F238E27FC236}">
                <a16:creationId xmlns:a16="http://schemas.microsoft.com/office/drawing/2014/main" id="{7BA14683-A81B-4A52-B16F-6E8A1DFDCA31}"/>
              </a:ext>
            </a:extLst>
          </p:cNvPr>
          <p:cNvSpPr/>
          <p:nvPr/>
        </p:nvSpPr>
        <p:spPr>
          <a:xfrm rot="6141444">
            <a:off x="2727203" y="2601291"/>
            <a:ext cx="536331" cy="992274"/>
          </a:xfrm>
          <a:prstGeom prst="can">
            <a:avLst/>
          </a:prstGeom>
          <a:solidFill>
            <a:schemeClr val="bg1">
              <a:lumMod val="75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rgbClr val="C00000"/>
              </a:solidFill>
            </a:endParaRPr>
          </a:p>
        </p:txBody>
      </p:sp>
      <p:cxnSp>
        <p:nvCxnSpPr>
          <p:cNvPr id="36" name="Straight Arrow Connector 35">
            <a:extLst>
              <a:ext uri="{FF2B5EF4-FFF2-40B4-BE49-F238E27FC236}">
                <a16:creationId xmlns:a16="http://schemas.microsoft.com/office/drawing/2014/main" id="{CA58FD1B-38D7-4060-8171-5EB47ECE447D}"/>
              </a:ext>
            </a:extLst>
          </p:cNvPr>
          <p:cNvCxnSpPr>
            <a:cxnSpLocks/>
          </p:cNvCxnSpPr>
          <p:nvPr/>
        </p:nvCxnSpPr>
        <p:spPr>
          <a:xfrm>
            <a:off x="3426711" y="3188073"/>
            <a:ext cx="692137" cy="150049"/>
          </a:xfrm>
          <a:prstGeom prst="straightConnector1">
            <a:avLst/>
          </a:prstGeom>
          <a:ln w="5715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160E3A4B-86A0-453D-BB4B-2D5F0D6C4572}"/>
              </a:ext>
            </a:extLst>
          </p:cNvPr>
          <p:cNvCxnSpPr>
            <a:cxnSpLocks/>
          </p:cNvCxnSpPr>
          <p:nvPr/>
        </p:nvCxnSpPr>
        <p:spPr>
          <a:xfrm flipV="1">
            <a:off x="3426711" y="2509118"/>
            <a:ext cx="42292" cy="678956"/>
          </a:xfrm>
          <a:prstGeom prst="straightConnector1">
            <a:avLst/>
          </a:prstGeom>
          <a:ln w="5715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6AAA48B0-7B25-42F7-9C09-8EC552D7FD44}"/>
              </a:ext>
            </a:extLst>
          </p:cNvPr>
          <p:cNvCxnSpPr>
            <a:cxnSpLocks/>
          </p:cNvCxnSpPr>
          <p:nvPr/>
        </p:nvCxnSpPr>
        <p:spPr>
          <a:xfrm flipH="1">
            <a:off x="2994434" y="3186022"/>
            <a:ext cx="424033" cy="346610"/>
          </a:xfrm>
          <a:prstGeom prst="straightConnector1">
            <a:avLst/>
          </a:prstGeom>
          <a:ln w="57150">
            <a:solidFill>
              <a:srgbClr val="C0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5368639-2663-4A6A-A317-38B7BD7BFCE7}"/>
                  </a:ext>
                </a:extLst>
              </p:cNvPr>
              <p:cNvSpPr txBox="1"/>
              <p:nvPr/>
            </p:nvSpPr>
            <p:spPr>
              <a:xfrm>
                <a:off x="3756111" y="2827843"/>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𝑧</m:t>
                          </m:r>
                        </m:sub>
                      </m:sSub>
                    </m:oMath>
                  </m:oMathPara>
                </a14:m>
                <a:endParaRPr lang="en-US" dirty="0">
                  <a:solidFill>
                    <a:srgbClr val="C00000"/>
                  </a:solidFill>
                </a:endParaRPr>
              </a:p>
            </p:txBody>
          </p:sp>
        </mc:Choice>
        <mc:Fallback xmlns="">
          <p:sp>
            <p:nvSpPr>
              <p:cNvPr id="40" name="TextBox 39">
                <a:extLst>
                  <a:ext uri="{FF2B5EF4-FFF2-40B4-BE49-F238E27FC236}">
                    <a16:creationId xmlns:a16="http://schemas.microsoft.com/office/drawing/2014/main" id="{B5368639-2663-4A6A-A317-38B7BD7BFCE7}"/>
                  </a:ext>
                </a:extLst>
              </p:cNvPr>
              <p:cNvSpPr txBox="1">
                <a:spLocks noRot="1" noChangeAspect="1" noMove="1" noResize="1" noEditPoints="1" noAdjustHandles="1" noChangeArrowheads="1" noChangeShapeType="1" noTextEdit="1"/>
              </p:cNvSpPr>
              <p:nvPr/>
            </p:nvSpPr>
            <p:spPr>
              <a:xfrm>
                <a:off x="3756111" y="2827843"/>
                <a:ext cx="360485"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70F8302-F40A-487F-9F0E-27A4761AC113}"/>
                  </a:ext>
                </a:extLst>
              </p:cNvPr>
              <p:cNvSpPr txBox="1"/>
              <p:nvPr/>
            </p:nvSpPr>
            <p:spPr>
              <a:xfrm>
                <a:off x="3024536" y="2355242"/>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𝑥</m:t>
                          </m:r>
                        </m:sub>
                      </m:sSub>
                    </m:oMath>
                  </m:oMathPara>
                </a14:m>
                <a:endParaRPr lang="en-US" dirty="0">
                  <a:solidFill>
                    <a:srgbClr val="C00000"/>
                  </a:solidFill>
                </a:endParaRPr>
              </a:p>
            </p:txBody>
          </p:sp>
        </mc:Choice>
        <mc:Fallback xmlns="">
          <p:sp>
            <p:nvSpPr>
              <p:cNvPr id="41" name="TextBox 40">
                <a:extLst>
                  <a:ext uri="{FF2B5EF4-FFF2-40B4-BE49-F238E27FC236}">
                    <a16:creationId xmlns:a16="http://schemas.microsoft.com/office/drawing/2014/main" id="{370F8302-F40A-487F-9F0E-27A4761AC113}"/>
                  </a:ext>
                </a:extLst>
              </p:cNvPr>
              <p:cNvSpPr txBox="1">
                <a:spLocks noRot="1" noChangeAspect="1" noMove="1" noResize="1" noEditPoints="1" noAdjustHandles="1" noChangeArrowheads="1" noChangeShapeType="1" noTextEdit="1"/>
              </p:cNvSpPr>
              <p:nvPr/>
            </p:nvSpPr>
            <p:spPr>
              <a:xfrm>
                <a:off x="3024536" y="2355242"/>
                <a:ext cx="36048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E4D588B-10E5-4BB7-907B-A8C6F52E415E}"/>
                  </a:ext>
                </a:extLst>
              </p:cNvPr>
              <p:cNvSpPr txBox="1"/>
              <p:nvPr/>
            </p:nvSpPr>
            <p:spPr>
              <a:xfrm>
                <a:off x="2633949" y="3307669"/>
                <a:ext cx="360485" cy="391261"/>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𝑦</m:t>
                          </m:r>
                        </m:sub>
                      </m:sSub>
                    </m:oMath>
                  </m:oMathPara>
                </a14:m>
                <a:endParaRPr lang="en-US" dirty="0">
                  <a:solidFill>
                    <a:srgbClr val="C00000"/>
                  </a:solidFill>
                </a:endParaRPr>
              </a:p>
            </p:txBody>
          </p:sp>
        </mc:Choice>
        <mc:Fallback xmlns="">
          <p:sp>
            <p:nvSpPr>
              <p:cNvPr id="42" name="TextBox 41">
                <a:extLst>
                  <a:ext uri="{FF2B5EF4-FFF2-40B4-BE49-F238E27FC236}">
                    <a16:creationId xmlns:a16="http://schemas.microsoft.com/office/drawing/2014/main" id="{EE4D588B-10E5-4BB7-907B-A8C6F52E415E}"/>
                  </a:ext>
                </a:extLst>
              </p:cNvPr>
              <p:cNvSpPr txBox="1">
                <a:spLocks noRot="1" noChangeAspect="1" noMove="1" noResize="1" noEditPoints="1" noAdjustHandles="1" noChangeArrowheads="1" noChangeShapeType="1" noTextEdit="1"/>
              </p:cNvSpPr>
              <p:nvPr/>
            </p:nvSpPr>
            <p:spPr>
              <a:xfrm>
                <a:off x="2633949" y="3307669"/>
                <a:ext cx="360485" cy="391261"/>
              </a:xfrm>
              <a:prstGeom prst="rect">
                <a:avLst/>
              </a:prstGeom>
              <a:blipFill>
                <a:blip r:embed="rId7"/>
                <a:stretch>
                  <a:fillRect b="-3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D7787B0-F72B-434B-A72B-A1107BECF633}"/>
                  </a:ext>
                </a:extLst>
              </p:cNvPr>
              <p:cNvSpPr txBox="1"/>
              <p:nvPr/>
            </p:nvSpPr>
            <p:spPr>
              <a:xfrm>
                <a:off x="2571979" y="3693792"/>
                <a:ext cx="1667337" cy="369332"/>
              </a:xfrm>
              <a:prstGeom prst="rect">
                <a:avLst/>
              </a:prstGeom>
              <a:noFill/>
            </p:spPr>
            <p:txBody>
              <a:bodyPr wrap="square" rtlCol="0">
                <a:spAutoFit/>
              </a:bodyPr>
              <a:lstStyle/>
              <a:p>
                <a:pPr algn="ctr"/>
                <a14:m>
                  <m:oMath xmlns:m="http://schemas.openxmlformats.org/officeDocument/2006/math">
                    <m:r>
                      <a:rPr lang="en-US" b="0" i="1" smtClean="0">
                        <a:latin typeface="Cambria Math" panose="02040503050406030204" pitchFamily="18" charset="0"/>
                      </a:rPr>
                      <m:t>𝐹</m:t>
                    </m:r>
                  </m:oMath>
                </a14:m>
                <a:r>
                  <a:rPr lang="en-US" dirty="0"/>
                  <a:t> = force</a:t>
                </a:r>
              </a:p>
            </p:txBody>
          </p:sp>
        </mc:Choice>
        <mc:Fallback xmlns="">
          <p:sp>
            <p:nvSpPr>
              <p:cNvPr id="43" name="TextBox 42">
                <a:extLst>
                  <a:ext uri="{FF2B5EF4-FFF2-40B4-BE49-F238E27FC236}">
                    <a16:creationId xmlns:a16="http://schemas.microsoft.com/office/drawing/2014/main" id="{1D7787B0-F72B-434B-A72B-A1107BECF633}"/>
                  </a:ext>
                </a:extLst>
              </p:cNvPr>
              <p:cNvSpPr txBox="1">
                <a:spLocks noRot="1" noChangeAspect="1" noMove="1" noResize="1" noEditPoints="1" noAdjustHandles="1" noChangeArrowheads="1" noChangeShapeType="1" noTextEdit="1"/>
              </p:cNvSpPr>
              <p:nvPr/>
            </p:nvSpPr>
            <p:spPr>
              <a:xfrm>
                <a:off x="2571979" y="3693792"/>
                <a:ext cx="1667337" cy="369332"/>
              </a:xfrm>
              <a:prstGeom prst="rect">
                <a:avLst/>
              </a:prstGeom>
              <a:blipFill>
                <a:blip r:embed="rId8"/>
                <a:stretch>
                  <a:fillRect t="-9836" b="-24590"/>
                </a:stretch>
              </a:blipFill>
            </p:spPr>
            <p:txBody>
              <a:bodyPr/>
              <a:lstStyle/>
              <a:p>
                <a:r>
                  <a:rPr lang="en-US">
                    <a:noFill/>
                  </a:rPr>
                  <a:t> </a:t>
                </a:r>
              </a:p>
            </p:txBody>
          </p:sp>
        </mc:Fallback>
      </mc:AlternateContent>
      <p:sp>
        <p:nvSpPr>
          <p:cNvPr id="44" name="Cylinder 43">
            <a:extLst>
              <a:ext uri="{FF2B5EF4-FFF2-40B4-BE49-F238E27FC236}">
                <a16:creationId xmlns:a16="http://schemas.microsoft.com/office/drawing/2014/main" id="{AF2960FF-F91C-47E7-9EC5-5DA58D588CDD}"/>
              </a:ext>
            </a:extLst>
          </p:cNvPr>
          <p:cNvSpPr/>
          <p:nvPr/>
        </p:nvSpPr>
        <p:spPr>
          <a:xfrm rot="6141444">
            <a:off x="5078936" y="2677018"/>
            <a:ext cx="536331" cy="992274"/>
          </a:xfrm>
          <a:prstGeom prst="can">
            <a:avLst/>
          </a:prstGeom>
          <a:solidFill>
            <a:schemeClr val="bg1">
              <a:lumMod val="75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accent1"/>
              </a:solidFill>
            </a:endParaRPr>
          </a:p>
        </p:txBody>
      </p:sp>
      <p:cxnSp>
        <p:nvCxnSpPr>
          <p:cNvPr id="45" name="Straight Arrow Connector 44">
            <a:extLst>
              <a:ext uri="{FF2B5EF4-FFF2-40B4-BE49-F238E27FC236}">
                <a16:creationId xmlns:a16="http://schemas.microsoft.com/office/drawing/2014/main" id="{67BDD403-30F3-4AB6-9FED-B5ED8C748139}"/>
              </a:ext>
            </a:extLst>
          </p:cNvPr>
          <p:cNvCxnSpPr>
            <a:cxnSpLocks/>
          </p:cNvCxnSpPr>
          <p:nvPr/>
        </p:nvCxnSpPr>
        <p:spPr>
          <a:xfrm>
            <a:off x="5778444" y="3263800"/>
            <a:ext cx="692137" cy="150049"/>
          </a:xfrm>
          <a:prstGeom prst="straightConnector1">
            <a:avLst/>
          </a:prstGeom>
          <a:ln w="57150">
            <a:solidFill>
              <a:schemeClr val="accent3"/>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6D96F31F-AF3C-4D62-AEC2-6149034237AC}"/>
              </a:ext>
            </a:extLst>
          </p:cNvPr>
          <p:cNvCxnSpPr>
            <a:cxnSpLocks/>
          </p:cNvCxnSpPr>
          <p:nvPr/>
        </p:nvCxnSpPr>
        <p:spPr>
          <a:xfrm flipV="1">
            <a:off x="5778444" y="2584845"/>
            <a:ext cx="42292" cy="678956"/>
          </a:xfrm>
          <a:prstGeom prst="straightConnector1">
            <a:avLst/>
          </a:prstGeom>
          <a:ln w="57150">
            <a:solidFill>
              <a:schemeClr val="accent3"/>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316385CA-60B6-4D81-87AC-883732D363BC}"/>
              </a:ext>
            </a:extLst>
          </p:cNvPr>
          <p:cNvCxnSpPr>
            <a:cxnSpLocks/>
          </p:cNvCxnSpPr>
          <p:nvPr/>
        </p:nvCxnSpPr>
        <p:spPr>
          <a:xfrm flipH="1">
            <a:off x="5346167" y="3261749"/>
            <a:ext cx="424033" cy="346610"/>
          </a:xfrm>
          <a:prstGeom prst="straightConnector1">
            <a:avLst/>
          </a:prstGeom>
          <a:ln w="57150">
            <a:solidFill>
              <a:schemeClr val="accent3"/>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04A608E-9FE7-4877-AFDC-8149A4DBCD1D}"/>
                  </a:ext>
                </a:extLst>
              </p:cNvPr>
              <p:cNvSpPr txBox="1"/>
              <p:nvPr/>
            </p:nvSpPr>
            <p:spPr>
              <a:xfrm>
                <a:off x="6107844" y="2903570"/>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𝑉</m:t>
                          </m:r>
                        </m:e>
                        <m:sub>
                          <m:r>
                            <a:rPr lang="en-US" b="0" i="1" smtClean="0">
                              <a:solidFill>
                                <a:schemeClr val="accent3"/>
                              </a:solidFill>
                              <a:latin typeface="Cambria Math" panose="02040503050406030204" pitchFamily="18" charset="0"/>
                            </a:rPr>
                            <m:t>𝑧</m:t>
                          </m:r>
                        </m:sub>
                      </m:sSub>
                    </m:oMath>
                  </m:oMathPara>
                </a14:m>
                <a:endParaRPr lang="en-US" dirty="0">
                  <a:solidFill>
                    <a:schemeClr val="accent3"/>
                  </a:solidFill>
                </a:endParaRPr>
              </a:p>
            </p:txBody>
          </p:sp>
        </mc:Choice>
        <mc:Fallback xmlns="">
          <p:sp>
            <p:nvSpPr>
              <p:cNvPr id="48" name="TextBox 47">
                <a:extLst>
                  <a:ext uri="{FF2B5EF4-FFF2-40B4-BE49-F238E27FC236}">
                    <a16:creationId xmlns:a16="http://schemas.microsoft.com/office/drawing/2014/main" id="{204A608E-9FE7-4877-AFDC-8149A4DBCD1D}"/>
                  </a:ext>
                </a:extLst>
              </p:cNvPr>
              <p:cNvSpPr txBox="1">
                <a:spLocks noRot="1" noChangeAspect="1" noMove="1" noResize="1" noEditPoints="1" noAdjustHandles="1" noChangeArrowheads="1" noChangeShapeType="1" noTextEdit="1"/>
              </p:cNvSpPr>
              <p:nvPr/>
            </p:nvSpPr>
            <p:spPr>
              <a:xfrm>
                <a:off x="6107844" y="2903570"/>
                <a:ext cx="360485"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B22BC038-EB64-4A2B-B081-5B1026F9D4C3}"/>
                  </a:ext>
                </a:extLst>
              </p:cNvPr>
              <p:cNvSpPr txBox="1"/>
              <p:nvPr/>
            </p:nvSpPr>
            <p:spPr>
              <a:xfrm>
                <a:off x="5376269" y="2430969"/>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𝑉</m:t>
                          </m:r>
                        </m:e>
                        <m:sub>
                          <m:r>
                            <a:rPr lang="en-US" b="0" i="1" smtClean="0">
                              <a:solidFill>
                                <a:schemeClr val="accent3"/>
                              </a:solidFill>
                              <a:latin typeface="Cambria Math" panose="02040503050406030204" pitchFamily="18" charset="0"/>
                            </a:rPr>
                            <m:t>𝑥</m:t>
                          </m:r>
                        </m:sub>
                      </m:sSub>
                    </m:oMath>
                  </m:oMathPara>
                </a14:m>
                <a:endParaRPr lang="en-US" dirty="0">
                  <a:solidFill>
                    <a:schemeClr val="accent3"/>
                  </a:solidFill>
                </a:endParaRPr>
              </a:p>
            </p:txBody>
          </p:sp>
        </mc:Choice>
        <mc:Fallback xmlns="">
          <p:sp>
            <p:nvSpPr>
              <p:cNvPr id="49" name="TextBox 48">
                <a:extLst>
                  <a:ext uri="{FF2B5EF4-FFF2-40B4-BE49-F238E27FC236}">
                    <a16:creationId xmlns:a16="http://schemas.microsoft.com/office/drawing/2014/main" id="{B22BC038-EB64-4A2B-B081-5B1026F9D4C3}"/>
                  </a:ext>
                </a:extLst>
              </p:cNvPr>
              <p:cNvSpPr txBox="1">
                <a:spLocks noRot="1" noChangeAspect="1" noMove="1" noResize="1" noEditPoints="1" noAdjustHandles="1" noChangeArrowheads="1" noChangeShapeType="1" noTextEdit="1"/>
              </p:cNvSpPr>
              <p:nvPr/>
            </p:nvSpPr>
            <p:spPr>
              <a:xfrm>
                <a:off x="5376269" y="2430969"/>
                <a:ext cx="36048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1C45427D-DF71-4FBF-8D4F-B5A1C574CEA1}"/>
                  </a:ext>
                </a:extLst>
              </p:cNvPr>
              <p:cNvSpPr txBox="1"/>
              <p:nvPr/>
            </p:nvSpPr>
            <p:spPr>
              <a:xfrm>
                <a:off x="4985682" y="3383396"/>
                <a:ext cx="360485" cy="391261"/>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𝑉</m:t>
                          </m:r>
                        </m:e>
                        <m:sub>
                          <m:r>
                            <a:rPr lang="en-US" b="0" i="1" smtClean="0">
                              <a:solidFill>
                                <a:schemeClr val="accent3"/>
                              </a:solidFill>
                              <a:latin typeface="Cambria Math" panose="02040503050406030204" pitchFamily="18" charset="0"/>
                            </a:rPr>
                            <m:t>𝑦</m:t>
                          </m:r>
                        </m:sub>
                      </m:sSub>
                    </m:oMath>
                  </m:oMathPara>
                </a14:m>
                <a:endParaRPr lang="en-US" dirty="0">
                  <a:solidFill>
                    <a:schemeClr val="accent3"/>
                  </a:solidFill>
                </a:endParaRPr>
              </a:p>
            </p:txBody>
          </p:sp>
        </mc:Choice>
        <mc:Fallback xmlns="">
          <p:sp>
            <p:nvSpPr>
              <p:cNvPr id="50" name="TextBox 49">
                <a:extLst>
                  <a:ext uri="{FF2B5EF4-FFF2-40B4-BE49-F238E27FC236}">
                    <a16:creationId xmlns:a16="http://schemas.microsoft.com/office/drawing/2014/main" id="{1C45427D-DF71-4FBF-8D4F-B5A1C574CEA1}"/>
                  </a:ext>
                </a:extLst>
              </p:cNvPr>
              <p:cNvSpPr txBox="1">
                <a:spLocks noRot="1" noChangeAspect="1" noMove="1" noResize="1" noEditPoints="1" noAdjustHandles="1" noChangeArrowheads="1" noChangeShapeType="1" noTextEdit="1"/>
              </p:cNvSpPr>
              <p:nvPr/>
            </p:nvSpPr>
            <p:spPr>
              <a:xfrm>
                <a:off x="4985682" y="3383396"/>
                <a:ext cx="360485" cy="391261"/>
              </a:xfrm>
              <a:prstGeom prst="rect">
                <a:avLst/>
              </a:prstGeom>
              <a:blipFill>
                <a:blip r:embed="rId11"/>
                <a:stretch>
                  <a:fillRect b="-4688"/>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018B6F14-3DD9-4FC1-B52C-C8EC193CCD36}"/>
              </a:ext>
            </a:extLst>
          </p:cNvPr>
          <p:cNvSpPr txBox="1"/>
          <p:nvPr/>
        </p:nvSpPr>
        <p:spPr>
          <a:xfrm>
            <a:off x="4855665" y="1730112"/>
            <a:ext cx="1667337" cy="646331"/>
          </a:xfrm>
          <a:prstGeom prst="rect">
            <a:avLst/>
          </a:prstGeom>
          <a:noFill/>
        </p:spPr>
        <p:txBody>
          <a:bodyPr wrap="square" rtlCol="0">
            <a:spAutoFit/>
          </a:bodyPr>
          <a:lstStyle/>
          <a:p>
            <a:pPr algn="ctr"/>
            <a:r>
              <a:rPr lang="en-US" dirty="0"/>
              <a:t>Pure Position Trajectory</a:t>
            </a:r>
          </a:p>
        </p:txBody>
      </p:sp>
      <p:sp>
        <p:nvSpPr>
          <p:cNvPr id="30" name="TextBox 29">
            <a:extLst>
              <a:ext uri="{FF2B5EF4-FFF2-40B4-BE49-F238E27FC236}">
                <a16:creationId xmlns:a16="http://schemas.microsoft.com/office/drawing/2014/main" id="{01EF7571-38FE-4805-BF50-73E346837600}"/>
              </a:ext>
            </a:extLst>
          </p:cNvPr>
          <p:cNvSpPr txBox="1"/>
          <p:nvPr/>
        </p:nvSpPr>
        <p:spPr>
          <a:xfrm>
            <a:off x="2565569" y="1714477"/>
            <a:ext cx="1667337" cy="646331"/>
          </a:xfrm>
          <a:prstGeom prst="rect">
            <a:avLst/>
          </a:prstGeom>
          <a:noFill/>
        </p:spPr>
        <p:txBody>
          <a:bodyPr wrap="square" rtlCol="0">
            <a:spAutoFit/>
          </a:bodyPr>
          <a:lstStyle/>
          <a:p>
            <a:pPr algn="ctr"/>
            <a:r>
              <a:rPr lang="en-US" dirty="0"/>
              <a:t>Pure Force Regulation</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CCFDB1A-2041-4BA5-9980-D9D6D56E3A73}"/>
                  </a:ext>
                </a:extLst>
              </p:cNvPr>
              <p:cNvSpPr txBox="1"/>
              <p:nvPr/>
            </p:nvSpPr>
            <p:spPr>
              <a:xfrm>
                <a:off x="4916542" y="3750326"/>
                <a:ext cx="1667337" cy="369332"/>
              </a:xfrm>
              <a:prstGeom prst="rect">
                <a:avLst/>
              </a:prstGeom>
              <a:noFill/>
            </p:spPr>
            <p:txBody>
              <a:bodyPr wrap="square" rtlCol="0">
                <a:spAutoFit/>
              </a:bodyPr>
              <a:lstStyle/>
              <a:p>
                <a:pPr algn="ctr"/>
                <a14:m>
                  <m:oMath xmlns:m="http://schemas.openxmlformats.org/officeDocument/2006/math">
                    <m:r>
                      <a:rPr lang="en-US" b="0" i="1" smtClean="0">
                        <a:latin typeface="Cambria Math" panose="02040503050406030204" pitchFamily="18" charset="0"/>
                      </a:rPr>
                      <m:t>𝑉</m:t>
                    </m:r>
                  </m:oMath>
                </a14:m>
                <a:r>
                  <a:rPr lang="en-US" dirty="0"/>
                  <a:t> = velocity</a:t>
                </a:r>
              </a:p>
            </p:txBody>
          </p:sp>
        </mc:Choice>
        <mc:Fallback xmlns="">
          <p:sp>
            <p:nvSpPr>
              <p:cNvPr id="31" name="TextBox 30">
                <a:extLst>
                  <a:ext uri="{FF2B5EF4-FFF2-40B4-BE49-F238E27FC236}">
                    <a16:creationId xmlns:a16="http://schemas.microsoft.com/office/drawing/2014/main" id="{8CCFDB1A-2041-4BA5-9980-D9D6D56E3A73}"/>
                  </a:ext>
                </a:extLst>
              </p:cNvPr>
              <p:cNvSpPr txBox="1">
                <a:spLocks noRot="1" noChangeAspect="1" noMove="1" noResize="1" noEditPoints="1" noAdjustHandles="1" noChangeArrowheads="1" noChangeShapeType="1" noTextEdit="1"/>
              </p:cNvSpPr>
              <p:nvPr/>
            </p:nvSpPr>
            <p:spPr>
              <a:xfrm>
                <a:off x="4916542" y="3750326"/>
                <a:ext cx="1667337" cy="369332"/>
              </a:xfrm>
              <a:prstGeom prst="rect">
                <a:avLst/>
              </a:prstGeom>
              <a:blipFill>
                <a:blip r:embed="rId12"/>
                <a:stretch>
                  <a:fillRect t="-8197" b="-24590"/>
                </a:stretch>
              </a:blipFill>
            </p:spPr>
            <p:txBody>
              <a:bodyPr/>
              <a:lstStyle/>
              <a:p>
                <a:r>
                  <a:rPr lang="en-US">
                    <a:noFill/>
                  </a:rPr>
                  <a:t> </a:t>
                </a:r>
              </a:p>
            </p:txBody>
          </p:sp>
        </mc:Fallback>
      </mc:AlternateContent>
      <p:sp>
        <p:nvSpPr>
          <p:cNvPr id="32" name="Cylinder 31">
            <a:extLst>
              <a:ext uri="{FF2B5EF4-FFF2-40B4-BE49-F238E27FC236}">
                <a16:creationId xmlns:a16="http://schemas.microsoft.com/office/drawing/2014/main" id="{F786771C-2ACF-4DB3-910D-B10382945940}"/>
              </a:ext>
            </a:extLst>
          </p:cNvPr>
          <p:cNvSpPr/>
          <p:nvPr/>
        </p:nvSpPr>
        <p:spPr>
          <a:xfrm rot="6141444">
            <a:off x="7660192" y="2662558"/>
            <a:ext cx="536331" cy="992274"/>
          </a:xfrm>
          <a:prstGeom prst="can">
            <a:avLst/>
          </a:prstGeom>
          <a:solidFill>
            <a:schemeClr val="bg1">
              <a:lumMod val="75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accent1"/>
              </a:solidFill>
            </a:endParaRPr>
          </a:p>
        </p:txBody>
      </p:sp>
      <p:cxnSp>
        <p:nvCxnSpPr>
          <p:cNvPr id="33" name="Straight Arrow Connector 32">
            <a:extLst>
              <a:ext uri="{FF2B5EF4-FFF2-40B4-BE49-F238E27FC236}">
                <a16:creationId xmlns:a16="http://schemas.microsoft.com/office/drawing/2014/main" id="{D24F8555-548C-40C0-B084-1C8D41346B10}"/>
              </a:ext>
            </a:extLst>
          </p:cNvPr>
          <p:cNvCxnSpPr>
            <a:cxnSpLocks/>
          </p:cNvCxnSpPr>
          <p:nvPr/>
        </p:nvCxnSpPr>
        <p:spPr>
          <a:xfrm>
            <a:off x="8359700" y="3249340"/>
            <a:ext cx="692137" cy="150049"/>
          </a:xfrm>
          <a:prstGeom prst="straightConnector1">
            <a:avLst/>
          </a:prstGeom>
          <a:ln w="57150">
            <a:solidFill>
              <a:schemeClr val="accent3"/>
            </a:solidFill>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10AFF7E4-06B7-4A04-9D22-0258222D94C6}"/>
              </a:ext>
            </a:extLst>
          </p:cNvPr>
          <p:cNvCxnSpPr>
            <a:cxnSpLocks/>
          </p:cNvCxnSpPr>
          <p:nvPr/>
        </p:nvCxnSpPr>
        <p:spPr>
          <a:xfrm flipV="1">
            <a:off x="8359700" y="2570385"/>
            <a:ext cx="42292" cy="678956"/>
          </a:xfrm>
          <a:prstGeom prst="straightConnector1">
            <a:avLst/>
          </a:prstGeom>
          <a:ln w="5715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6AFEF533-B873-4AC7-9194-B9803A3F04BA}"/>
              </a:ext>
            </a:extLst>
          </p:cNvPr>
          <p:cNvCxnSpPr>
            <a:cxnSpLocks/>
          </p:cNvCxnSpPr>
          <p:nvPr/>
        </p:nvCxnSpPr>
        <p:spPr>
          <a:xfrm flipH="1">
            <a:off x="7927423" y="3247289"/>
            <a:ext cx="424033" cy="346610"/>
          </a:xfrm>
          <a:prstGeom prst="straightConnector1">
            <a:avLst/>
          </a:prstGeom>
          <a:ln w="57150">
            <a:solidFill>
              <a:srgbClr val="C0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55D8396-577C-463D-9DCA-B45E61484829}"/>
                  </a:ext>
                </a:extLst>
              </p:cNvPr>
              <p:cNvSpPr txBox="1"/>
              <p:nvPr/>
            </p:nvSpPr>
            <p:spPr>
              <a:xfrm>
                <a:off x="8689100" y="2889110"/>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𝑉</m:t>
                          </m:r>
                        </m:e>
                        <m:sub>
                          <m:r>
                            <a:rPr lang="en-US" b="0" i="1" smtClean="0">
                              <a:solidFill>
                                <a:schemeClr val="accent3"/>
                              </a:solidFill>
                              <a:latin typeface="Cambria Math" panose="02040503050406030204" pitchFamily="18" charset="0"/>
                            </a:rPr>
                            <m:t>𝑧</m:t>
                          </m:r>
                        </m:sub>
                      </m:sSub>
                    </m:oMath>
                  </m:oMathPara>
                </a14:m>
                <a:endParaRPr lang="en-US" dirty="0">
                  <a:solidFill>
                    <a:schemeClr val="accent3"/>
                  </a:solidFill>
                </a:endParaRPr>
              </a:p>
            </p:txBody>
          </p:sp>
        </mc:Choice>
        <mc:Fallback xmlns="">
          <p:sp>
            <p:nvSpPr>
              <p:cNvPr id="52" name="TextBox 51">
                <a:extLst>
                  <a:ext uri="{FF2B5EF4-FFF2-40B4-BE49-F238E27FC236}">
                    <a16:creationId xmlns:a16="http://schemas.microsoft.com/office/drawing/2014/main" id="{155D8396-577C-463D-9DCA-B45E61484829}"/>
                  </a:ext>
                </a:extLst>
              </p:cNvPr>
              <p:cNvSpPr txBox="1">
                <a:spLocks noRot="1" noChangeAspect="1" noMove="1" noResize="1" noEditPoints="1" noAdjustHandles="1" noChangeArrowheads="1" noChangeShapeType="1" noTextEdit="1"/>
              </p:cNvSpPr>
              <p:nvPr/>
            </p:nvSpPr>
            <p:spPr>
              <a:xfrm>
                <a:off x="8689100" y="2889110"/>
                <a:ext cx="360485"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D8F4DE6-EB14-4AF7-ADC1-4EECCAF6E840}"/>
                  </a:ext>
                </a:extLst>
              </p:cNvPr>
              <p:cNvSpPr txBox="1"/>
              <p:nvPr/>
            </p:nvSpPr>
            <p:spPr>
              <a:xfrm>
                <a:off x="7957525" y="2416509"/>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𝑥</m:t>
                          </m:r>
                        </m:sub>
                      </m:sSub>
                    </m:oMath>
                  </m:oMathPara>
                </a14:m>
                <a:endParaRPr lang="en-US" dirty="0">
                  <a:solidFill>
                    <a:srgbClr val="C00000"/>
                  </a:solidFill>
                </a:endParaRPr>
              </a:p>
            </p:txBody>
          </p:sp>
        </mc:Choice>
        <mc:Fallback xmlns="">
          <p:sp>
            <p:nvSpPr>
              <p:cNvPr id="53" name="TextBox 52">
                <a:extLst>
                  <a:ext uri="{FF2B5EF4-FFF2-40B4-BE49-F238E27FC236}">
                    <a16:creationId xmlns:a16="http://schemas.microsoft.com/office/drawing/2014/main" id="{5D8F4DE6-EB14-4AF7-ADC1-4EECCAF6E840}"/>
                  </a:ext>
                </a:extLst>
              </p:cNvPr>
              <p:cNvSpPr txBox="1">
                <a:spLocks noRot="1" noChangeAspect="1" noMove="1" noResize="1" noEditPoints="1" noAdjustHandles="1" noChangeArrowheads="1" noChangeShapeType="1" noTextEdit="1"/>
              </p:cNvSpPr>
              <p:nvPr/>
            </p:nvSpPr>
            <p:spPr>
              <a:xfrm>
                <a:off x="7957525" y="2416509"/>
                <a:ext cx="360485"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5252C41-91B9-4C11-BC4F-C06923B05417}"/>
                  </a:ext>
                </a:extLst>
              </p:cNvPr>
              <p:cNvSpPr txBox="1"/>
              <p:nvPr/>
            </p:nvSpPr>
            <p:spPr>
              <a:xfrm>
                <a:off x="7566938" y="3368936"/>
                <a:ext cx="360485" cy="391261"/>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𝑦</m:t>
                          </m:r>
                        </m:sub>
                      </m:sSub>
                    </m:oMath>
                  </m:oMathPara>
                </a14:m>
                <a:endParaRPr lang="en-US" dirty="0">
                  <a:solidFill>
                    <a:srgbClr val="C00000"/>
                  </a:solidFill>
                </a:endParaRPr>
              </a:p>
            </p:txBody>
          </p:sp>
        </mc:Choice>
        <mc:Fallback xmlns="">
          <p:sp>
            <p:nvSpPr>
              <p:cNvPr id="54" name="TextBox 53">
                <a:extLst>
                  <a:ext uri="{FF2B5EF4-FFF2-40B4-BE49-F238E27FC236}">
                    <a16:creationId xmlns:a16="http://schemas.microsoft.com/office/drawing/2014/main" id="{E5252C41-91B9-4C11-BC4F-C06923B05417}"/>
                  </a:ext>
                </a:extLst>
              </p:cNvPr>
              <p:cNvSpPr txBox="1">
                <a:spLocks noRot="1" noChangeAspect="1" noMove="1" noResize="1" noEditPoints="1" noAdjustHandles="1" noChangeArrowheads="1" noChangeShapeType="1" noTextEdit="1"/>
              </p:cNvSpPr>
              <p:nvPr/>
            </p:nvSpPr>
            <p:spPr>
              <a:xfrm>
                <a:off x="7566938" y="3368936"/>
                <a:ext cx="360485" cy="391261"/>
              </a:xfrm>
              <a:prstGeom prst="rect">
                <a:avLst/>
              </a:prstGeom>
              <a:blipFill>
                <a:blip r:embed="rId15"/>
                <a:stretch>
                  <a:fillRect b="-3125"/>
                </a:stretch>
              </a:blipFill>
            </p:spPr>
            <p:txBody>
              <a:bodyPr/>
              <a:lstStyle/>
              <a:p>
                <a:r>
                  <a:rPr lang="en-US">
                    <a:noFill/>
                  </a:rPr>
                  <a:t> </a:t>
                </a:r>
              </a:p>
            </p:txBody>
          </p:sp>
        </mc:Fallback>
      </mc:AlternateContent>
      <p:sp>
        <p:nvSpPr>
          <p:cNvPr id="55" name="TextBox 54">
            <a:extLst>
              <a:ext uri="{FF2B5EF4-FFF2-40B4-BE49-F238E27FC236}">
                <a16:creationId xmlns:a16="http://schemas.microsoft.com/office/drawing/2014/main" id="{A2940208-1CF3-4998-A228-555567B0AE1C}"/>
              </a:ext>
            </a:extLst>
          </p:cNvPr>
          <p:cNvSpPr txBox="1"/>
          <p:nvPr/>
        </p:nvSpPr>
        <p:spPr>
          <a:xfrm>
            <a:off x="7312670" y="1726830"/>
            <a:ext cx="1809248" cy="646331"/>
          </a:xfrm>
          <a:prstGeom prst="rect">
            <a:avLst/>
          </a:prstGeom>
          <a:noFill/>
        </p:spPr>
        <p:txBody>
          <a:bodyPr wrap="square" rtlCol="0">
            <a:spAutoFit/>
          </a:bodyPr>
          <a:lstStyle/>
          <a:p>
            <a:pPr algn="ctr"/>
            <a:r>
              <a:rPr lang="en-US" dirty="0"/>
              <a:t>Mixed Position &amp; Force</a:t>
            </a:r>
          </a:p>
        </p:txBody>
      </p:sp>
      <p:sp>
        <p:nvSpPr>
          <p:cNvPr id="57" name="Cylinder 56">
            <a:extLst>
              <a:ext uri="{FF2B5EF4-FFF2-40B4-BE49-F238E27FC236}">
                <a16:creationId xmlns:a16="http://schemas.microsoft.com/office/drawing/2014/main" id="{2B010741-F780-4B32-8D03-A55D65740A57}"/>
              </a:ext>
            </a:extLst>
          </p:cNvPr>
          <p:cNvSpPr/>
          <p:nvPr/>
        </p:nvSpPr>
        <p:spPr>
          <a:xfrm rot="6141444">
            <a:off x="10161396" y="2728728"/>
            <a:ext cx="536331" cy="992274"/>
          </a:xfrm>
          <a:prstGeom prst="can">
            <a:avLst/>
          </a:prstGeom>
          <a:solidFill>
            <a:schemeClr val="bg1">
              <a:lumMod val="75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accent1"/>
              </a:solidFill>
            </a:endParaRPr>
          </a:p>
        </p:txBody>
      </p:sp>
      <p:cxnSp>
        <p:nvCxnSpPr>
          <p:cNvPr id="58" name="Straight Arrow Connector 57">
            <a:extLst>
              <a:ext uri="{FF2B5EF4-FFF2-40B4-BE49-F238E27FC236}">
                <a16:creationId xmlns:a16="http://schemas.microsoft.com/office/drawing/2014/main" id="{6E2FD7DF-909B-4DC2-95F9-502AB125DCF5}"/>
              </a:ext>
            </a:extLst>
          </p:cNvPr>
          <p:cNvCxnSpPr>
            <a:cxnSpLocks/>
          </p:cNvCxnSpPr>
          <p:nvPr/>
        </p:nvCxnSpPr>
        <p:spPr>
          <a:xfrm>
            <a:off x="10860904" y="3315510"/>
            <a:ext cx="692137" cy="150049"/>
          </a:xfrm>
          <a:prstGeom prst="straightConnector1">
            <a:avLst/>
          </a:prstGeom>
          <a:ln w="57150">
            <a:solidFill>
              <a:schemeClr val="accent3"/>
            </a:solidFill>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a:extLst>
              <a:ext uri="{FF2B5EF4-FFF2-40B4-BE49-F238E27FC236}">
                <a16:creationId xmlns:a16="http://schemas.microsoft.com/office/drawing/2014/main" id="{9122193A-9A33-43F9-BD3F-98755AEB46FC}"/>
              </a:ext>
            </a:extLst>
          </p:cNvPr>
          <p:cNvCxnSpPr>
            <a:cxnSpLocks/>
          </p:cNvCxnSpPr>
          <p:nvPr/>
        </p:nvCxnSpPr>
        <p:spPr>
          <a:xfrm flipV="1">
            <a:off x="10860904" y="2636555"/>
            <a:ext cx="42292" cy="678956"/>
          </a:xfrm>
          <a:prstGeom prst="straightConnector1">
            <a:avLst/>
          </a:prstGeom>
          <a:ln w="57150">
            <a:solidFill>
              <a:schemeClr val="accent6"/>
            </a:solidFill>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D8DFC809-23E9-45B2-A14E-7B1C06AD830A}"/>
              </a:ext>
            </a:extLst>
          </p:cNvPr>
          <p:cNvCxnSpPr>
            <a:cxnSpLocks/>
          </p:cNvCxnSpPr>
          <p:nvPr/>
        </p:nvCxnSpPr>
        <p:spPr>
          <a:xfrm flipH="1">
            <a:off x="10428627" y="3313459"/>
            <a:ext cx="424033" cy="346610"/>
          </a:xfrm>
          <a:prstGeom prst="straightConnector1">
            <a:avLst/>
          </a:prstGeom>
          <a:ln w="57150">
            <a:solidFill>
              <a:schemeClr val="accent6"/>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54F6842-D0AE-4273-BFE0-1DC11F6F68DF}"/>
                  </a:ext>
                </a:extLst>
              </p:cNvPr>
              <p:cNvSpPr txBox="1"/>
              <p:nvPr/>
            </p:nvSpPr>
            <p:spPr>
              <a:xfrm>
                <a:off x="11190304" y="2955280"/>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𝑉</m:t>
                          </m:r>
                        </m:e>
                        <m:sub>
                          <m:r>
                            <a:rPr lang="en-US" b="0" i="1" smtClean="0">
                              <a:solidFill>
                                <a:schemeClr val="accent3"/>
                              </a:solidFill>
                              <a:latin typeface="Cambria Math" panose="02040503050406030204" pitchFamily="18" charset="0"/>
                            </a:rPr>
                            <m:t>𝑧</m:t>
                          </m:r>
                        </m:sub>
                      </m:sSub>
                    </m:oMath>
                  </m:oMathPara>
                </a14:m>
                <a:endParaRPr lang="en-US" dirty="0">
                  <a:solidFill>
                    <a:schemeClr val="accent3"/>
                  </a:solidFill>
                </a:endParaRPr>
              </a:p>
            </p:txBody>
          </p:sp>
        </mc:Choice>
        <mc:Fallback xmlns="">
          <p:sp>
            <p:nvSpPr>
              <p:cNvPr id="61" name="TextBox 60">
                <a:extLst>
                  <a:ext uri="{FF2B5EF4-FFF2-40B4-BE49-F238E27FC236}">
                    <a16:creationId xmlns:a16="http://schemas.microsoft.com/office/drawing/2014/main" id="{854F6842-D0AE-4273-BFE0-1DC11F6F68DF}"/>
                  </a:ext>
                </a:extLst>
              </p:cNvPr>
              <p:cNvSpPr txBox="1">
                <a:spLocks noRot="1" noChangeAspect="1" noMove="1" noResize="1" noEditPoints="1" noAdjustHandles="1" noChangeArrowheads="1" noChangeShapeType="1" noTextEdit="1"/>
              </p:cNvSpPr>
              <p:nvPr/>
            </p:nvSpPr>
            <p:spPr>
              <a:xfrm>
                <a:off x="11190304" y="2955280"/>
                <a:ext cx="360485"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1A5AC8A-BDA8-4FA3-A554-7A8E2834E30C}"/>
                  </a:ext>
                </a:extLst>
              </p:cNvPr>
              <p:cNvSpPr txBox="1"/>
              <p:nvPr/>
            </p:nvSpPr>
            <p:spPr>
              <a:xfrm>
                <a:off x="10458729" y="2482679"/>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6"/>
                              </a:solidFill>
                              <a:latin typeface="Cambria Math" panose="02040503050406030204" pitchFamily="18" charset="0"/>
                            </a:rPr>
                          </m:ctrlPr>
                        </m:sSubPr>
                        <m:e>
                          <m:r>
                            <a:rPr lang="en-US" b="0" i="1" smtClean="0">
                              <a:solidFill>
                                <a:schemeClr val="accent6"/>
                              </a:solidFill>
                              <a:latin typeface="Cambria Math" panose="02040503050406030204" pitchFamily="18" charset="0"/>
                            </a:rPr>
                            <m:t>𝐶</m:t>
                          </m:r>
                        </m:e>
                        <m:sub>
                          <m:r>
                            <a:rPr lang="en-US" b="0" i="1" smtClean="0">
                              <a:solidFill>
                                <a:schemeClr val="accent6"/>
                              </a:solidFill>
                              <a:latin typeface="Cambria Math" panose="02040503050406030204" pitchFamily="18" charset="0"/>
                            </a:rPr>
                            <m:t>𝑥</m:t>
                          </m:r>
                        </m:sub>
                      </m:sSub>
                    </m:oMath>
                  </m:oMathPara>
                </a14:m>
                <a:endParaRPr lang="en-US" dirty="0">
                  <a:solidFill>
                    <a:schemeClr val="accent6"/>
                  </a:solidFill>
                </a:endParaRPr>
              </a:p>
            </p:txBody>
          </p:sp>
        </mc:Choice>
        <mc:Fallback xmlns="">
          <p:sp>
            <p:nvSpPr>
              <p:cNvPr id="62" name="TextBox 61">
                <a:extLst>
                  <a:ext uri="{FF2B5EF4-FFF2-40B4-BE49-F238E27FC236}">
                    <a16:creationId xmlns:a16="http://schemas.microsoft.com/office/drawing/2014/main" id="{31A5AC8A-BDA8-4FA3-A554-7A8E2834E30C}"/>
                  </a:ext>
                </a:extLst>
              </p:cNvPr>
              <p:cNvSpPr txBox="1">
                <a:spLocks noRot="1" noChangeAspect="1" noMove="1" noResize="1" noEditPoints="1" noAdjustHandles="1" noChangeArrowheads="1" noChangeShapeType="1" noTextEdit="1"/>
              </p:cNvSpPr>
              <p:nvPr/>
            </p:nvSpPr>
            <p:spPr>
              <a:xfrm>
                <a:off x="10458729" y="2482679"/>
                <a:ext cx="360485"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8647B7F-E68A-44BC-98FD-E76A63E578D3}"/>
                  </a:ext>
                </a:extLst>
              </p:cNvPr>
              <p:cNvSpPr txBox="1"/>
              <p:nvPr/>
            </p:nvSpPr>
            <p:spPr>
              <a:xfrm>
                <a:off x="10068142" y="3435106"/>
                <a:ext cx="360485" cy="391261"/>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6"/>
                              </a:solidFill>
                              <a:latin typeface="Cambria Math" panose="02040503050406030204" pitchFamily="18" charset="0"/>
                            </a:rPr>
                          </m:ctrlPr>
                        </m:sSubPr>
                        <m:e>
                          <m:r>
                            <a:rPr lang="en-US" b="0" i="1" smtClean="0">
                              <a:solidFill>
                                <a:schemeClr val="accent6"/>
                              </a:solidFill>
                              <a:latin typeface="Cambria Math" panose="02040503050406030204" pitchFamily="18" charset="0"/>
                            </a:rPr>
                            <m:t>𝐶</m:t>
                          </m:r>
                        </m:e>
                        <m:sub>
                          <m:r>
                            <a:rPr lang="en-US" b="0" i="1" smtClean="0">
                              <a:solidFill>
                                <a:schemeClr val="accent6"/>
                              </a:solidFill>
                              <a:latin typeface="Cambria Math" panose="02040503050406030204" pitchFamily="18" charset="0"/>
                            </a:rPr>
                            <m:t>𝑦</m:t>
                          </m:r>
                        </m:sub>
                      </m:sSub>
                    </m:oMath>
                  </m:oMathPara>
                </a14:m>
                <a:endParaRPr lang="en-US" dirty="0">
                  <a:solidFill>
                    <a:schemeClr val="accent6"/>
                  </a:solidFill>
                </a:endParaRPr>
              </a:p>
            </p:txBody>
          </p:sp>
        </mc:Choice>
        <mc:Fallback xmlns="">
          <p:sp>
            <p:nvSpPr>
              <p:cNvPr id="63" name="TextBox 62">
                <a:extLst>
                  <a:ext uri="{FF2B5EF4-FFF2-40B4-BE49-F238E27FC236}">
                    <a16:creationId xmlns:a16="http://schemas.microsoft.com/office/drawing/2014/main" id="{E8647B7F-E68A-44BC-98FD-E76A63E578D3}"/>
                  </a:ext>
                </a:extLst>
              </p:cNvPr>
              <p:cNvSpPr txBox="1">
                <a:spLocks noRot="1" noChangeAspect="1" noMove="1" noResize="1" noEditPoints="1" noAdjustHandles="1" noChangeArrowheads="1" noChangeShapeType="1" noTextEdit="1"/>
              </p:cNvSpPr>
              <p:nvPr/>
            </p:nvSpPr>
            <p:spPr>
              <a:xfrm>
                <a:off x="10068142" y="3435106"/>
                <a:ext cx="360485" cy="391261"/>
              </a:xfrm>
              <a:prstGeom prst="rect">
                <a:avLst/>
              </a:prstGeom>
              <a:blipFill>
                <a:blip r:embed="rId18"/>
                <a:stretch>
                  <a:fillRect r="-8475" b="-3125"/>
                </a:stretch>
              </a:blipFill>
            </p:spPr>
            <p:txBody>
              <a:bodyPr/>
              <a:lstStyle/>
              <a:p>
                <a:r>
                  <a:rPr lang="en-US">
                    <a:noFill/>
                  </a:rPr>
                  <a:t> </a:t>
                </a:r>
              </a:p>
            </p:txBody>
          </p:sp>
        </mc:Fallback>
      </mc:AlternateContent>
      <p:sp>
        <p:nvSpPr>
          <p:cNvPr id="64" name="TextBox 63">
            <a:extLst>
              <a:ext uri="{FF2B5EF4-FFF2-40B4-BE49-F238E27FC236}">
                <a16:creationId xmlns:a16="http://schemas.microsoft.com/office/drawing/2014/main" id="{BAE34FA4-EF7E-478E-8CDC-4D74D6E277B1}"/>
              </a:ext>
            </a:extLst>
          </p:cNvPr>
          <p:cNvSpPr txBox="1"/>
          <p:nvPr/>
        </p:nvSpPr>
        <p:spPr>
          <a:xfrm>
            <a:off x="9813874" y="1793000"/>
            <a:ext cx="1809248" cy="646331"/>
          </a:xfrm>
          <a:prstGeom prst="rect">
            <a:avLst/>
          </a:prstGeom>
          <a:noFill/>
        </p:spPr>
        <p:txBody>
          <a:bodyPr wrap="square" rtlCol="0">
            <a:spAutoFit/>
          </a:bodyPr>
          <a:lstStyle/>
          <a:p>
            <a:pPr algn="ctr"/>
            <a:r>
              <a:rPr lang="en-US" dirty="0"/>
              <a:t>Mixed Position &amp; Compliance</a:t>
            </a:r>
          </a:p>
        </p:txBody>
      </p:sp>
    </p:spTree>
    <p:extLst>
      <p:ext uri="{BB962C8B-B14F-4D97-AF65-F5344CB8AC3E}">
        <p14:creationId xmlns:p14="http://schemas.microsoft.com/office/powerpoint/2010/main" val="3911799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45F472-E7D0-4447-B6B2-79EE9F933304}"/>
              </a:ext>
            </a:extLst>
          </p:cNvPr>
          <p:cNvSpPr>
            <a:spLocks noGrp="1"/>
          </p:cNvSpPr>
          <p:nvPr>
            <p:ph type="title"/>
          </p:nvPr>
        </p:nvSpPr>
        <p:spPr/>
        <p:txBody>
          <a:bodyPr/>
          <a:lstStyle/>
          <a:p>
            <a:r>
              <a:rPr lang="en-US" dirty="0"/>
              <a:t>Subfunctions Summary</a:t>
            </a:r>
          </a:p>
        </p:txBody>
      </p:sp>
      <p:sp>
        <p:nvSpPr>
          <p:cNvPr id="4" name="Text Placeholder 3">
            <a:extLst>
              <a:ext uri="{FF2B5EF4-FFF2-40B4-BE49-F238E27FC236}">
                <a16:creationId xmlns:a16="http://schemas.microsoft.com/office/drawing/2014/main" id="{4540C522-CA36-4FF5-BCAD-CC431A75ABD6}"/>
              </a:ext>
            </a:extLst>
          </p:cNvPr>
          <p:cNvSpPr>
            <a:spLocks noGrp="1"/>
          </p:cNvSpPr>
          <p:nvPr>
            <p:ph type="body" sz="quarter" idx="10"/>
          </p:nvPr>
        </p:nvSpPr>
        <p:spPr/>
        <p:txBody>
          <a:bodyPr/>
          <a:lstStyle/>
          <a:p>
            <a:r>
              <a:rPr lang="en-US" dirty="0"/>
              <a:t>The tasks these capabilities/tools need to enable</a:t>
            </a:r>
          </a:p>
        </p:txBody>
      </p:sp>
      <p:sp>
        <p:nvSpPr>
          <p:cNvPr id="5" name="Date Placeholder 4">
            <a:extLst>
              <a:ext uri="{FF2B5EF4-FFF2-40B4-BE49-F238E27FC236}">
                <a16:creationId xmlns:a16="http://schemas.microsoft.com/office/drawing/2014/main" id="{0795F965-6C53-4F66-9F5A-2818108FE2F0}"/>
              </a:ext>
            </a:extLst>
          </p:cNvPr>
          <p:cNvSpPr>
            <a:spLocks noGrp="1"/>
          </p:cNvSpPr>
          <p:nvPr>
            <p:ph type="dt" sz="half" idx="18"/>
          </p:nvPr>
        </p:nvSpPr>
        <p:spPr/>
        <p:txBody>
          <a:bodyPr/>
          <a:lstStyle/>
          <a:p>
            <a:r>
              <a:rPr lang="en-US"/>
              <a:t>DD/MM/YYYY</a:t>
            </a:r>
          </a:p>
        </p:txBody>
      </p:sp>
      <p:sp>
        <p:nvSpPr>
          <p:cNvPr id="6" name="Footer Placeholder 5">
            <a:extLst>
              <a:ext uri="{FF2B5EF4-FFF2-40B4-BE49-F238E27FC236}">
                <a16:creationId xmlns:a16="http://schemas.microsoft.com/office/drawing/2014/main" id="{DE8AF88F-EAA4-40EC-9343-488B4BA4210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D1DC6D58-E490-42B1-9D15-2CC93FDC2B5F}"/>
              </a:ext>
            </a:extLst>
          </p:cNvPr>
          <p:cNvSpPr>
            <a:spLocks noGrp="1"/>
          </p:cNvSpPr>
          <p:nvPr>
            <p:ph type="sldNum" sz="quarter" idx="20"/>
          </p:nvPr>
        </p:nvSpPr>
        <p:spPr/>
        <p:txBody>
          <a:bodyPr/>
          <a:lstStyle/>
          <a:p>
            <a:fld id="{2D04F4CF-F641-6E4E-8F87-8EB8AA2BFA51}" type="slidenum">
              <a:rPr lang="en-US" smtClean="0"/>
              <a:pPr/>
              <a:t>4</a:t>
            </a:fld>
            <a:endParaRPr lang="en-US"/>
          </a:p>
        </p:txBody>
      </p:sp>
      <p:sp>
        <p:nvSpPr>
          <p:cNvPr id="12" name="Cylinder 11">
            <a:extLst>
              <a:ext uri="{FF2B5EF4-FFF2-40B4-BE49-F238E27FC236}">
                <a16:creationId xmlns:a16="http://schemas.microsoft.com/office/drawing/2014/main" id="{EFCAB679-4478-4EC6-A0D8-144FA65C2639}"/>
              </a:ext>
            </a:extLst>
          </p:cNvPr>
          <p:cNvSpPr/>
          <p:nvPr/>
        </p:nvSpPr>
        <p:spPr>
          <a:xfrm rot="6141444">
            <a:off x="630868" y="2567926"/>
            <a:ext cx="536331" cy="992274"/>
          </a:xfrm>
          <a:prstGeom prst="can">
            <a:avLst/>
          </a:prstGeom>
          <a:solidFill>
            <a:schemeClr val="bg1">
              <a:lumMod val="75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14CEF12-7FFB-4F6A-848A-A01D0A7DA71F}"/>
              </a:ext>
            </a:extLst>
          </p:cNvPr>
          <p:cNvSpPr txBox="1"/>
          <p:nvPr/>
        </p:nvSpPr>
        <p:spPr>
          <a:xfrm>
            <a:off x="326839" y="2004279"/>
            <a:ext cx="1761520" cy="369332"/>
          </a:xfrm>
          <a:prstGeom prst="rect">
            <a:avLst/>
          </a:prstGeom>
          <a:noFill/>
        </p:spPr>
        <p:txBody>
          <a:bodyPr wrap="square" rtlCol="0">
            <a:spAutoFit/>
          </a:bodyPr>
          <a:lstStyle/>
          <a:p>
            <a:pPr algn="ctr"/>
            <a:r>
              <a:rPr lang="en-US" dirty="0"/>
              <a:t>Tool Tip Frame</a:t>
            </a:r>
          </a:p>
        </p:txBody>
      </p:sp>
      <p:cxnSp>
        <p:nvCxnSpPr>
          <p:cNvPr id="14" name="Straight Arrow Connector 13">
            <a:extLst>
              <a:ext uri="{FF2B5EF4-FFF2-40B4-BE49-F238E27FC236}">
                <a16:creationId xmlns:a16="http://schemas.microsoft.com/office/drawing/2014/main" id="{116E58C0-334E-4F19-9F28-E2B7028E56C4}"/>
              </a:ext>
            </a:extLst>
          </p:cNvPr>
          <p:cNvCxnSpPr>
            <a:cxnSpLocks/>
          </p:cNvCxnSpPr>
          <p:nvPr/>
        </p:nvCxnSpPr>
        <p:spPr>
          <a:xfrm>
            <a:off x="1330376" y="3154708"/>
            <a:ext cx="692137" cy="150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96418639-1179-4593-B1C0-CC8B906B4ECB}"/>
              </a:ext>
            </a:extLst>
          </p:cNvPr>
          <p:cNvCxnSpPr>
            <a:cxnSpLocks/>
          </p:cNvCxnSpPr>
          <p:nvPr/>
        </p:nvCxnSpPr>
        <p:spPr>
          <a:xfrm flipV="1">
            <a:off x="1330376" y="2475753"/>
            <a:ext cx="42292" cy="6789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202410DE-C056-4139-B6F0-BC478545D020}"/>
              </a:ext>
            </a:extLst>
          </p:cNvPr>
          <p:cNvCxnSpPr>
            <a:cxnSpLocks/>
          </p:cNvCxnSpPr>
          <p:nvPr/>
        </p:nvCxnSpPr>
        <p:spPr>
          <a:xfrm flipH="1">
            <a:off x="898099" y="3152657"/>
            <a:ext cx="424033" cy="3466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ED0C89F2-A8CC-46C1-8BF8-6BB2BFE18AC8}"/>
              </a:ext>
            </a:extLst>
          </p:cNvPr>
          <p:cNvSpPr txBox="1"/>
          <p:nvPr/>
        </p:nvSpPr>
        <p:spPr>
          <a:xfrm>
            <a:off x="391739" y="2894786"/>
            <a:ext cx="912952" cy="338554"/>
          </a:xfrm>
          <a:prstGeom prst="rect">
            <a:avLst/>
          </a:prstGeom>
          <a:noFill/>
        </p:spPr>
        <p:txBody>
          <a:bodyPr wrap="square" rtlCol="0">
            <a:spAutoFit/>
          </a:bodyPr>
          <a:lstStyle/>
          <a:p>
            <a:pPr algn="ctr"/>
            <a:r>
              <a:rPr lang="en-US" sz="1600" dirty="0"/>
              <a:t>Tool Tip</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4961676-67B2-4353-A5CF-CEAB319E95F7}"/>
                  </a:ext>
                </a:extLst>
              </p:cNvPr>
              <p:cNvSpPr txBox="1"/>
              <p:nvPr/>
            </p:nvSpPr>
            <p:spPr>
              <a:xfrm>
                <a:off x="1633586" y="2899911"/>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𝑧</m:t>
                      </m:r>
                    </m:oMath>
                  </m:oMathPara>
                </a14:m>
                <a:endParaRPr lang="en-US" dirty="0">
                  <a:solidFill>
                    <a:schemeClr val="tx1"/>
                  </a:solidFill>
                </a:endParaRPr>
              </a:p>
            </p:txBody>
          </p:sp>
        </mc:Choice>
        <mc:Fallback xmlns="">
          <p:sp>
            <p:nvSpPr>
              <p:cNvPr id="18" name="TextBox 17">
                <a:extLst>
                  <a:ext uri="{FF2B5EF4-FFF2-40B4-BE49-F238E27FC236}">
                    <a16:creationId xmlns:a16="http://schemas.microsoft.com/office/drawing/2014/main" id="{A4961676-67B2-4353-A5CF-CEAB319E95F7}"/>
                  </a:ext>
                </a:extLst>
              </p:cNvPr>
              <p:cNvSpPr txBox="1">
                <a:spLocks noRot="1" noChangeAspect="1" noMove="1" noResize="1" noEditPoints="1" noAdjustHandles="1" noChangeArrowheads="1" noChangeShapeType="1" noTextEdit="1"/>
              </p:cNvSpPr>
              <p:nvPr/>
            </p:nvSpPr>
            <p:spPr>
              <a:xfrm>
                <a:off x="1633586" y="2899911"/>
                <a:ext cx="360485"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FDE14E2-B79A-4F5E-9E5F-3EEF3ACE4004}"/>
                  </a:ext>
                </a:extLst>
              </p:cNvPr>
              <p:cNvSpPr txBox="1"/>
              <p:nvPr/>
            </p:nvSpPr>
            <p:spPr>
              <a:xfrm>
                <a:off x="975211" y="2387799"/>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oMath>
                  </m:oMathPara>
                </a14:m>
                <a:endParaRPr lang="en-US" dirty="0">
                  <a:solidFill>
                    <a:schemeClr val="tx1"/>
                  </a:solidFill>
                </a:endParaRPr>
              </a:p>
            </p:txBody>
          </p:sp>
        </mc:Choice>
        <mc:Fallback xmlns="">
          <p:sp>
            <p:nvSpPr>
              <p:cNvPr id="19" name="TextBox 18">
                <a:extLst>
                  <a:ext uri="{FF2B5EF4-FFF2-40B4-BE49-F238E27FC236}">
                    <a16:creationId xmlns:a16="http://schemas.microsoft.com/office/drawing/2014/main" id="{3FDE14E2-B79A-4F5E-9E5F-3EEF3ACE4004}"/>
                  </a:ext>
                </a:extLst>
              </p:cNvPr>
              <p:cNvSpPr txBox="1">
                <a:spLocks noRot="1" noChangeAspect="1" noMove="1" noResize="1" noEditPoints="1" noAdjustHandles="1" noChangeArrowheads="1" noChangeShapeType="1" noTextEdit="1"/>
              </p:cNvSpPr>
              <p:nvPr/>
            </p:nvSpPr>
            <p:spPr>
              <a:xfrm>
                <a:off x="975211" y="2387799"/>
                <a:ext cx="360485"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DC905DD-D3E6-4F01-ACB9-81478B2E3740}"/>
                  </a:ext>
                </a:extLst>
              </p:cNvPr>
              <p:cNvSpPr txBox="1"/>
              <p:nvPr/>
            </p:nvSpPr>
            <p:spPr>
              <a:xfrm>
                <a:off x="609312" y="3299510"/>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𝑦</m:t>
                      </m:r>
                    </m:oMath>
                  </m:oMathPara>
                </a14:m>
                <a:endParaRPr lang="en-US" dirty="0">
                  <a:solidFill>
                    <a:schemeClr val="tx1"/>
                  </a:solidFill>
                </a:endParaRPr>
              </a:p>
            </p:txBody>
          </p:sp>
        </mc:Choice>
        <mc:Fallback xmlns="">
          <p:sp>
            <p:nvSpPr>
              <p:cNvPr id="20" name="TextBox 19">
                <a:extLst>
                  <a:ext uri="{FF2B5EF4-FFF2-40B4-BE49-F238E27FC236}">
                    <a16:creationId xmlns:a16="http://schemas.microsoft.com/office/drawing/2014/main" id="{2DC905DD-D3E6-4F01-ACB9-81478B2E3740}"/>
                  </a:ext>
                </a:extLst>
              </p:cNvPr>
              <p:cNvSpPr txBox="1">
                <a:spLocks noRot="1" noChangeAspect="1" noMove="1" noResize="1" noEditPoints="1" noAdjustHandles="1" noChangeArrowheads="1" noChangeShapeType="1" noTextEdit="1"/>
              </p:cNvSpPr>
              <p:nvPr/>
            </p:nvSpPr>
            <p:spPr>
              <a:xfrm>
                <a:off x="609312" y="3299510"/>
                <a:ext cx="360485" cy="369332"/>
              </a:xfrm>
              <a:prstGeom prst="rect">
                <a:avLst/>
              </a:prstGeom>
              <a:blipFill>
                <a:blip r:embed="rId4"/>
                <a:stretch>
                  <a:fillRect b="-8197"/>
                </a:stretch>
              </a:blipFill>
            </p:spPr>
            <p:txBody>
              <a:bodyPr/>
              <a:lstStyle/>
              <a:p>
                <a:r>
                  <a:rPr lang="en-US">
                    <a:noFill/>
                  </a:rPr>
                  <a:t> </a:t>
                </a:r>
              </a:p>
            </p:txBody>
          </p:sp>
        </mc:Fallback>
      </mc:AlternateContent>
      <p:sp>
        <p:nvSpPr>
          <p:cNvPr id="21" name="Cylinder 20">
            <a:extLst>
              <a:ext uri="{FF2B5EF4-FFF2-40B4-BE49-F238E27FC236}">
                <a16:creationId xmlns:a16="http://schemas.microsoft.com/office/drawing/2014/main" id="{CDF164AF-1C54-4AB7-AFB2-BD4037F226FC}"/>
              </a:ext>
            </a:extLst>
          </p:cNvPr>
          <p:cNvSpPr/>
          <p:nvPr/>
        </p:nvSpPr>
        <p:spPr>
          <a:xfrm rot="6141444">
            <a:off x="2727203" y="2675936"/>
            <a:ext cx="536331" cy="992274"/>
          </a:xfrm>
          <a:prstGeom prst="can">
            <a:avLst/>
          </a:prstGeom>
          <a:solidFill>
            <a:schemeClr val="bg1">
              <a:lumMod val="75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rgbClr val="C00000"/>
              </a:solidFill>
            </a:endParaRPr>
          </a:p>
        </p:txBody>
      </p:sp>
      <p:cxnSp>
        <p:nvCxnSpPr>
          <p:cNvPr id="22" name="Straight Arrow Connector 21">
            <a:extLst>
              <a:ext uri="{FF2B5EF4-FFF2-40B4-BE49-F238E27FC236}">
                <a16:creationId xmlns:a16="http://schemas.microsoft.com/office/drawing/2014/main" id="{EC76C187-50D7-40EE-B158-4504E15D67FA}"/>
              </a:ext>
            </a:extLst>
          </p:cNvPr>
          <p:cNvCxnSpPr>
            <a:cxnSpLocks/>
          </p:cNvCxnSpPr>
          <p:nvPr/>
        </p:nvCxnSpPr>
        <p:spPr>
          <a:xfrm>
            <a:off x="3426711" y="3262718"/>
            <a:ext cx="692137" cy="150049"/>
          </a:xfrm>
          <a:prstGeom prst="straightConnector1">
            <a:avLst/>
          </a:prstGeom>
          <a:ln w="5715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D66CDDC1-83FF-4167-9645-E324EB485D64}"/>
              </a:ext>
            </a:extLst>
          </p:cNvPr>
          <p:cNvCxnSpPr>
            <a:cxnSpLocks/>
          </p:cNvCxnSpPr>
          <p:nvPr/>
        </p:nvCxnSpPr>
        <p:spPr>
          <a:xfrm flipV="1">
            <a:off x="3426711" y="2583763"/>
            <a:ext cx="42292" cy="678956"/>
          </a:xfrm>
          <a:prstGeom prst="straightConnector1">
            <a:avLst/>
          </a:prstGeom>
          <a:ln w="5715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1045A86E-36FF-4B22-83FD-392397994D91}"/>
              </a:ext>
            </a:extLst>
          </p:cNvPr>
          <p:cNvCxnSpPr>
            <a:cxnSpLocks/>
          </p:cNvCxnSpPr>
          <p:nvPr/>
        </p:nvCxnSpPr>
        <p:spPr>
          <a:xfrm flipH="1">
            <a:off x="2994434" y="3260667"/>
            <a:ext cx="424033" cy="346610"/>
          </a:xfrm>
          <a:prstGeom prst="straightConnector1">
            <a:avLst/>
          </a:prstGeom>
          <a:ln w="57150">
            <a:solidFill>
              <a:srgbClr val="C0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9E659EF-B744-4B2B-8DCB-FC06C534FD6B}"/>
                  </a:ext>
                </a:extLst>
              </p:cNvPr>
              <p:cNvSpPr txBox="1"/>
              <p:nvPr/>
            </p:nvSpPr>
            <p:spPr>
              <a:xfrm>
                <a:off x="3756111" y="2902488"/>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𝑧</m:t>
                          </m:r>
                        </m:sub>
                      </m:sSub>
                    </m:oMath>
                  </m:oMathPara>
                </a14:m>
                <a:endParaRPr lang="en-US" dirty="0">
                  <a:solidFill>
                    <a:srgbClr val="C00000"/>
                  </a:solidFill>
                </a:endParaRPr>
              </a:p>
            </p:txBody>
          </p:sp>
        </mc:Choice>
        <mc:Fallback xmlns="">
          <p:sp>
            <p:nvSpPr>
              <p:cNvPr id="25" name="TextBox 24">
                <a:extLst>
                  <a:ext uri="{FF2B5EF4-FFF2-40B4-BE49-F238E27FC236}">
                    <a16:creationId xmlns:a16="http://schemas.microsoft.com/office/drawing/2014/main" id="{99E659EF-B744-4B2B-8DCB-FC06C534FD6B}"/>
                  </a:ext>
                </a:extLst>
              </p:cNvPr>
              <p:cNvSpPr txBox="1">
                <a:spLocks noRot="1" noChangeAspect="1" noMove="1" noResize="1" noEditPoints="1" noAdjustHandles="1" noChangeArrowheads="1" noChangeShapeType="1" noTextEdit="1"/>
              </p:cNvSpPr>
              <p:nvPr/>
            </p:nvSpPr>
            <p:spPr>
              <a:xfrm>
                <a:off x="3756111" y="2902488"/>
                <a:ext cx="360485"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BBF8DDF-CE5E-4EA0-A58B-91700CB96B30}"/>
                  </a:ext>
                </a:extLst>
              </p:cNvPr>
              <p:cNvSpPr txBox="1"/>
              <p:nvPr/>
            </p:nvSpPr>
            <p:spPr>
              <a:xfrm>
                <a:off x="3024536" y="2429887"/>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𝑥</m:t>
                          </m:r>
                        </m:sub>
                      </m:sSub>
                    </m:oMath>
                  </m:oMathPara>
                </a14:m>
                <a:endParaRPr lang="en-US" dirty="0">
                  <a:solidFill>
                    <a:srgbClr val="C00000"/>
                  </a:solidFill>
                </a:endParaRPr>
              </a:p>
            </p:txBody>
          </p:sp>
        </mc:Choice>
        <mc:Fallback xmlns="">
          <p:sp>
            <p:nvSpPr>
              <p:cNvPr id="26" name="TextBox 25">
                <a:extLst>
                  <a:ext uri="{FF2B5EF4-FFF2-40B4-BE49-F238E27FC236}">
                    <a16:creationId xmlns:a16="http://schemas.microsoft.com/office/drawing/2014/main" id="{EBBF8DDF-CE5E-4EA0-A58B-91700CB96B30}"/>
                  </a:ext>
                </a:extLst>
              </p:cNvPr>
              <p:cNvSpPr txBox="1">
                <a:spLocks noRot="1" noChangeAspect="1" noMove="1" noResize="1" noEditPoints="1" noAdjustHandles="1" noChangeArrowheads="1" noChangeShapeType="1" noTextEdit="1"/>
              </p:cNvSpPr>
              <p:nvPr/>
            </p:nvSpPr>
            <p:spPr>
              <a:xfrm>
                <a:off x="3024536" y="2429887"/>
                <a:ext cx="36048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42669B4-6FB9-4A4C-9D53-9A48A34B136E}"/>
                  </a:ext>
                </a:extLst>
              </p:cNvPr>
              <p:cNvSpPr txBox="1"/>
              <p:nvPr/>
            </p:nvSpPr>
            <p:spPr>
              <a:xfrm>
                <a:off x="2633949" y="3382314"/>
                <a:ext cx="360485" cy="391261"/>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𝑦</m:t>
                          </m:r>
                        </m:sub>
                      </m:sSub>
                    </m:oMath>
                  </m:oMathPara>
                </a14:m>
                <a:endParaRPr lang="en-US" dirty="0">
                  <a:solidFill>
                    <a:srgbClr val="C00000"/>
                  </a:solidFill>
                </a:endParaRPr>
              </a:p>
            </p:txBody>
          </p:sp>
        </mc:Choice>
        <mc:Fallback xmlns="">
          <p:sp>
            <p:nvSpPr>
              <p:cNvPr id="27" name="TextBox 26">
                <a:extLst>
                  <a:ext uri="{FF2B5EF4-FFF2-40B4-BE49-F238E27FC236}">
                    <a16:creationId xmlns:a16="http://schemas.microsoft.com/office/drawing/2014/main" id="{042669B4-6FB9-4A4C-9D53-9A48A34B136E}"/>
                  </a:ext>
                </a:extLst>
              </p:cNvPr>
              <p:cNvSpPr txBox="1">
                <a:spLocks noRot="1" noChangeAspect="1" noMove="1" noResize="1" noEditPoints="1" noAdjustHandles="1" noChangeArrowheads="1" noChangeShapeType="1" noTextEdit="1"/>
              </p:cNvSpPr>
              <p:nvPr/>
            </p:nvSpPr>
            <p:spPr>
              <a:xfrm>
                <a:off x="2633949" y="3382314"/>
                <a:ext cx="360485" cy="391261"/>
              </a:xfrm>
              <a:prstGeom prst="rect">
                <a:avLst/>
              </a:prstGeom>
              <a:blipFill>
                <a:blip r:embed="rId7"/>
                <a:stretch>
                  <a:fillRect b="-3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C1880C1-D6B8-41BF-9493-5E9B370238DD}"/>
                  </a:ext>
                </a:extLst>
              </p:cNvPr>
              <p:cNvSpPr txBox="1"/>
              <p:nvPr/>
            </p:nvSpPr>
            <p:spPr>
              <a:xfrm>
                <a:off x="2571979" y="3768437"/>
                <a:ext cx="1667337" cy="369332"/>
              </a:xfrm>
              <a:prstGeom prst="rect">
                <a:avLst/>
              </a:prstGeom>
              <a:noFill/>
            </p:spPr>
            <p:txBody>
              <a:bodyPr wrap="square" rtlCol="0">
                <a:spAutoFit/>
              </a:bodyPr>
              <a:lstStyle/>
              <a:p>
                <a:pPr algn="ctr"/>
                <a14:m>
                  <m:oMath xmlns:m="http://schemas.openxmlformats.org/officeDocument/2006/math">
                    <m:r>
                      <a:rPr lang="en-US" b="0" i="1" smtClean="0">
                        <a:latin typeface="Cambria Math" panose="02040503050406030204" pitchFamily="18" charset="0"/>
                      </a:rPr>
                      <m:t>𝐹</m:t>
                    </m:r>
                  </m:oMath>
                </a14:m>
                <a:r>
                  <a:rPr lang="en-US" dirty="0"/>
                  <a:t> = force</a:t>
                </a:r>
              </a:p>
            </p:txBody>
          </p:sp>
        </mc:Choice>
        <mc:Fallback xmlns="">
          <p:sp>
            <p:nvSpPr>
              <p:cNvPr id="28" name="TextBox 27">
                <a:extLst>
                  <a:ext uri="{FF2B5EF4-FFF2-40B4-BE49-F238E27FC236}">
                    <a16:creationId xmlns:a16="http://schemas.microsoft.com/office/drawing/2014/main" id="{3C1880C1-D6B8-41BF-9493-5E9B370238DD}"/>
                  </a:ext>
                </a:extLst>
              </p:cNvPr>
              <p:cNvSpPr txBox="1">
                <a:spLocks noRot="1" noChangeAspect="1" noMove="1" noResize="1" noEditPoints="1" noAdjustHandles="1" noChangeArrowheads="1" noChangeShapeType="1" noTextEdit="1"/>
              </p:cNvSpPr>
              <p:nvPr/>
            </p:nvSpPr>
            <p:spPr>
              <a:xfrm>
                <a:off x="2571979" y="3768437"/>
                <a:ext cx="1667337" cy="369332"/>
              </a:xfrm>
              <a:prstGeom prst="rect">
                <a:avLst/>
              </a:prstGeom>
              <a:blipFill>
                <a:blip r:embed="rId8"/>
                <a:stretch>
                  <a:fillRect t="-8197" b="-24590"/>
                </a:stretch>
              </a:blipFill>
            </p:spPr>
            <p:txBody>
              <a:bodyPr/>
              <a:lstStyle/>
              <a:p>
                <a:r>
                  <a:rPr lang="en-US">
                    <a:noFill/>
                  </a:rPr>
                  <a:t> </a:t>
                </a:r>
              </a:p>
            </p:txBody>
          </p:sp>
        </mc:Fallback>
      </mc:AlternateContent>
      <p:sp>
        <p:nvSpPr>
          <p:cNvPr id="29" name="Cylinder 28">
            <a:extLst>
              <a:ext uri="{FF2B5EF4-FFF2-40B4-BE49-F238E27FC236}">
                <a16:creationId xmlns:a16="http://schemas.microsoft.com/office/drawing/2014/main" id="{06566E26-CA97-4310-8D39-0B184298A311}"/>
              </a:ext>
            </a:extLst>
          </p:cNvPr>
          <p:cNvSpPr/>
          <p:nvPr/>
        </p:nvSpPr>
        <p:spPr>
          <a:xfrm rot="6141444">
            <a:off x="5078936" y="2751663"/>
            <a:ext cx="536331" cy="992274"/>
          </a:xfrm>
          <a:prstGeom prst="can">
            <a:avLst/>
          </a:prstGeom>
          <a:solidFill>
            <a:schemeClr val="bg1">
              <a:lumMod val="75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accent1"/>
              </a:solidFill>
            </a:endParaRPr>
          </a:p>
        </p:txBody>
      </p:sp>
      <p:cxnSp>
        <p:nvCxnSpPr>
          <p:cNvPr id="30" name="Straight Arrow Connector 29">
            <a:extLst>
              <a:ext uri="{FF2B5EF4-FFF2-40B4-BE49-F238E27FC236}">
                <a16:creationId xmlns:a16="http://schemas.microsoft.com/office/drawing/2014/main" id="{8025C069-68FB-4D74-8B66-138AA1A49BF9}"/>
              </a:ext>
            </a:extLst>
          </p:cNvPr>
          <p:cNvCxnSpPr>
            <a:cxnSpLocks/>
          </p:cNvCxnSpPr>
          <p:nvPr/>
        </p:nvCxnSpPr>
        <p:spPr>
          <a:xfrm>
            <a:off x="5778444" y="3338445"/>
            <a:ext cx="692137" cy="150049"/>
          </a:xfrm>
          <a:prstGeom prst="straightConnector1">
            <a:avLst/>
          </a:prstGeom>
          <a:ln w="57150">
            <a:solidFill>
              <a:schemeClr val="accent3"/>
            </a:solidFill>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D762E322-ABA0-4699-A2EB-5AE9D8B33CCD}"/>
              </a:ext>
            </a:extLst>
          </p:cNvPr>
          <p:cNvCxnSpPr>
            <a:cxnSpLocks/>
          </p:cNvCxnSpPr>
          <p:nvPr/>
        </p:nvCxnSpPr>
        <p:spPr>
          <a:xfrm flipV="1">
            <a:off x="5778444" y="2659490"/>
            <a:ext cx="42292" cy="678956"/>
          </a:xfrm>
          <a:prstGeom prst="straightConnector1">
            <a:avLst/>
          </a:prstGeom>
          <a:ln w="57150">
            <a:solidFill>
              <a:schemeClr val="accent3"/>
            </a:solidFill>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D9CF4962-8949-400C-8F2C-6C419032E731}"/>
              </a:ext>
            </a:extLst>
          </p:cNvPr>
          <p:cNvCxnSpPr>
            <a:cxnSpLocks/>
          </p:cNvCxnSpPr>
          <p:nvPr/>
        </p:nvCxnSpPr>
        <p:spPr>
          <a:xfrm flipH="1">
            <a:off x="5346167" y="3336394"/>
            <a:ext cx="424033" cy="346610"/>
          </a:xfrm>
          <a:prstGeom prst="straightConnector1">
            <a:avLst/>
          </a:prstGeom>
          <a:ln w="57150">
            <a:solidFill>
              <a:schemeClr val="accent3"/>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EC30585-AD15-4222-9908-5DD770EB19C2}"/>
                  </a:ext>
                </a:extLst>
              </p:cNvPr>
              <p:cNvSpPr txBox="1"/>
              <p:nvPr/>
            </p:nvSpPr>
            <p:spPr>
              <a:xfrm>
                <a:off x="6107844" y="2978215"/>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𝑉</m:t>
                          </m:r>
                        </m:e>
                        <m:sub>
                          <m:r>
                            <a:rPr lang="en-US" b="0" i="1" smtClean="0">
                              <a:solidFill>
                                <a:schemeClr val="accent3"/>
                              </a:solidFill>
                              <a:latin typeface="Cambria Math" panose="02040503050406030204" pitchFamily="18" charset="0"/>
                            </a:rPr>
                            <m:t>𝑧</m:t>
                          </m:r>
                        </m:sub>
                      </m:sSub>
                    </m:oMath>
                  </m:oMathPara>
                </a14:m>
                <a:endParaRPr lang="en-US" dirty="0">
                  <a:solidFill>
                    <a:schemeClr val="accent3"/>
                  </a:solidFill>
                </a:endParaRPr>
              </a:p>
            </p:txBody>
          </p:sp>
        </mc:Choice>
        <mc:Fallback xmlns="">
          <p:sp>
            <p:nvSpPr>
              <p:cNvPr id="33" name="TextBox 32">
                <a:extLst>
                  <a:ext uri="{FF2B5EF4-FFF2-40B4-BE49-F238E27FC236}">
                    <a16:creationId xmlns:a16="http://schemas.microsoft.com/office/drawing/2014/main" id="{1EC30585-AD15-4222-9908-5DD770EB19C2}"/>
                  </a:ext>
                </a:extLst>
              </p:cNvPr>
              <p:cNvSpPr txBox="1">
                <a:spLocks noRot="1" noChangeAspect="1" noMove="1" noResize="1" noEditPoints="1" noAdjustHandles="1" noChangeArrowheads="1" noChangeShapeType="1" noTextEdit="1"/>
              </p:cNvSpPr>
              <p:nvPr/>
            </p:nvSpPr>
            <p:spPr>
              <a:xfrm>
                <a:off x="6107844" y="2978215"/>
                <a:ext cx="360485"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3CC4AD6-C8D2-4E57-B088-3A9583CAD748}"/>
                  </a:ext>
                </a:extLst>
              </p:cNvPr>
              <p:cNvSpPr txBox="1"/>
              <p:nvPr/>
            </p:nvSpPr>
            <p:spPr>
              <a:xfrm>
                <a:off x="5376269" y="2505614"/>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𝑉</m:t>
                          </m:r>
                        </m:e>
                        <m:sub>
                          <m:r>
                            <a:rPr lang="en-US" b="0" i="1" smtClean="0">
                              <a:solidFill>
                                <a:schemeClr val="accent3"/>
                              </a:solidFill>
                              <a:latin typeface="Cambria Math" panose="02040503050406030204" pitchFamily="18" charset="0"/>
                            </a:rPr>
                            <m:t>𝑥</m:t>
                          </m:r>
                        </m:sub>
                      </m:sSub>
                    </m:oMath>
                  </m:oMathPara>
                </a14:m>
                <a:endParaRPr lang="en-US" dirty="0">
                  <a:solidFill>
                    <a:schemeClr val="accent3"/>
                  </a:solidFill>
                </a:endParaRPr>
              </a:p>
            </p:txBody>
          </p:sp>
        </mc:Choice>
        <mc:Fallback xmlns="">
          <p:sp>
            <p:nvSpPr>
              <p:cNvPr id="34" name="TextBox 33">
                <a:extLst>
                  <a:ext uri="{FF2B5EF4-FFF2-40B4-BE49-F238E27FC236}">
                    <a16:creationId xmlns:a16="http://schemas.microsoft.com/office/drawing/2014/main" id="{53CC4AD6-C8D2-4E57-B088-3A9583CAD748}"/>
                  </a:ext>
                </a:extLst>
              </p:cNvPr>
              <p:cNvSpPr txBox="1">
                <a:spLocks noRot="1" noChangeAspect="1" noMove="1" noResize="1" noEditPoints="1" noAdjustHandles="1" noChangeArrowheads="1" noChangeShapeType="1" noTextEdit="1"/>
              </p:cNvSpPr>
              <p:nvPr/>
            </p:nvSpPr>
            <p:spPr>
              <a:xfrm>
                <a:off x="5376269" y="2505614"/>
                <a:ext cx="36048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DC47C58-A659-4CE3-BE8D-6D84E0DFA995}"/>
                  </a:ext>
                </a:extLst>
              </p:cNvPr>
              <p:cNvSpPr txBox="1"/>
              <p:nvPr/>
            </p:nvSpPr>
            <p:spPr>
              <a:xfrm>
                <a:off x="4985682" y="3458041"/>
                <a:ext cx="360485" cy="391261"/>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𝑉</m:t>
                          </m:r>
                        </m:e>
                        <m:sub>
                          <m:r>
                            <a:rPr lang="en-US" b="0" i="1" smtClean="0">
                              <a:solidFill>
                                <a:schemeClr val="accent3"/>
                              </a:solidFill>
                              <a:latin typeface="Cambria Math" panose="02040503050406030204" pitchFamily="18" charset="0"/>
                            </a:rPr>
                            <m:t>𝑦</m:t>
                          </m:r>
                        </m:sub>
                      </m:sSub>
                    </m:oMath>
                  </m:oMathPara>
                </a14:m>
                <a:endParaRPr lang="en-US" dirty="0">
                  <a:solidFill>
                    <a:schemeClr val="accent3"/>
                  </a:solidFill>
                </a:endParaRPr>
              </a:p>
            </p:txBody>
          </p:sp>
        </mc:Choice>
        <mc:Fallback xmlns="">
          <p:sp>
            <p:nvSpPr>
              <p:cNvPr id="35" name="TextBox 34">
                <a:extLst>
                  <a:ext uri="{FF2B5EF4-FFF2-40B4-BE49-F238E27FC236}">
                    <a16:creationId xmlns:a16="http://schemas.microsoft.com/office/drawing/2014/main" id="{FDC47C58-A659-4CE3-BE8D-6D84E0DFA995}"/>
                  </a:ext>
                </a:extLst>
              </p:cNvPr>
              <p:cNvSpPr txBox="1">
                <a:spLocks noRot="1" noChangeAspect="1" noMove="1" noResize="1" noEditPoints="1" noAdjustHandles="1" noChangeArrowheads="1" noChangeShapeType="1" noTextEdit="1"/>
              </p:cNvSpPr>
              <p:nvPr/>
            </p:nvSpPr>
            <p:spPr>
              <a:xfrm>
                <a:off x="4985682" y="3458041"/>
                <a:ext cx="360485" cy="391261"/>
              </a:xfrm>
              <a:prstGeom prst="rect">
                <a:avLst/>
              </a:prstGeom>
              <a:blipFill>
                <a:blip r:embed="rId11"/>
                <a:stretch>
                  <a:fillRect b="-4688"/>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550DE612-2EDC-47B8-B158-0269A996C92D}"/>
              </a:ext>
            </a:extLst>
          </p:cNvPr>
          <p:cNvSpPr txBox="1"/>
          <p:nvPr/>
        </p:nvSpPr>
        <p:spPr>
          <a:xfrm>
            <a:off x="4855665" y="1804757"/>
            <a:ext cx="1667337" cy="646331"/>
          </a:xfrm>
          <a:prstGeom prst="rect">
            <a:avLst/>
          </a:prstGeom>
          <a:noFill/>
        </p:spPr>
        <p:txBody>
          <a:bodyPr wrap="square" rtlCol="0">
            <a:spAutoFit/>
          </a:bodyPr>
          <a:lstStyle/>
          <a:p>
            <a:pPr algn="ctr"/>
            <a:r>
              <a:rPr lang="en-US" dirty="0"/>
              <a:t>Pure Position Trajectory</a:t>
            </a:r>
          </a:p>
        </p:txBody>
      </p:sp>
      <p:sp>
        <p:nvSpPr>
          <p:cNvPr id="37" name="TextBox 36">
            <a:extLst>
              <a:ext uri="{FF2B5EF4-FFF2-40B4-BE49-F238E27FC236}">
                <a16:creationId xmlns:a16="http://schemas.microsoft.com/office/drawing/2014/main" id="{B99AB19C-9134-4FA8-867E-118F81085ADB}"/>
              </a:ext>
            </a:extLst>
          </p:cNvPr>
          <p:cNvSpPr txBox="1"/>
          <p:nvPr/>
        </p:nvSpPr>
        <p:spPr>
          <a:xfrm>
            <a:off x="2565569" y="1789122"/>
            <a:ext cx="1667337" cy="646331"/>
          </a:xfrm>
          <a:prstGeom prst="rect">
            <a:avLst/>
          </a:prstGeom>
          <a:noFill/>
        </p:spPr>
        <p:txBody>
          <a:bodyPr wrap="square" rtlCol="0">
            <a:spAutoFit/>
          </a:bodyPr>
          <a:lstStyle/>
          <a:p>
            <a:pPr algn="ctr"/>
            <a:r>
              <a:rPr lang="en-US" dirty="0"/>
              <a:t>Pure Force Regulation</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5383BBA-0FBD-4A88-8400-0B03DFE7D80D}"/>
                  </a:ext>
                </a:extLst>
              </p:cNvPr>
              <p:cNvSpPr txBox="1"/>
              <p:nvPr/>
            </p:nvSpPr>
            <p:spPr>
              <a:xfrm>
                <a:off x="4916542" y="3824971"/>
                <a:ext cx="1667337" cy="369332"/>
              </a:xfrm>
              <a:prstGeom prst="rect">
                <a:avLst/>
              </a:prstGeom>
              <a:noFill/>
            </p:spPr>
            <p:txBody>
              <a:bodyPr wrap="square" rtlCol="0">
                <a:spAutoFit/>
              </a:bodyPr>
              <a:lstStyle/>
              <a:p>
                <a:pPr algn="ctr"/>
                <a14:m>
                  <m:oMath xmlns:m="http://schemas.openxmlformats.org/officeDocument/2006/math">
                    <m:r>
                      <a:rPr lang="en-US" b="0" i="1" smtClean="0">
                        <a:latin typeface="Cambria Math" panose="02040503050406030204" pitchFamily="18" charset="0"/>
                      </a:rPr>
                      <m:t>𝑉</m:t>
                    </m:r>
                  </m:oMath>
                </a14:m>
                <a:r>
                  <a:rPr lang="en-US" dirty="0"/>
                  <a:t> = velocity</a:t>
                </a:r>
              </a:p>
            </p:txBody>
          </p:sp>
        </mc:Choice>
        <mc:Fallback xmlns="">
          <p:sp>
            <p:nvSpPr>
              <p:cNvPr id="38" name="TextBox 37">
                <a:extLst>
                  <a:ext uri="{FF2B5EF4-FFF2-40B4-BE49-F238E27FC236}">
                    <a16:creationId xmlns:a16="http://schemas.microsoft.com/office/drawing/2014/main" id="{85383BBA-0FBD-4A88-8400-0B03DFE7D80D}"/>
                  </a:ext>
                </a:extLst>
              </p:cNvPr>
              <p:cNvSpPr txBox="1">
                <a:spLocks noRot="1" noChangeAspect="1" noMove="1" noResize="1" noEditPoints="1" noAdjustHandles="1" noChangeArrowheads="1" noChangeShapeType="1" noTextEdit="1"/>
              </p:cNvSpPr>
              <p:nvPr/>
            </p:nvSpPr>
            <p:spPr>
              <a:xfrm>
                <a:off x="4916542" y="3824971"/>
                <a:ext cx="1667337" cy="369332"/>
              </a:xfrm>
              <a:prstGeom prst="rect">
                <a:avLst/>
              </a:prstGeom>
              <a:blipFill>
                <a:blip r:embed="rId12"/>
                <a:stretch>
                  <a:fillRect t="-8197" b="-24590"/>
                </a:stretch>
              </a:blipFill>
            </p:spPr>
            <p:txBody>
              <a:bodyPr/>
              <a:lstStyle/>
              <a:p>
                <a:r>
                  <a:rPr lang="en-US">
                    <a:noFill/>
                  </a:rPr>
                  <a:t> </a:t>
                </a:r>
              </a:p>
            </p:txBody>
          </p:sp>
        </mc:Fallback>
      </mc:AlternateContent>
      <p:sp>
        <p:nvSpPr>
          <p:cNvPr id="39" name="Cylinder 38">
            <a:extLst>
              <a:ext uri="{FF2B5EF4-FFF2-40B4-BE49-F238E27FC236}">
                <a16:creationId xmlns:a16="http://schemas.microsoft.com/office/drawing/2014/main" id="{B6B56479-2DD2-4C12-9E5B-F6A6B956F36E}"/>
              </a:ext>
            </a:extLst>
          </p:cNvPr>
          <p:cNvSpPr/>
          <p:nvPr/>
        </p:nvSpPr>
        <p:spPr>
          <a:xfrm rot="6141444">
            <a:off x="7660192" y="2737203"/>
            <a:ext cx="536331" cy="992274"/>
          </a:xfrm>
          <a:prstGeom prst="can">
            <a:avLst/>
          </a:prstGeom>
          <a:solidFill>
            <a:schemeClr val="bg1">
              <a:lumMod val="75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accent1"/>
              </a:solidFill>
            </a:endParaRPr>
          </a:p>
        </p:txBody>
      </p:sp>
      <p:cxnSp>
        <p:nvCxnSpPr>
          <p:cNvPr id="40" name="Straight Arrow Connector 39">
            <a:extLst>
              <a:ext uri="{FF2B5EF4-FFF2-40B4-BE49-F238E27FC236}">
                <a16:creationId xmlns:a16="http://schemas.microsoft.com/office/drawing/2014/main" id="{3091A8EF-8CC8-4A64-8F71-9F14A6FC710C}"/>
              </a:ext>
            </a:extLst>
          </p:cNvPr>
          <p:cNvCxnSpPr>
            <a:cxnSpLocks/>
          </p:cNvCxnSpPr>
          <p:nvPr/>
        </p:nvCxnSpPr>
        <p:spPr>
          <a:xfrm>
            <a:off x="8359700" y="3323985"/>
            <a:ext cx="692137" cy="150049"/>
          </a:xfrm>
          <a:prstGeom prst="straightConnector1">
            <a:avLst/>
          </a:prstGeom>
          <a:ln w="57150">
            <a:solidFill>
              <a:schemeClr val="accent3"/>
            </a:solidFill>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A9D9FDA3-6016-4BA9-84D3-DC14EAD5D24B}"/>
              </a:ext>
            </a:extLst>
          </p:cNvPr>
          <p:cNvCxnSpPr>
            <a:cxnSpLocks/>
          </p:cNvCxnSpPr>
          <p:nvPr/>
        </p:nvCxnSpPr>
        <p:spPr>
          <a:xfrm flipV="1">
            <a:off x="8359700" y="2645030"/>
            <a:ext cx="42292" cy="678956"/>
          </a:xfrm>
          <a:prstGeom prst="straightConnector1">
            <a:avLst/>
          </a:prstGeom>
          <a:ln w="5715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952053D5-04B2-41D0-846F-AC9B734842AD}"/>
              </a:ext>
            </a:extLst>
          </p:cNvPr>
          <p:cNvCxnSpPr>
            <a:cxnSpLocks/>
          </p:cNvCxnSpPr>
          <p:nvPr/>
        </p:nvCxnSpPr>
        <p:spPr>
          <a:xfrm flipH="1">
            <a:off x="7927423" y="3321934"/>
            <a:ext cx="424033" cy="346610"/>
          </a:xfrm>
          <a:prstGeom prst="straightConnector1">
            <a:avLst/>
          </a:prstGeom>
          <a:ln w="57150">
            <a:solidFill>
              <a:srgbClr val="C0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9637ED2-FC15-40F7-B796-88BCCBB2A9D5}"/>
                  </a:ext>
                </a:extLst>
              </p:cNvPr>
              <p:cNvSpPr txBox="1"/>
              <p:nvPr/>
            </p:nvSpPr>
            <p:spPr>
              <a:xfrm>
                <a:off x="8689100" y="2963755"/>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𝑉</m:t>
                          </m:r>
                        </m:e>
                        <m:sub>
                          <m:r>
                            <a:rPr lang="en-US" b="0" i="1" smtClean="0">
                              <a:solidFill>
                                <a:schemeClr val="accent3"/>
                              </a:solidFill>
                              <a:latin typeface="Cambria Math" panose="02040503050406030204" pitchFamily="18" charset="0"/>
                            </a:rPr>
                            <m:t>𝑧</m:t>
                          </m:r>
                        </m:sub>
                      </m:sSub>
                    </m:oMath>
                  </m:oMathPara>
                </a14:m>
                <a:endParaRPr lang="en-US" dirty="0">
                  <a:solidFill>
                    <a:schemeClr val="accent3"/>
                  </a:solidFill>
                </a:endParaRPr>
              </a:p>
            </p:txBody>
          </p:sp>
        </mc:Choice>
        <mc:Fallback xmlns="">
          <p:sp>
            <p:nvSpPr>
              <p:cNvPr id="43" name="TextBox 42">
                <a:extLst>
                  <a:ext uri="{FF2B5EF4-FFF2-40B4-BE49-F238E27FC236}">
                    <a16:creationId xmlns:a16="http://schemas.microsoft.com/office/drawing/2014/main" id="{89637ED2-FC15-40F7-B796-88BCCBB2A9D5}"/>
                  </a:ext>
                </a:extLst>
              </p:cNvPr>
              <p:cNvSpPr txBox="1">
                <a:spLocks noRot="1" noChangeAspect="1" noMove="1" noResize="1" noEditPoints="1" noAdjustHandles="1" noChangeArrowheads="1" noChangeShapeType="1" noTextEdit="1"/>
              </p:cNvSpPr>
              <p:nvPr/>
            </p:nvSpPr>
            <p:spPr>
              <a:xfrm>
                <a:off x="8689100" y="2963755"/>
                <a:ext cx="360485"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08812C1-6460-4A1B-BD3E-CAE4BA7F0942}"/>
                  </a:ext>
                </a:extLst>
              </p:cNvPr>
              <p:cNvSpPr txBox="1"/>
              <p:nvPr/>
            </p:nvSpPr>
            <p:spPr>
              <a:xfrm>
                <a:off x="7957525" y="2491154"/>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𝑥</m:t>
                          </m:r>
                        </m:sub>
                      </m:sSub>
                    </m:oMath>
                  </m:oMathPara>
                </a14:m>
                <a:endParaRPr lang="en-US" dirty="0">
                  <a:solidFill>
                    <a:srgbClr val="C00000"/>
                  </a:solidFill>
                </a:endParaRPr>
              </a:p>
            </p:txBody>
          </p:sp>
        </mc:Choice>
        <mc:Fallback xmlns="">
          <p:sp>
            <p:nvSpPr>
              <p:cNvPr id="44" name="TextBox 43">
                <a:extLst>
                  <a:ext uri="{FF2B5EF4-FFF2-40B4-BE49-F238E27FC236}">
                    <a16:creationId xmlns:a16="http://schemas.microsoft.com/office/drawing/2014/main" id="{608812C1-6460-4A1B-BD3E-CAE4BA7F0942}"/>
                  </a:ext>
                </a:extLst>
              </p:cNvPr>
              <p:cNvSpPr txBox="1">
                <a:spLocks noRot="1" noChangeAspect="1" noMove="1" noResize="1" noEditPoints="1" noAdjustHandles="1" noChangeArrowheads="1" noChangeShapeType="1" noTextEdit="1"/>
              </p:cNvSpPr>
              <p:nvPr/>
            </p:nvSpPr>
            <p:spPr>
              <a:xfrm>
                <a:off x="7957525" y="2491154"/>
                <a:ext cx="360485"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A6AC58D-3021-41DC-B0D5-0605816DE7E1}"/>
                  </a:ext>
                </a:extLst>
              </p:cNvPr>
              <p:cNvSpPr txBox="1"/>
              <p:nvPr/>
            </p:nvSpPr>
            <p:spPr>
              <a:xfrm>
                <a:off x="7566938" y="3443581"/>
                <a:ext cx="360485" cy="391261"/>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𝑦</m:t>
                          </m:r>
                        </m:sub>
                      </m:sSub>
                    </m:oMath>
                  </m:oMathPara>
                </a14:m>
                <a:endParaRPr lang="en-US" dirty="0">
                  <a:solidFill>
                    <a:srgbClr val="C00000"/>
                  </a:solidFill>
                </a:endParaRPr>
              </a:p>
            </p:txBody>
          </p:sp>
        </mc:Choice>
        <mc:Fallback xmlns="">
          <p:sp>
            <p:nvSpPr>
              <p:cNvPr id="45" name="TextBox 44">
                <a:extLst>
                  <a:ext uri="{FF2B5EF4-FFF2-40B4-BE49-F238E27FC236}">
                    <a16:creationId xmlns:a16="http://schemas.microsoft.com/office/drawing/2014/main" id="{CA6AC58D-3021-41DC-B0D5-0605816DE7E1}"/>
                  </a:ext>
                </a:extLst>
              </p:cNvPr>
              <p:cNvSpPr txBox="1">
                <a:spLocks noRot="1" noChangeAspect="1" noMove="1" noResize="1" noEditPoints="1" noAdjustHandles="1" noChangeArrowheads="1" noChangeShapeType="1" noTextEdit="1"/>
              </p:cNvSpPr>
              <p:nvPr/>
            </p:nvSpPr>
            <p:spPr>
              <a:xfrm>
                <a:off x="7566938" y="3443581"/>
                <a:ext cx="360485" cy="391261"/>
              </a:xfrm>
              <a:prstGeom prst="rect">
                <a:avLst/>
              </a:prstGeom>
              <a:blipFill>
                <a:blip r:embed="rId15"/>
                <a:stretch>
                  <a:fillRect b="-3125"/>
                </a:stretch>
              </a:blipFill>
            </p:spPr>
            <p:txBody>
              <a:bodyPr/>
              <a:lstStyle/>
              <a:p>
                <a:r>
                  <a:rPr lang="en-US">
                    <a:noFill/>
                  </a:rPr>
                  <a:t> </a:t>
                </a:r>
              </a:p>
            </p:txBody>
          </p:sp>
        </mc:Fallback>
      </mc:AlternateContent>
      <p:sp>
        <p:nvSpPr>
          <p:cNvPr id="46" name="TextBox 45">
            <a:extLst>
              <a:ext uri="{FF2B5EF4-FFF2-40B4-BE49-F238E27FC236}">
                <a16:creationId xmlns:a16="http://schemas.microsoft.com/office/drawing/2014/main" id="{42B511C0-FB54-4EFF-8784-57D952ED1C9B}"/>
              </a:ext>
            </a:extLst>
          </p:cNvPr>
          <p:cNvSpPr txBox="1"/>
          <p:nvPr/>
        </p:nvSpPr>
        <p:spPr>
          <a:xfrm>
            <a:off x="7312670" y="1801475"/>
            <a:ext cx="1809248" cy="646331"/>
          </a:xfrm>
          <a:prstGeom prst="rect">
            <a:avLst/>
          </a:prstGeom>
          <a:noFill/>
        </p:spPr>
        <p:txBody>
          <a:bodyPr wrap="square" rtlCol="0">
            <a:spAutoFit/>
          </a:bodyPr>
          <a:lstStyle/>
          <a:p>
            <a:pPr algn="ctr"/>
            <a:r>
              <a:rPr lang="en-US" dirty="0"/>
              <a:t>Mixed Position &amp; Force</a:t>
            </a:r>
          </a:p>
        </p:txBody>
      </p:sp>
      <p:sp>
        <p:nvSpPr>
          <p:cNvPr id="47" name="Cylinder 46">
            <a:extLst>
              <a:ext uri="{FF2B5EF4-FFF2-40B4-BE49-F238E27FC236}">
                <a16:creationId xmlns:a16="http://schemas.microsoft.com/office/drawing/2014/main" id="{35B2D429-4FAD-4F6A-8123-0A0DA347989E}"/>
              </a:ext>
            </a:extLst>
          </p:cNvPr>
          <p:cNvSpPr/>
          <p:nvPr/>
        </p:nvSpPr>
        <p:spPr>
          <a:xfrm rot="6141444">
            <a:off x="10120799" y="2774944"/>
            <a:ext cx="536331" cy="992274"/>
          </a:xfrm>
          <a:prstGeom prst="can">
            <a:avLst/>
          </a:prstGeom>
          <a:solidFill>
            <a:schemeClr val="bg1">
              <a:lumMod val="75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accent1"/>
              </a:solidFill>
            </a:endParaRPr>
          </a:p>
        </p:txBody>
      </p:sp>
      <p:cxnSp>
        <p:nvCxnSpPr>
          <p:cNvPr id="48" name="Straight Arrow Connector 47">
            <a:extLst>
              <a:ext uri="{FF2B5EF4-FFF2-40B4-BE49-F238E27FC236}">
                <a16:creationId xmlns:a16="http://schemas.microsoft.com/office/drawing/2014/main" id="{52A9ED2F-EEC4-42A6-A8B4-77CFD44C123B}"/>
              </a:ext>
            </a:extLst>
          </p:cNvPr>
          <p:cNvCxnSpPr>
            <a:cxnSpLocks/>
          </p:cNvCxnSpPr>
          <p:nvPr/>
        </p:nvCxnSpPr>
        <p:spPr>
          <a:xfrm>
            <a:off x="10820307" y="3361726"/>
            <a:ext cx="692137" cy="150049"/>
          </a:xfrm>
          <a:prstGeom prst="straightConnector1">
            <a:avLst/>
          </a:prstGeom>
          <a:ln w="57150">
            <a:solidFill>
              <a:schemeClr val="accent3"/>
            </a:solidFill>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DCEEFC6D-2AF8-48A7-ADD1-14A8CE822C66}"/>
              </a:ext>
            </a:extLst>
          </p:cNvPr>
          <p:cNvCxnSpPr>
            <a:cxnSpLocks/>
          </p:cNvCxnSpPr>
          <p:nvPr/>
        </p:nvCxnSpPr>
        <p:spPr>
          <a:xfrm flipV="1">
            <a:off x="10820307" y="2682771"/>
            <a:ext cx="42292" cy="678956"/>
          </a:xfrm>
          <a:prstGeom prst="straightConnector1">
            <a:avLst/>
          </a:prstGeom>
          <a:ln w="57150">
            <a:solidFill>
              <a:schemeClr val="accent6"/>
            </a:solidFill>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F334B110-A2CA-44F3-A726-1AEE7BB1557C}"/>
              </a:ext>
            </a:extLst>
          </p:cNvPr>
          <p:cNvCxnSpPr>
            <a:cxnSpLocks/>
          </p:cNvCxnSpPr>
          <p:nvPr/>
        </p:nvCxnSpPr>
        <p:spPr>
          <a:xfrm flipH="1">
            <a:off x="10388030" y="3359675"/>
            <a:ext cx="424033" cy="346610"/>
          </a:xfrm>
          <a:prstGeom prst="straightConnector1">
            <a:avLst/>
          </a:prstGeom>
          <a:ln w="57150">
            <a:solidFill>
              <a:schemeClr val="accent6"/>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79AD7712-0235-428E-A2E9-79FD2CE2DE62}"/>
                  </a:ext>
                </a:extLst>
              </p:cNvPr>
              <p:cNvSpPr txBox="1"/>
              <p:nvPr/>
            </p:nvSpPr>
            <p:spPr>
              <a:xfrm>
                <a:off x="11149707" y="3001496"/>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𝑉</m:t>
                          </m:r>
                        </m:e>
                        <m:sub>
                          <m:r>
                            <a:rPr lang="en-US" b="0" i="1" smtClean="0">
                              <a:solidFill>
                                <a:schemeClr val="accent3"/>
                              </a:solidFill>
                              <a:latin typeface="Cambria Math" panose="02040503050406030204" pitchFamily="18" charset="0"/>
                            </a:rPr>
                            <m:t>𝑧</m:t>
                          </m:r>
                        </m:sub>
                      </m:sSub>
                    </m:oMath>
                  </m:oMathPara>
                </a14:m>
                <a:endParaRPr lang="en-US" dirty="0">
                  <a:solidFill>
                    <a:schemeClr val="accent3"/>
                  </a:solidFill>
                </a:endParaRPr>
              </a:p>
            </p:txBody>
          </p:sp>
        </mc:Choice>
        <mc:Fallback xmlns="">
          <p:sp>
            <p:nvSpPr>
              <p:cNvPr id="51" name="TextBox 50">
                <a:extLst>
                  <a:ext uri="{FF2B5EF4-FFF2-40B4-BE49-F238E27FC236}">
                    <a16:creationId xmlns:a16="http://schemas.microsoft.com/office/drawing/2014/main" id="{79AD7712-0235-428E-A2E9-79FD2CE2DE62}"/>
                  </a:ext>
                </a:extLst>
              </p:cNvPr>
              <p:cNvSpPr txBox="1">
                <a:spLocks noRot="1" noChangeAspect="1" noMove="1" noResize="1" noEditPoints="1" noAdjustHandles="1" noChangeArrowheads="1" noChangeShapeType="1" noTextEdit="1"/>
              </p:cNvSpPr>
              <p:nvPr/>
            </p:nvSpPr>
            <p:spPr>
              <a:xfrm>
                <a:off x="11149707" y="3001496"/>
                <a:ext cx="360485"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A1027E05-BD88-4C94-83A0-8900BA12573A}"/>
                  </a:ext>
                </a:extLst>
              </p:cNvPr>
              <p:cNvSpPr txBox="1"/>
              <p:nvPr/>
            </p:nvSpPr>
            <p:spPr>
              <a:xfrm>
                <a:off x="10418132" y="2528895"/>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6"/>
                              </a:solidFill>
                              <a:latin typeface="Cambria Math" panose="02040503050406030204" pitchFamily="18" charset="0"/>
                            </a:rPr>
                          </m:ctrlPr>
                        </m:sSubPr>
                        <m:e>
                          <m:r>
                            <a:rPr lang="en-US" b="0" i="1" smtClean="0">
                              <a:solidFill>
                                <a:schemeClr val="accent6"/>
                              </a:solidFill>
                              <a:latin typeface="Cambria Math" panose="02040503050406030204" pitchFamily="18" charset="0"/>
                            </a:rPr>
                            <m:t>𝐶</m:t>
                          </m:r>
                        </m:e>
                        <m:sub>
                          <m:r>
                            <a:rPr lang="en-US" b="0" i="1" smtClean="0">
                              <a:solidFill>
                                <a:schemeClr val="accent6"/>
                              </a:solidFill>
                              <a:latin typeface="Cambria Math" panose="02040503050406030204" pitchFamily="18" charset="0"/>
                            </a:rPr>
                            <m:t>𝑥</m:t>
                          </m:r>
                        </m:sub>
                      </m:sSub>
                    </m:oMath>
                  </m:oMathPara>
                </a14:m>
                <a:endParaRPr lang="en-US" dirty="0">
                  <a:solidFill>
                    <a:schemeClr val="accent6"/>
                  </a:solidFill>
                </a:endParaRPr>
              </a:p>
            </p:txBody>
          </p:sp>
        </mc:Choice>
        <mc:Fallback xmlns="">
          <p:sp>
            <p:nvSpPr>
              <p:cNvPr id="52" name="TextBox 51">
                <a:extLst>
                  <a:ext uri="{FF2B5EF4-FFF2-40B4-BE49-F238E27FC236}">
                    <a16:creationId xmlns:a16="http://schemas.microsoft.com/office/drawing/2014/main" id="{A1027E05-BD88-4C94-83A0-8900BA12573A}"/>
                  </a:ext>
                </a:extLst>
              </p:cNvPr>
              <p:cNvSpPr txBox="1">
                <a:spLocks noRot="1" noChangeAspect="1" noMove="1" noResize="1" noEditPoints="1" noAdjustHandles="1" noChangeArrowheads="1" noChangeShapeType="1" noTextEdit="1"/>
              </p:cNvSpPr>
              <p:nvPr/>
            </p:nvSpPr>
            <p:spPr>
              <a:xfrm>
                <a:off x="10418132" y="2528895"/>
                <a:ext cx="360485" cy="369332"/>
              </a:xfrm>
              <a:prstGeom prst="rect">
                <a:avLst/>
              </a:prstGeom>
              <a:blipFill>
                <a:blip r:embed="rId17"/>
                <a:stretch>
                  <a:fillRect r="-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B407C7D-7175-4B01-B362-B29E4186797C}"/>
                  </a:ext>
                </a:extLst>
              </p:cNvPr>
              <p:cNvSpPr txBox="1"/>
              <p:nvPr/>
            </p:nvSpPr>
            <p:spPr>
              <a:xfrm>
                <a:off x="10027545" y="3481322"/>
                <a:ext cx="360485" cy="391261"/>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6"/>
                              </a:solidFill>
                              <a:latin typeface="Cambria Math" panose="02040503050406030204" pitchFamily="18" charset="0"/>
                            </a:rPr>
                          </m:ctrlPr>
                        </m:sSubPr>
                        <m:e>
                          <m:r>
                            <a:rPr lang="en-US" b="0" i="1" smtClean="0">
                              <a:solidFill>
                                <a:schemeClr val="accent6"/>
                              </a:solidFill>
                              <a:latin typeface="Cambria Math" panose="02040503050406030204" pitchFamily="18" charset="0"/>
                            </a:rPr>
                            <m:t>𝐶</m:t>
                          </m:r>
                        </m:e>
                        <m:sub>
                          <m:r>
                            <a:rPr lang="en-US" b="0" i="1" smtClean="0">
                              <a:solidFill>
                                <a:schemeClr val="accent6"/>
                              </a:solidFill>
                              <a:latin typeface="Cambria Math" panose="02040503050406030204" pitchFamily="18" charset="0"/>
                            </a:rPr>
                            <m:t>𝑦</m:t>
                          </m:r>
                        </m:sub>
                      </m:sSub>
                    </m:oMath>
                  </m:oMathPara>
                </a14:m>
                <a:endParaRPr lang="en-US" dirty="0">
                  <a:solidFill>
                    <a:schemeClr val="accent6"/>
                  </a:solidFill>
                </a:endParaRPr>
              </a:p>
            </p:txBody>
          </p:sp>
        </mc:Choice>
        <mc:Fallback xmlns="">
          <p:sp>
            <p:nvSpPr>
              <p:cNvPr id="53" name="TextBox 52">
                <a:extLst>
                  <a:ext uri="{FF2B5EF4-FFF2-40B4-BE49-F238E27FC236}">
                    <a16:creationId xmlns:a16="http://schemas.microsoft.com/office/drawing/2014/main" id="{2B407C7D-7175-4B01-B362-B29E4186797C}"/>
                  </a:ext>
                </a:extLst>
              </p:cNvPr>
              <p:cNvSpPr txBox="1">
                <a:spLocks noRot="1" noChangeAspect="1" noMove="1" noResize="1" noEditPoints="1" noAdjustHandles="1" noChangeArrowheads="1" noChangeShapeType="1" noTextEdit="1"/>
              </p:cNvSpPr>
              <p:nvPr/>
            </p:nvSpPr>
            <p:spPr>
              <a:xfrm>
                <a:off x="10027545" y="3481322"/>
                <a:ext cx="360485" cy="391261"/>
              </a:xfrm>
              <a:prstGeom prst="rect">
                <a:avLst/>
              </a:prstGeom>
              <a:blipFill>
                <a:blip r:embed="rId18"/>
                <a:stretch>
                  <a:fillRect r="-8475" b="-4688"/>
                </a:stretch>
              </a:blipFill>
            </p:spPr>
            <p:txBody>
              <a:bodyPr/>
              <a:lstStyle/>
              <a:p>
                <a:r>
                  <a:rPr lang="en-US">
                    <a:noFill/>
                  </a:rPr>
                  <a:t> </a:t>
                </a:r>
              </a:p>
            </p:txBody>
          </p:sp>
        </mc:Fallback>
      </mc:AlternateContent>
      <p:sp>
        <p:nvSpPr>
          <p:cNvPr id="54" name="TextBox 53">
            <a:extLst>
              <a:ext uri="{FF2B5EF4-FFF2-40B4-BE49-F238E27FC236}">
                <a16:creationId xmlns:a16="http://schemas.microsoft.com/office/drawing/2014/main" id="{6800D139-73BE-4A50-9811-27787357FE29}"/>
              </a:ext>
            </a:extLst>
          </p:cNvPr>
          <p:cNvSpPr txBox="1"/>
          <p:nvPr/>
        </p:nvSpPr>
        <p:spPr>
          <a:xfrm>
            <a:off x="9773277" y="1839216"/>
            <a:ext cx="1809248" cy="646331"/>
          </a:xfrm>
          <a:prstGeom prst="rect">
            <a:avLst/>
          </a:prstGeom>
          <a:noFill/>
        </p:spPr>
        <p:txBody>
          <a:bodyPr wrap="square" rtlCol="0">
            <a:spAutoFit/>
          </a:bodyPr>
          <a:lstStyle/>
          <a:p>
            <a:pPr algn="ctr"/>
            <a:r>
              <a:rPr lang="en-US" dirty="0"/>
              <a:t>Mixed Position &amp; Compliance</a:t>
            </a: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828F082-F234-40DF-A447-0C54BE445B9D}"/>
                  </a:ext>
                </a:extLst>
              </p:cNvPr>
              <p:cNvSpPr txBox="1"/>
              <p:nvPr/>
            </p:nvSpPr>
            <p:spPr>
              <a:xfrm>
                <a:off x="9773277" y="3893550"/>
                <a:ext cx="1809248" cy="369332"/>
              </a:xfrm>
              <a:prstGeom prst="rect">
                <a:avLst/>
              </a:prstGeom>
              <a:noFill/>
            </p:spPr>
            <p:txBody>
              <a:bodyPr wrap="square" rtlCol="0">
                <a:spAutoFit/>
              </a:bodyPr>
              <a:lstStyle/>
              <a:p>
                <a:pPr algn="ctr"/>
                <a14:m>
                  <m:oMath xmlns:m="http://schemas.openxmlformats.org/officeDocument/2006/math">
                    <m:r>
                      <a:rPr lang="en-US" b="0" i="1" smtClean="0">
                        <a:latin typeface="Cambria Math" panose="02040503050406030204" pitchFamily="18" charset="0"/>
                      </a:rPr>
                      <m:t>𝐶</m:t>
                    </m:r>
                  </m:oMath>
                </a14:m>
                <a:r>
                  <a:rPr lang="en-US" dirty="0"/>
                  <a:t> = compliance</a:t>
                </a:r>
              </a:p>
            </p:txBody>
          </p:sp>
        </mc:Choice>
        <mc:Fallback xmlns="">
          <p:sp>
            <p:nvSpPr>
              <p:cNvPr id="55" name="TextBox 54">
                <a:extLst>
                  <a:ext uri="{FF2B5EF4-FFF2-40B4-BE49-F238E27FC236}">
                    <a16:creationId xmlns:a16="http://schemas.microsoft.com/office/drawing/2014/main" id="{2828F082-F234-40DF-A447-0C54BE445B9D}"/>
                  </a:ext>
                </a:extLst>
              </p:cNvPr>
              <p:cNvSpPr txBox="1">
                <a:spLocks noRot="1" noChangeAspect="1" noMove="1" noResize="1" noEditPoints="1" noAdjustHandles="1" noChangeArrowheads="1" noChangeShapeType="1" noTextEdit="1"/>
              </p:cNvSpPr>
              <p:nvPr/>
            </p:nvSpPr>
            <p:spPr>
              <a:xfrm>
                <a:off x="9773277" y="3893550"/>
                <a:ext cx="1809248" cy="369332"/>
              </a:xfrm>
              <a:prstGeom prst="rect">
                <a:avLst/>
              </a:prstGeom>
              <a:blipFill>
                <a:blip r:embed="rId19"/>
                <a:stretch>
                  <a:fillRect t="-10000" r="-1347" b="-26667"/>
                </a:stretch>
              </a:blipFill>
            </p:spPr>
            <p:txBody>
              <a:bodyPr/>
              <a:lstStyle/>
              <a:p>
                <a:r>
                  <a:rPr lang="en-US">
                    <a:noFill/>
                  </a:rPr>
                  <a:t> </a:t>
                </a:r>
              </a:p>
            </p:txBody>
          </p:sp>
        </mc:Fallback>
      </mc:AlternateContent>
      <p:cxnSp>
        <p:nvCxnSpPr>
          <p:cNvPr id="57" name="Straight Connector 56">
            <a:extLst>
              <a:ext uri="{FF2B5EF4-FFF2-40B4-BE49-F238E27FC236}">
                <a16:creationId xmlns:a16="http://schemas.microsoft.com/office/drawing/2014/main" id="{787D1295-5119-4C29-B135-50151DA0E329}"/>
              </a:ext>
            </a:extLst>
          </p:cNvPr>
          <p:cNvCxnSpPr>
            <a:cxnSpLocks/>
          </p:cNvCxnSpPr>
          <p:nvPr/>
        </p:nvCxnSpPr>
        <p:spPr>
          <a:xfrm>
            <a:off x="2211355" y="1651516"/>
            <a:ext cx="0" cy="4794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EB1FDB7-6C1F-48C0-8AAC-6024243DD67B}"/>
              </a:ext>
            </a:extLst>
          </p:cNvPr>
          <p:cNvCxnSpPr>
            <a:cxnSpLocks/>
          </p:cNvCxnSpPr>
          <p:nvPr/>
        </p:nvCxnSpPr>
        <p:spPr>
          <a:xfrm>
            <a:off x="4509796" y="1651516"/>
            <a:ext cx="0" cy="4794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A8BA486-913B-4791-AE71-32A2172818EE}"/>
              </a:ext>
            </a:extLst>
          </p:cNvPr>
          <p:cNvCxnSpPr>
            <a:cxnSpLocks/>
          </p:cNvCxnSpPr>
          <p:nvPr/>
        </p:nvCxnSpPr>
        <p:spPr>
          <a:xfrm>
            <a:off x="7022571" y="1647899"/>
            <a:ext cx="0" cy="4794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C999165-B0E9-4FD2-80EC-C1143D473319}"/>
              </a:ext>
            </a:extLst>
          </p:cNvPr>
          <p:cNvCxnSpPr>
            <a:cxnSpLocks/>
          </p:cNvCxnSpPr>
          <p:nvPr/>
        </p:nvCxnSpPr>
        <p:spPr>
          <a:xfrm>
            <a:off x="9321012" y="1647899"/>
            <a:ext cx="0" cy="4794704"/>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8A0C0F6C-4AB3-4CA9-8E5B-A87DDD92EAC4}"/>
              </a:ext>
            </a:extLst>
          </p:cNvPr>
          <p:cNvSpPr txBox="1"/>
          <p:nvPr/>
        </p:nvSpPr>
        <p:spPr>
          <a:xfrm>
            <a:off x="158479" y="1148014"/>
            <a:ext cx="11875042" cy="369332"/>
          </a:xfrm>
          <a:prstGeom prst="rect">
            <a:avLst/>
          </a:prstGeom>
        </p:spPr>
        <p:txBody>
          <a:bodyPr wrap="square" rtlCol="0">
            <a:spAutoFit/>
          </a:bodyPr>
          <a:lstStyle/>
          <a:p>
            <a:pPr algn="l"/>
            <a:r>
              <a:rPr lang="en-US" dirty="0"/>
              <a:t>The “functions” and “subfunctions” that In-Contact Manipulation (ICM) needs to perform can be broken down into:</a:t>
            </a:r>
          </a:p>
        </p:txBody>
      </p:sp>
      <p:cxnSp>
        <p:nvCxnSpPr>
          <p:cNvPr id="65" name="Straight Connector 64">
            <a:extLst>
              <a:ext uri="{FF2B5EF4-FFF2-40B4-BE49-F238E27FC236}">
                <a16:creationId xmlns:a16="http://schemas.microsoft.com/office/drawing/2014/main" id="{376ACA2B-79F0-4DAD-82D7-1D69C610F1B9}"/>
              </a:ext>
            </a:extLst>
          </p:cNvPr>
          <p:cNvCxnSpPr>
            <a:cxnSpLocks/>
          </p:cNvCxnSpPr>
          <p:nvPr/>
        </p:nvCxnSpPr>
        <p:spPr>
          <a:xfrm>
            <a:off x="276225" y="1647899"/>
            <a:ext cx="11628147" cy="0"/>
          </a:xfrm>
          <a:prstGeom prst="line">
            <a:avLst/>
          </a:prstGeom>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17659B30-ACF2-460A-B948-F1DA01A037BB}"/>
              </a:ext>
            </a:extLst>
          </p:cNvPr>
          <p:cNvSpPr txBox="1"/>
          <p:nvPr/>
        </p:nvSpPr>
        <p:spPr>
          <a:xfrm>
            <a:off x="115873" y="4557087"/>
            <a:ext cx="1957037" cy="1815882"/>
          </a:xfrm>
          <a:prstGeom prst="rect">
            <a:avLst/>
          </a:prstGeom>
          <a:noFill/>
        </p:spPr>
        <p:txBody>
          <a:bodyPr wrap="square" rtlCol="0">
            <a:spAutoFit/>
          </a:bodyPr>
          <a:lstStyle/>
          <a:p>
            <a:pPr algn="ctr"/>
            <a:r>
              <a:rPr lang="en-US" sz="1600" dirty="0"/>
              <a:t>How we describe control for a given capability/behavior</a:t>
            </a:r>
            <a:br>
              <a:rPr lang="en-US" sz="1600" dirty="0"/>
            </a:br>
            <a:br>
              <a:rPr lang="en-US" sz="1600" dirty="0"/>
            </a:br>
            <a:r>
              <a:rPr lang="en-US" sz="1600" dirty="0"/>
              <a:t>+Z is taken as the axial direction for cylindrical tools</a:t>
            </a:r>
          </a:p>
        </p:txBody>
      </p:sp>
      <p:sp>
        <p:nvSpPr>
          <p:cNvPr id="69" name="TextBox 68">
            <a:extLst>
              <a:ext uri="{FF2B5EF4-FFF2-40B4-BE49-F238E27FC236}">
                <a16:creationId xmlns:a16="http://schemas.microsoft.com/office/drawing/2014/main" id="{96DFCC38-A011-4758-84E5-8690D93D4B58}"/>
              </a:ext>
            </a:extLst>
          </p:cNvPr>
          <p:cNvSpPr txBox="1"/>
          <p:nvPr/>
        </p:nvSpPr>
        <p:spPr>
          <a:xfrm>
            <a:off x="2380208" y="4476246"/>
            <a:ext cx="1957037" cy="2062103"/>
          </a:xfrm>
          <a:prstGeom prst="rect">
            <a:avLst/>
          </a:prstGeom>
          <a:noFill/>
        </p:spPr>
        <p:txBody>
          <a:bodyPr wrap="square" rtlCol="0">
            <a:spAutoFit/>
          </a:bodyPr>
          <a:lstStyle/>
          <a:p>
            <a:pPr algn="ctr"/>
            <a:r>
              <a:rPr lang="en-US" sz="1600" dirty="0"/>
              <a:t>Static preloading against a station</a:t>
            </a:r>
          </a:p>
          <a:p>
            <a:pPr algn="ctr"/>
            <a:endParaRPr lang="en-US" sz="1600" dirty="0"/>
          </a:p>
          <a:p>
            <a:pPr algn="ctr"/>
            <a:r>
              <a:rPr lang="en-US" sz="1600" dirty="0"/>
              <a:t>E.g. during STS OS lid closure</a:t>
            </a:r>
          </a:p>
          <a:p>
            <a:pPr algn="ctr"/>
            <a:r>
              <a:rPr lang="en-US" sz="1600" dirty="0"/>
              <a:t>or M2020 ARM_PRELOAD</a:t>
            </a:r>
          </a:p>
          <a:p>
            <a:pPr algn="ctr"/>
            <a:endParaRPr lang="en-US" sz="1600" dirty="0"/>
          </a:p>
        </p:txBody>
      </p:sp>
      <p:sp>
        <p:nvSpPr>
          <p:cNvPr id="70" name="TextBox 69">
            <a:extLst>
              <a:ext uri="{FF2B5EF4-FFF2-40B4-BE49-F238E27FC236}">
                <a16:creationId xmlns:a16="http://schemas.microsoft.com/office/drawing/2014/main" id="{EC8548A0-0A50-441D-9C57-16EABEECFA32}"/>
              </a:ext>
            </a:extLst>
          </p:cNvPr>
          <p:cNvSpPr txBox="1"/>
          <p:nvPr/>
        </p:nvSpPr>
        <p:spPr>
          <a:xfrm>
            <a:off x="4688336" y="4530780"/>
            <a:ext cx="2055922" cy="1815882"/>
          </a:xfrm>
          <a:prstGeom prst="rect">
            <a:avLst/>
          </a:prstGeom>
          <a:noFill/>
        </p:spPr>
        <p:txBody>
          <a:bodyPr wrap="square" rtlCol="0">
            <a:spAutoFit/>
          </a:bodyPr>
          <a:lstStyle/>
          <a:p>
            <a:pPr algn="ctr"/>
            <a:r>
              <a:rPr lang="en-US" sz="1600" dirty="0"/>
              <a:t>Only consideration of force/torque is in checking of fault limits</a:t>
            </a:r>
          </a:p>
          <a:p>
            <a:pPr algn="ctr"/>
            <a:endParaRPr lang="en-US" sz="1600" dirty="0"/>
          </a:p>
          <a:p>
            <a:pPr algn="ctr"/>
            <a:r>
              <a:rPr lang="en-US" sz="1600" dirty="0"/>
              <a:t>E.g. moving in free space</a:t>
            </a:r>
          </a:p>
        </p:txBody>
      </p:sp>
      <p:sp>
        <p:nvSpPr>
          <p:cNvPr id="71" name="TextBox 70">
            <a:extLst>
              <a:ext uri="{FF2B5EF4-FFF2-40B4-BE49-F238E27FC236}">
                <a16:creationId xmlns:a16="http://schemas.microsoft.com/office/drawing/2014/main" id="{09030F0E-C70A-4AFE-8FDE-746B029B07D2}"/>
              </a:ext>
            </a:extLst>
          </p:cNvPr>
          <p:cNvSpPr txBox="1"/>
          <p:nvPr/>
        </p:nvSpPr>
        <p:spPr>
          <a:xfrm>
            <a:off x="7081009" y="4435573"/>
            <a:ext cx="2104290" cy="1815882"/>
          </a:xfrm>
          <a:prstGeom prst="rect">
            <a:avLst/>
          </a:prstGeom>
          <a:noFill/>
        </p:spPr>
        <p:txBody>
          <a:bodyPr wrap="square" rtlCol="0">
            <a:spAutoFit/>
          </a:bodyPr>
          <a:lstStyle/>
          <a:p>
            <a:pPr algn="ctr"/>
            <a:r>
              <a:rPr lang="en-US" sz="1600" dirty="0"/>
              <a:t>Motion in one axis, while regulating or nulling forces in others</a:t>
            </a:r>
          </a:p>
          <a:p>
            <a:pPr algn="ctr"/>
            <a:endParaRPr lang="en-US" sz="1600" dirty="0"/>
          </a:p>
          <a:p>
            <a:pPr algn="ctr"/>
            <a:r>
              <a:rPr lang="en-US" sz="1600" dirty="0"/>
              <a:t>E.g. RGA extraction from M2020 or OS</a:t>
            </a:r>
          </a:p>
        </p:txBody>
      </p:sp>
      <p:sp>
        <p:nvSpPr>
          <p:cNvPr id="72" name="TextBox 71">
            <a:extLst>
              <a:ext uri="{FF2B5EF4-FFF2-40B4-BE49-F238E27FC236}">
                <a16:creationId xmlns:a16="http://schemas.microsoft.com/office/drawing/2014/main" id="{5F73A7B4-3EC1-4F59-B1E5-3D01A8635DA4}"/>
              </a:ext>
            </a:extLst>
          </p:cNvPr>
          <p:cNvSpPr txBox="1"/>
          <p:nvPr/>
        </p:nvSpPr>
        <p:spPr>
          <a:xfrm>
            <a:off x="9579858" y="4500499"/>
            <a:ext cx="2397517" cy="1815882"/>
          </a:xfrm>
          <a:prstGeom prst="rect">
            <a:avLst/>
          </a:prstGeom>
          <a:noFill/>
        </p:spPr>
        <p:txBody>
          <a:bodyPr wrap="square" rtlCol="0">
            <a:spAutoFit/>
          </a:bodyPr>
          <a:lstStyle/>
          <a:p>
            <a:pPr algn="ctr"/>
            <a:r>
              <a:rPr lang="en-US" sz="1600" dirty="0"/>
              <a:t>Motion in one axis, while “actively complying” in others to accommodate misalignment</a:t>
            </a:r>
          </a:p>
          <a:p>
            <a:pPr algn="ctr"/>
            <a:endParaRPr lang="en-US" sz="1600" dirty="0"/>
          </a:p>
          <a:p>
            <a:pPr algn="ctr"/>
            <a:r>
              <a:rPr lang="en-US" sz="1600" dirty="0"/>
              <a:t>E.g. RGA insertion to OS sleeve</a:t>
            </a:r>
          </a:p>
        </p:txBody>
      </p:sp>
    </p:spTree>
    <p:extLst>
      <p:ext uri="{BB962C8B-B14F-4D97-AF65-F5344CB8AC3E}">
        <p14:creationId xmlns:p14="http://schemas.microsoft.com/office/powerpoint/2010/main" val="3442544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CF7E3-78AB-4D7F-990D-D1A1F7CBAF40}"/>
              </a:ext>
            </a:extLst>
          </p:cNvPr>
          <p:cNvSpPr>
            <a:spLocks noGrp="1"/>
          </p:cNvSpPr>
          <p:nvPr>
            <p:ph type="title"/>
          </p:nvPr>
        </p:nvSpPr>
        <p:spPr/>
        <p:txBody>
          <a:bodyPr/>
          <a:lstStyle/>
          <a:p>
            <a:r>
              <a:rPr lang="en-US" dirty="0"/>
              <a:t>Baseline trajectory</a:t>
            </a:r>
          </a:p>
        </p:txBody>
      </p:sp>
      <p:sp>
        <p:nvSpPr>
          <p:cNvPr id="3" name="Date Placeholder 2">
            <a:extLst>
              <a:ext uri="{FF2B5EF4-FFF2-40B4-BE49-F238E27FC236}">
                <a16:creationId xmlns:a16="http://schemas.microsoft.com/office/drawing/2014/main" id="{BC2BDBA9-F23B-4D2D-99A4-D6D4897A6CDB}"/>
              </a:ext>
            </a:extLst>
          </p:cNvPr>
          <p:cNvSpPr>
            <a:spLocks noGrp="1"/>
          </p:cNvSpPr>
          <p:nvPr>
            <p:ph type="dt" sz="half"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3C8E"/>
                </a:solidFill>
                <a:effectLst/>
                <a:uLnTx/>
                <a:uFillTx/>
                <a:latin typeface="Helvetica Neue" panose="02000503000000020004" pitchFamily="2" charset="0"/>
              </a:rPr>
              <a:t>DD/MM/YYYY</a:t>
            </a:r>
          </a:p>
        </p:txBody>
      </p:sp>
      <p:sp>
        <p:nvSpPr>
          <p:cNvPr id="4" name="Footer Placeholder 3">
            <a:extLst>
              <a:ext uri="{FF2B5EF4-FFF2-40B4-BE49-F238E27FC236}">
                <a16:creationId xmlns:a16="http://schemas.microsoft.com/office/drawing/2014/main" id="{0688ED92-7DBD-4B1A-9680-F24EC3FC5647}"/>
              </a:ext>
            </a:extLst>
          </p:cNvPr>
          <p:cNvSpPr>
            <a:spLocks noGrp="1"/>
          </p:cNvSpPr>
          <p:nvPr>
            <p:ph type="ftr" sz="quarter" idx="1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a:ea typeface="+mn-ea"/>
              </a:rPr>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CE8C5628-641C-4BC7-861F-361720C3AAE6}"/>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04F4CF-F641-6E4E-8F87-8EB8AA2BFA51}" type="slidenum">
              <a:rPr kumimoji="0" lang="en-US" sz="800" b="0" i="0" u="none" strike="noStrike" kern="1200" cap="none" spc="0" normalizeH="0" baseline="0" noProof="0" smtClean="0">
                <a:ln>
                  <a:noFill/>
                </a:ln>
                <a:solidFill>
                  <a:srgbClr val="093C8E"/>
                </a:solidFill>
                <a:effectLst/>
                <a:uLnTx/>
                <a:uFillTx/>
                <a:latin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93C8E"/>
              </a:solidFill>
              <a:effectLst/>
              <a:uLnTx/>
              <a:uFillTx/>
              <a:latin typeface="Helvetica Neue" panose="02000503000000020004" pitchFamily="2" charset="0"/>
            </a:endParaRPr>
          </a:p>
        </p:txBody>
      </p:sp>
      <p:sp>
        <p:nvSpPr>
          <p:cNvPr id="6" name="Text Placeholder 5">
            <a:extLst>
              <a:ext uri="{FF2B5EF4-FFF2-40B4-BE49-F238E27FC236}">
                <a16:creationId xmlns:a16="http://schemas.microsoft.com/office/drawing/2014/main" id="{0CD156EF-8B16-4473-B816-BBE3231C31A8}"/>
              </a:ext>
            </a:extLst>
          </p:cNvPr>
          <p:cNvSpPr>
            <a:spLocks noGrp="1"/>
          </p:cNvSpPr>
          <p:nvPr>
            <p:ph type="body" sz="quarter" idx="10"/>
          </p:nvPr>
        </p:nvSpPr>
        <p:spPr/>
        <p:txBody>
          <a:bodyPr/>
          <a:lstStyle/>
          <a:p>
            <a:r>
              <a:rPr lang="en-US" dirty="0"/>
              <a:t>TAKEAWAY: How the first two pieces operate</a:t>
            </a:r>
          </a:p>
        </p:txBody>
      </p:sp>
      <p:sp>
        <p:nvSpPr>
          <p:cNvPr id="8" name="TextBox 7">
            <a:extLst>
              <a:ext uri="{FF2B5EF4-FFF2-40B4-BE49-F238E27FC236}">
                <a16:creationId xmlns:a16="http://schemas.microsoft.com/office/drawing/2014/main" id="{598D41C0-EF3B-4993-94A2-3A114785341E}"/>
              </a:ext>
            </a:extLst>
          </p:cNvPr>
          <p:cNvSpPr txBox="1"/>
          <p:nvPr/>
        </p:nvSpPr>
        <p:spPr>
          <a:xfrm>
            <a:off x="2596795" y="3814856"/>
            <a:ext cx="596332" cy="5497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z</a:t>
            </a:r>
          </a:p>
        </p:txBody>
      </p:sp>
      <p:sp>
        <p:nvSpPr>
          <p:cNvPr id="9" name="TextBox 8">
            <a:extLst>
              <a:ext uri="{FF2B5EF4-FFF2-40B4-BE49-F238E27FC236}">
                <a16:creationId xmlns:a16="http://schemas.microsoft.com/office/drawing/2014/main" id="{E65A038A-6CB3-491F-9E08-E74214F4D03A}"/>
              </a:ext>
            </a:extLst>
          </p:cNvPr>
          <p:cNvSpPr txBox="1"/>
          <p:nvPr/>
        </p:nvSpPr>
        <p:spPr>
          <a:xfrm>
            <a:off x="2247945" y="3300877"/>
            <a:ext cx="596332" cy="5497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10" name="TextBox 9">
            <a:extLst>
              <a:ext uri="{FF2B5EF4-FFF2-40B4-BE49-F238E27FC236}">
                <a16:creationId xmlns:a16="http://schemas.microsoft.com/office/drawing/2014/main" id="{43C4D3ED-39BF-438F-8DBB-0DD8C07E1792}"/>
              </a:ext>
            </a:extLst>
          </p:cNvPr>
          <p:cNvSpPr txBox="1"/>
          <p:nvPr/>
        </p:nvSpPr>
        <p:spPr>
          <a:xfrm>
            <a:off x="1517613" y="3739601"/>
            <a:ext cx="596332" cy="5497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a:t>
            </a:r>
          </a:p>
        </p:txBody>
      </p:sp>
      <p:sp>
        <p:nvSpPr>
          <p:cNvPr id="11" name="TextBox 10">
            <a:extLst>
              <a:ext uri="{FF2B5EF4-FFF2-40B4-BE49-F238E27FC236}">
                <a16:creationId xmlns:a16="http://schemas.microsoft.com/office/drawing/2014/main" id="{5EE2E6ED-049F-4054-B0B6-1EBDA3476349}"/>
              </a:ext>
            </a:extLst>
          </p:cNvPr>
          <p:cNvSpPr txBox="1"/>
          <p:nvPr/>
        </p:nvSpPr>
        <p:spPr>
          <a:xfrm>
            <a:off x="1411879" y="3076700"/>
            <a:ext cx="836064" cy="7030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Initial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Pose</a:t>
            </a:r>
          </a:p>
        </p:txBody>
      </p:sp>
      <p:cxnSp>
        <p:nvCxnSpPr>
          <p:cNvPr id="12" name="Straight Connector 11">
            <a:extLst>
              <a:ext uri="{FF2B5EF4-FFF2-40B4-BE49-F238E27FC236}">
                <a16:creationId xmlns:a16="http://schemas.microsoft.com/office/drawing/2014/main" id="{F44D5213-CD4A-487E-9550-95B98086F712}"/>
              </a:ext>
            </a:extLst>
          </p:cNvPr>
          <p:cNvCxnSpPr>
            <a:cxnSpLocks/>
          </p:cNvCxnSpPr>
          <p:nvPr/>
        </p:nvCxnSpPr>
        <p:spPr bwMode="auto">
          <a:xfrm flipV="1">
            <a:off x="2247946" y="2607337"/>
            <a:ext cx="2429143" cy="1462207"/>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39C8FA7-DD4E-4E3E-B38D-9FC021EA1F90}"/>
              </a:ext>
            </a:extLst>
          </p:cNvPr>
          <p:cNvSpPr txBox="1"/>
          <p:nvPr/>
        </p:nvSpPr>
        <p:spPr>
          <a:xfrm>
            <a:off x="4608291" y="2607324"/>
            <a:ext cx="140843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Baseline Goal Pose</a:t>
            </a:r>
          </a:p>
        </p:txBody>
      </p:sp>
      <p:cxnSp>
        <p:nvCxnSpPr>
          <p:cNvPr id="24" name="Straight Arrow Connector 23">
            <a:extLst>
              <a:ext uri="{FF2B5EF4-FFF2-40B4-BE49-F238E27FC236}">
                <a16:creationId xmlns:a16="http://schemas.microsoft.com/office/drawing/2014/main" id="{D817A5E2-80B8-4F86-9278-8FC4F829D193}"/>
              </a:ext>
            </a:extLst>
          </p:cNvPr>
          <p:cNvCxnSpPr>
            <a:cxnSpLocks/>
          </p:cNvCxnSpPr>
          <p:nvPr/>
        </p:nvCxnSpPr>
        <p:spPr bwMode="auto">
          <a:xfrm flipV="1">
            <a:off x="2220199" y="3292484"/>
            <a:ext cx="0" cy="81293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DF8D97E1-8D3F-4FEC-91C2-2F5599D2B431}"/>
              </a:ext>
            </a:extLst>
          </p:cNvPr>
          <p:cNvCxnSpPr>
            <a:cxnSpLocks/>
          </p:cNvCxnSpPr>
          <p:nvPr/>
        </p:nvCxnSpPr>
        <p:spPr bwMode="auto">
          <a:xfrm flipH="1" flipV="1">
            <a:off x="1675447" y="3770189"/>
            <a:ext cx="544752" cy="33523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250287D4-DD3C-48A7-8C6C-2CBAD494583B}"/>
              </a:ext>
            </a:extLst>
          </p:cNvPr>
          <p:cNvCxnSpPr>
            <a:cxnSpLocks/>
          </p:cNvCxnSpPr>
          <p:nvPr/>
        </p:nvCxnSpPr>
        <p:spPr bwMode="auto">
          <a:xfrm flipV="1">
            <a:off x="2220199" y="3770189"/>
            <a:ext cx="511229" cy="33523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FEE30986-5851-4E7E-AF71-0557741634D9}"/>
              </a:ext>
            </a:extLst>
          </p:cNvPr>
          <p:cNvSpPr txBox="1"/>
          <p:nvPr/>
        </p:nvSpPr>
        <p:spPr>
          <a:xfrm>
            <a:off x="1809278" y="2633896"/>
            <a:ext cx="178522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Baseline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Trajectory</a:t>
            </a:r>
          </a:p>
        </p:txBody>
      </p:sp>
      <p:cxnSp>
        <p:nvCxnSpPr>
          <p:cNvPr id="21" name="Straight Arrow Connector 20">
            <a:extLst>
              <a:ext uri="{FF2B5EF4-FFF2-40B4-BE49-F238E27FC236}">
                <a16:creationId xmlns:a16="http://schemas.microsoft.com/office/drawing/2014/main" id="{999AB66F-85EE-4C6A-9AA4-528A1232202C}"/>
              </a:ext>
            </a:extLst>
          </p:cNvPr>
          <p:cNvCxnSpPr>
            <a:cxnSpLocks/>
          </p:cNvCxnSpPr>
          <p:nvPr/>
        </p:nvCxnSpPr>
        <p:spPr bwMode="auto">
          <a:xfrm flipV="1">
            <a:off x="4677089" y="1794400"/>
            <a:ext cx="0" cy="81293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45874D67-DB19-4349-B618-A35C833B4759}"/>
              </a:ext>
            </a:extLst>
          </p:cNvPr>
          <p:cNvCxnSpPr>
            <a:cxnSpLocks/>
          </p:cNvCxnSpPr>
          <p:nvPr/>
        </p:nvCxnSpPr>
        <p:spPr bwMode="auto">
          <a:xfrm flipH="1" flipV="1">
            <a:off x="4132337" y="2272105"/>
            <a:ext cx="544752" cy="33523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E19B5DF7-4BAD-4F2D-A4A6-39E68A20D0C9}"/>
              </a:ext>
            </a:extLst>
          </p:cNvPr>
          <p:cNvCxnSpPr>
            <a:cxnSpLocks/>
          </p:cNvCxnSpPr>
          <p:nvPr/>
        </p:nvCxnSpPr>
        <p:spPr bwMode="auto">
          <a:xfrm flipV="1">
            <a:off x="4677089" y="2272105"/>
            <a:ext cx="511229" cy="33523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F97CACAD-9568-42B8-823A-1AACA99F3A1A}"/>
              </a:ext>
            </a:extLst>
          </p:cNvPr>
          <p:cNvCxnSpPr>
            <a:cxnSpLocks/>
          </p:cNvCxnSpPr>
          <p:nvPr/>
        </p:nvCxnSpPr>
        <p:spPr>
          <a:xfrm>
            <a:off x="2247945" y="4114211"/>
            <a:ext cx="737816" cy="475973"/>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7A8B7EB-09D4-4B47-8A61-9FCD34399F80}"/>
              </a:ext>
            </a:extLst>
          </p:cNvPr>
          <p:cNvCxnSpPr>
            <a:cxnSpLocks/>
          </p:cNvCxnSpPr>
          <p:nvPr/>
        </p:nvCxnSpPr>
        <p:spPr>
          <a:xfrm flipV="1">
            <a:off x="2651219" y="3438656"/>
            <a:ext cx="1495657" cy="951580"/>
          </a:xfrm>
          <a:prstGeom prst="line">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D92204A-1E4E-4261-BA5A-A306F4F2A344}"/>
              </a:ext>
            </a:extLst>
          </p:cNvPr>
          <p:cNvCxnSpPr>
            <a:cxnSpLocks/>
          </p:cNvCxnSpPr>
          <p:nvPr/>
        </p:nvCxnSpPr>
        <p:spPr>
          <a:xfrm>
            <a:off x="3763428" y="3170895"/>
            <a:ext cx="737816" cy="475973"/>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358AED1-7D31-4827-95A2-DF617BCE915C}"/>
                  </a:ext>
                </a:extLst>
              </p:cNvPr>
              <p:cNvSpPr txBox="1"/>
              <p:nvPr/>
            </p:nvSpPr>
            <p:spPr>
              <a:xfrm>
                <a:off x="3355291" y="3849533"/>
                <a:ext cx="461012" cy="46414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𝑑</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B0F0"/>
                  </a:solidFill>
                  <a:effectLst/>
                  <a:uLnTx/>
                  <a:uFillTx/>
                  <a:latin typeface="Arial" panose="020B0604020202020204"/>
                  <a:ea typeface="+mn-ea"/>
                  <a:cs typeface="+mn-cs"/>
                </a:endParaRPr>
              </a:p>
            </p:txBody>
          </p:sp>
        </mc:Choice>
        <mc:Fallback xmlns="">
          <p:sp>
            <p:nvSpPr>
              <p:cNvPr id="20" name="TextBox 19">
                <a:extLst>
                  <a:ext uri="{FF2B5EF4-FFF2-40B4-BE49-F238E27FC236}">
                    <a16:creationId xmlns:a16="http://schemas.microsoft.com/office/drawing/2014/main" id="{6358AED1-7D31-4827-95A2-DF617BCE915C}"/>
                  </a:ext>
                </a:extLst>
              </p:cNvPr>
              <p:cNvSpPr txBox="1">
                <a:spLocks noRot="1" noChangeAspect="1" noMove="1" noResize="1" noEditPoints="1" noAdjustHandles="1" noChangeArrowheads="1" noChangeShapeType="1" noTextEdit="1"/>
              </p:cNvSpPr>
              <p:nvPr/>
            </p:nvSpPr>
            <p:spPr>
              <a:xfrm>
                <a:off x="3355291" y="3849533"/>
                <a:ext cx="461012" cy="464149"/>
              </a:xfrm>
              <a:prstGeom prst="rect">
                <a:avLst/>
              </a:prstGeom>
              <a:blipFill>
                <a:blip r:embed="rId3"/>
                <a:stretch>
                  <a:fillRect r="-35526"/>
                </a:stretch>
              </a:blipFill>
            </p:spPr>
            <p:txBody>
              <a:bodyPr/>
              <a:lstStyle/>
              <a:p>
                <a:r>
                  <a:rPr lang="en-US">
                    <a:noFill/>
                  </a:rPr>
                  <a:t> </a:t>
                </a:r>
              </a:p>
            </p:txBody>
          </p:sp>
        </mc:Fallback>
      </mc:AlternateContent>
      <p:pic>
        <p:nvPicPr>
          <p:cNvPr id="27" name="Picture 26">
            <a:extLst>
              <a:ext uri="{FF2B5EF4-FFF2-40B4-BE49-F238E27FC236}">
                <a16:creationId xmlns:a16="http://schemas.microsoft.com/office/drawing/2014/main" id="{A62EF4FE-6E5C-4457-A31A-1B9A1D075AE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tretch>
            <a:fillRect/>
          </a:stretch>
        </p:blipFill>
        <p:spPr>
          <a:xfrm>
            <a:off x="591730" y="4028819"/>
            <a:ext cx="1674491" cy="1404617"/>
          </a:xfrm>
          <a:prstGeom prst="rect">
            <a:avLst/>
          </a:prstGeom>
        </p:spPr>
      </p:pic>
      <p:cxnSp>
        <p:nvCxnSpPr>
          <p:cNvPr id="78" name="Straight Arrow Connector 77">
            <a:extLst>
              <a:ext uri="{FF2B5EF4-FFF2-40B4-BE49-F238E27FC236}">
                <a16:creationId xmlns:a16="http://schemas.microsoft.com/office/drawing/2014/main" id="{4180DAE1-3576-442E-AE5C-E526F0EF4D76}"/>
              </a:ext>
            </a:extLst>
          </p:cNvPr>
          <p:cNvCxnSpPr>
            <a:cxnSpLocks/>
          </p:cNvCxnSpPr>
          <p:nvPr/>
        </p:nvCxnSpPr>
        <p:spPr bwMode="auto">
          <a:xfrm flipV="1">
            <a:off x="3760825" y="2524451"/>
            <a:ext cx="0" cy="646622"/>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a:extLst>
              <a:ext uri="{FF2B5EF4-FFF2-40B4-BE49-F238E27FC236}">
                <a16:creationId xmlns:a16="http://schemas.microsoft.com/office/drawing/2014/main" id="{8B6791AF-4915-44B1-B24B-42069E10A8B2}"/>
              </a:ext>
            </a:extLst>
          </p:cNvPr>
          <p:cNvCxnSpPr>
            <a:cxnSpLocks/>
          </p:cNvCxnSpPr>
          <p:nvPr/>
        </p:nvCxnSpPr>
        <p:spPr bwMode="auto">
          <a:xfrm flipH="1" flipV="1">
            <a:off x="3327521" y="2904425"/>
            <a:ext cx="433304" cy="26664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a:extLst>
              <a:ext uri="{FF2B5EF4-FFF2-40B4-BE49-F238E27FC236}">
                <a16:creationId xmlns:a16="http://schemas.microsoft.com/office/drawing/2014/main" id="{10F6E779-A21D-470D-9CB3-66B860AE1076}"/>
              </a:ext>
            </a:extLst>
          </p:cNvPr>
          <p:cNvCxnSpPr>
            <a:cxnSpLocks/>
          </p:cNvCxnSpPr>
          <p:nvPr/>
        </p:nvCxnSpPr>
        <p:spPr bwMode="auto">
          <a:xfrm flipV="1">
            <a:off x="3760825" y="2904425"/>
            <a:ext cx="406639" cy="26664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A5FD1AE1-8383-41D5-93EF-C8245CCD0903}"/>
                  </a:ext>
                </a:extLst>
              </p:cNvPr>
              <p:cNvSpPr txBox="1"/>
              <p:nvPr/>
            </p:nvSpPr>
            <p:spPr>
              <a:xfrm>
                <a:off x="3567710" y="2942070"/>
                <a:ext cx="1427109"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81" name="TextBox 80">
                <a:extLst>
                  <a:ext uri="{FF2B5EF4-FFF2-40B4-BE49-F238E27FC236}">
                    <a16:creationId xmlns:a16="http://schemas.microsoft.com/office/drawing/2014/main" id="{A5FD1AE1-8383-41D5-93EF-C8245CCD0903}"/>
                  </a:ext>
                </a:extLst>
              </p:cNvPr>
              <p:cNvSpPr txBox="1">
                <a:spLocks noRot="1" noChangeAspect="1" noMove="1" noResize="1" noEditPoints="1" noAdjustHandles="1" noChangeArrowheads="1" noChangeShapeType="1" noTextEdit="1"/>
              </p:cNvSpPr>
              <p:nvPr/>
            </p:nvSpPr>
            <p:spPr>
              <a:xfrm>
                <a:off x="3567710" y="2942070"/>
                <a:ext cx="1427109" cy="427336"/>
              </a:xfrm>
              <a:prstGeom prst="rect">
                <a:avLst/>
              </a:prstGeom>
              <a:blipFill>
                <a:blip r:embed="rId6"/>
                <a:stretch>
                  <a:fillRect b="-7143"/>
                </a:stretch>
              </a:blipFill>
            </p:spPr>
            <p:txBody>
              <a:bodyPr/>
              <a:lstStyle/>
              <a:p>
                <a:r>
                  <a:rPr lang="en-US">
                    <a:noFill/>
                  </a:rPr>
                  <a:t> </a:t>
                </a:r>
              </a:p>
            </p:txBody>
          </p:sp>
        </mc:Fallback>
      </mc:AlternateContent>
      <p:pic>
        <p:nvPicPr>
          <p:cNvPr id="82" name="Picture 2" descr="https://www.mathworks.com/help/examples/robotics/win64/DesignATrajectoryWithVelocityLimitsUsingTrapVelTrajExample_03.png">
            <a:extLst>
              <a:ext uri="{FF2B5EF4-FFF2-40B4-BE49-F238E27FC236}">
                <a16:creationId xmlns:a16="http://schemas.microsoft.com/office/drawing/2014/main" id="{9B3D074F-CE69-47D2-B4A6-F3EC6F96732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210" t="13323" r="18311" b="58740"/>
          <a:stretch/>
        </p:blipFill>
        <p:spPr bwMode="auto">
          <a:xfrm>
            <a:off x="3041529" y="4596563"/>
            <a:ext cx="2540997" cy="98111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1F2C78EC-D36A-4140-91A1-D8A24B9163A7}"/>
                  </a:ext>
                </a:extLst>
              </p:cNvPr>
              <p:cNvSpPr txBox="1"/>
              <p:nvPr/>
            </p:nvSpPr>
            <p:spPr>
              <a:xfrm>
                <a:off x="2554307" y="4843036"/>
                <a:ext cx="461012" cy="46414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𝑑</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B0F0"/>
                  </a:solidFill>
                  <a:effectLst/>
                  <a:uLnTx/>
                  <a:uFillTx/>
                  <a:latin typeface="Arial" panose="020B0604020202020204"/>
                  <a:ea typeface="+mn-ea"/>
                  <a:cs typeface="+mn-cs"/>
                </a:endParaRPr>
              </a:p>
            </p:txBody>
          </p:sp>
        </mc:Choice>
        <mc:Fallback xmlns="">
          <p:sp>
            <p:nvSpPr>
              <p:cNvPr id="83" name="TextBox 82">
                <a:extLst>
                  <a:ext uri="{FF2B5EF4-FFF2-40B4-BE49-F238E27FC236}">
                    <a16:creationId xmlns:a16="http://schemas.microsoft.com/office/drawing/2014/main" id="{1F2C78EC-D36A-4140-91A1-D8A24B9163A7}"/>
                  </a:ext>
                </a:extLst>
              </p:cNvPr>
              <p:cNvSpPr txBox="1">
                <a:spLocks noRot="1" noChangeAspect="1" noMove="1" noResize="1" noEditPoints="1" noAdjustHandles="1" noChangeArrowheads="1" noChangeShapeType="1" noTextEdit="1"/>
              </p:cNvSpPr>
              <p:nvPr/>
            </p:nvSpPr>
            <p:spPr>
              <a:xfrm>
                <a:off x="2554307" y="4843036"/>
                <a:ext cx="461012" cy="464149"/>
              </a:xfrm>
              <a:prstGeom prst="rect">
                <a:avLst/>
              </a:prstGeom>
              <a:blipFill>
                <a:blip r:embed="rId8"/>
                <a:stretch>
                  <a:fillRect r="-35526"/>
                </a:stretch>
              </a:blipFill>
            </p:spPr>
            <p:txBody>
              <a:bodyPr/>
              <a:lstStyle/>
              <a:p>
                <a:r>
                  <a:rPr lang="en-US">
                    <a:noFill/>
                  </a:rPr>
                  <a:t> </a:t>
                </a:r>
              </a:p>
            </p:txBody>
          </p:sp>
        </mc:Fallback>
      </mc:AlternateContent>
      <p:sp>
        <p:nvSpPr>
          <p:cNvPr id="84" name="TextBox 83">
            <a:extLst>
              <a:ext uri="{FF2B5EF4-FFF2-40B4-BE49-F238E27FC236}">
                <a16:creationId xmlns:a16="http://schemas.microsoft.com/office/drawing/2014/main" id="{2E75DD8F-3670-49F4-B5F8-1D31F7B266F1}"/>
              </a:ext>
            </a:extLst>
          </p:cNvPr>
          <p:cNvSpPr txBox="1"/>
          <p:nvPr/>
        </p:nvSpPr>
        <p:spPr>
          <a:xfrm>
            <a:off x="5040766" y="5134181"/>
            <a:ext cx="70539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Time </a:t>
            </a:r>
          </a:p>
        </p:txBody>
      </p:sp>
      <p:sp>
        <p:nvSpPr>
          <p:cNvPr id="91" name="TextBox 90">
            <a:extLst>
              <a:ext uri="{FF2B5EF4-FFF2-40B4-BE49-F238E27FC236}">
                <a16:creationId xmlns:a16="http://schemas.microsoft.com/office/drawing/2014/main" id="{D149317C-103A-4B8F-8CB3-489579EB01F5}"/>
              </a:ext>
            </a:extLst>
          </p:cNvPr>
          <p:cNvSpPr txBox="1"/>
          <p:nvPr/>
        </p:nvSpPr>
        <p:spPr>
          <a:xfrm>
            <a:off x="8438293" y="3391604"/>
            <a:ext cx="480856" cy="44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z</a:t>
            </a:r>
          </a:p>
        </p:txBody>
      </p:sp>
      <p:sp>
        <p:nvSpPr>
          <p:cNvPr id="92" name="TextBox 91">
            <a:extLst>
              <a:ext uri="{FF2B5EF4-FFF2-40B4-BE49-F238E27FC236}">
                <a16:creationId xmlns:a16="http://schemas.microsoft.com/office/drawing/2014/main" id="{E9DC09A0-D7C4-4A48-8B40-2670142079B3}"/>
              </a:ext>
            </a:extLst>
          </p:cNvPr>
          <p:cNvSpPr txBox="1"/>
          <p:nvPr/>
        </p:nvSpPr>
        <p:spPr>
          <a:xfrm>
            <a:off x="7931303" y="2678226"/>
            <a:ext cx="480856" cy="44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93" name="TextBox 92">
            <a:extLst>
              <a:ext uri="{FF2B5EF4-FFF2-40B4-BE49-F238E27FC236}">
                <a16:creationId xmlns:a16="http://schemas.microsoft.com/office/drawing/2014/main" id="{9F8D5163-7540-4DD9-BC9B-922060047D17}"/>
              </a:ext>
            </a:extLst>
          </p:cNvPr>
          <p:cNvSpPr txBox="1"/>
          <p:nvPr/>
        </p:nvSpPr>
        <p:spPr>
          <a:xfrm>
            <a:off x="7089803" y="3451240"/>
            <a:ext cx="480856" cy="44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a:t>
            </a:r>
          </a:p>
        </p:txBody>
      </p:sp>
      <p:sp>
        <p:nvSpPr>
          <p:cNvPr id="94" name="TextBox 93">
            <a:extLst>
              <a:ext uri="{FF2B5EF4-FFF2-40B4-BE49-F238E27FC236}">
                <a16:creationId xmlns:a16="http://schemas.microsoft.com/office/drawing/2014/main" id="{3F49CA92-7A7E-4A74-ABCD-66332281F504}"/>
              </a:ext>
            </a:extLst>
          </p:cNvPr>
          <p:cNvSpPr txBox="1"/>
          <p:nvPr/>
        </p:nvSpPr>
        <p:spPr>
          <a:xfrm>
            <a:off x="6538019" y="2989605"/>
            <a:ext cx="137535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Initial Pose</a:t>
            </a:r>
          </a:p>
        </p:txBody>
      </p:sp>
      <p:cxnSp>
        <p:nvCxnSpPr>
          <p:cNvPr id="95" name="Straight Connector 94">
            <a:extLst>
              <a:ext uri="{FF2B5EF4-FFF2-40B4-BE49-F238E27FC236}">
                <a16:creationId xmlns:a16="http://schemas.microsoft.com/office/drawing/2014/main" id="{1114F8DA-19D6-466E-B565-1395A15F8CEB}"/>
              </a:ext>
            </a:extLst>
          </p:cNvPr>
          <p:cNvCxnSpPr>
            <a:cxnSpLocks/>
          </p:cNvCxnSpPr>
          <p:nvPr/>
        </p:nvCxnSpPr>
        <p:spPr bwMode="auto">
          <a:xfrm flipV="1">
            <a:off x="7931303" y="2203041"/>
            <a:ext cx="2686523" cy="1631892"/>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96" name="Group 95">
            <a:extLst>
              <a:ext uri="{FF2B5EF4-FFF2-40B4-BE49-F238E27FC236}">
                <a16:creationId xmlns:a16="http://schemas.microsoft.com/office/drawing/2014/main" id="{D62338BD-62B6-4658-BAA4-7C4F0CC42C6B}"/>
              </a:ext>
            </a:extLst>
          </p:cNvPr>
          <p:cNvGrpSpPr/>
          <p:nvPr/>
        </p:nvGrpSpPr>
        <p:grpSpPr>
          <a:xfrm>
            <a:off x="9959260" y="1154619"/>
            <a:ext cx="1317128" cy="1013979"/>
            <a:chOff x="2882537" y="3074126"/>
            <a:chExt cx="1097280" cy="844731"/>
          </a:xfrm>
        </p:grpSpPr>
        <p:cxnSp>
          <p:nvCxnSpPr>
            <p:cNvPr id="97" name="Straight Arrow Connector 96">
              <a:extLst>
                <a:ext uri="{FF2B5EF4-FFF2-40B4-BE49-F238E27FC236}">
                  <a16:creationId xmlns:a16="http://schemas.microsoft.com/office/drawing/2014/main" id="{3E685EB7-9CAA-4F59-939A-7C6435C3CAC0}"/>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8" name="Straight Arrow Connector 97">
              <a:extLst>
                <a:ext uri="{FF2B5EF4-FFF2-40B4-BE49-F238E27FC236}">
                  <a16:creationId xmlns:a16="http://schemas.microsoft.com/office/drawing/2014/main" id="{FE0AC4CB-378A-4C85-8433-D4DFAFCBA4C3}"/>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9" name="Straight Arrow Connector 98">
              <a:extLst>
                <a:ext uri="{FF2B5EF4-FFF2-40B4-BE49-F238E27FC236}">
                  <a16:creationId xmlns:a16="http://schemas.microsoft.com/office/drawing/2014/main" id="{A51564BD-59B0-49F3-AA98-CC72FD3B3083}"/>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sp>
        <p:nvSpPr>
          <p:cNvPr id="100" name="TextBox 99">
            <a:extLst>
              <a:ext uri="{FF2B5EF4-FFF2-40B4-BE49-F238E27FC236}">
                <a16:creationId xmlns:a16="http://schemas.microsoft.com/office/drawing/2014/main" id="{670F6A85-C10E-450F-B1AF-B18F5CD483B0}"/>
              </a:ext>
            </a:extLst>
          </p:cNvPr>
          <p:cNvSpPr txBox="1"/>
          <p:nvPr/>
        </p:nvSpPr>
        <p:spPr>
          <a:xfrm>
            <a:off x="10850105" y="1997625"/>
            <a:ext cx="11357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a:rPr>
              <a:t>Baseline </a:t>
            </a:r>
            <a:r>
              <a:rPr kumimoji="0" lang="en-US" sz="1800" b="0" i="0" u="none" strike="noStrike" kern="1200" cap="none" spc="0" normalizeH="0" baseline="0" noProof="0" dirty="0">
                <a:ln>
                  <a:noFill/>
                </a:ln>
                <a:solidFill>
                  <a:prstClr val="black"/>
                </a:solidFill>
                <a:effectLst/>
                <a:uLnTx/>
                <a:uFillTx/>
                <a:latin typeface="Calibri"/>
                <a:ea typeface="+mn-ea"/>
                <a:cs typeface="+mn-cs"/>
              </a:rPr>
              <a:t>Goal Pose</a:t>
            </a:r>
          </a:p>
        </p:txBody>
      </p:sp>
      <p:grpSp>
        <p:nvGrpSpPr>
          <p:cNvPr id="101" name="Group 100">
            <a:extLst>
              <a:ext uri="{FF2B5EF4-FFF2-40B4-BE49-F238E27FC236}">
                <a16:creationId xmlns:a16="http://schemas.microsoft.com/office/drawing/2014/main" id="{0CDF439E-E28A-4F16-AA38-BC98F59A0FC0}"/>
              </a:ext>
            </a:extLst>
          </p:cNvPr>
          <p:cNvGrpSpPr/>
          <p:nvPr/>
        </p:nvGrpSpPr>
        <p:grpSpPr>
          <a:xfrm>
            <a:off x="7225698" y="2855397"/>
            <a:ext cx="1317128" cy="1013979"/>
            <a:chOff x="2882537" y="3074126"/>
            <a:chExt cx="1097280" cy="844731"/>
          </a:xfrm>
        </p:grpSpPr>
        <p:cxnSp>
          <p:nvCxnSpPr>
            <p:cNvPr id="102" name="Straight Arrow Connector 101">
              <a:extLst>
                <a:ext uri="{FF2B5EF4-FFF2-40B4-BE49-F238E27FC236}">
                  <a16:creationId xmlns:a16="http://schemas.microsoft.com/office/drawing/2014/main" id="{4EBE3E1D-AD5C-482B-B598-DE2CB26BC8A1}"/>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55001627-3F9F-4AD0-A57A-866894DF5C1E}"/>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7D74A0A8-8C96-43E0-8E74-8F2F8592C7DD}"/>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sp>
        <p:nvSpPr>
          <p:cNvPr id="105" name="TextBox 104">
            <a:extLst>
              <a:ext uri="{FF2B5EF4-FFF2-40B4-BE49-F238E27FC236}">
                <a16:creationId xmlns:a16="http://schemas.microsoft.com/office/drawing/2014/main" id="{B71AE43A-A7A7-4B53-9F1E-32AAA3A08371}"/>
              </a:ext>
            </a:extLst>
          </p:cNvPr>
          <p:cNvSpPr txBox="1"/>
          <p:nvPr/>
        </p:nvSpPr>
        <p:spPr>
          <a:xfrm>
            <a:off x="8919149" y="2733642"/>
            <a:ext cx="246548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Baseline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Trajectory</a:t>
            </a:r>
          </a:p>
        </p:txBody>
      </p:sp>
      <p:pic>
        <p:nvPicPr>
          <p:cNvPr id="106" name="Picture 2" descr="https://www.mathworks.com/help/examples/robotics/win64/DesignATrajectoryWithVelocityLimitsUsingTrapVelTrajExample_03.png">
            <a:extLst>
              <a:ext uri="{FF2B5EF4-FFF2-40B4-BE49-F238E27FC236}">
                <a16:creationId xmlns:a16="http://schemas.microsoft.com/office/drawing/2014/main" id="{9C630714-E673-4146-8C70-76B377EA8C2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210" t="13323" r="18311" b="58740"/>
          <a:stretch/>
        </p:blipFill>
        <p:spPr bwMode="auto">
          <a:xfrm>
            <a:off x="7819934" y="4543245"/>
            <a:ext cx="3912710" cy="1510745"/>
          </a:xfrm>
          <a:prstGeom prst="rect">
            <a:avLst/>
          </a:prstGeom>
          <a:noFill/>
          <a:extLst>
            <a:ext uri="{909E8E84-426E-40DD-AFC4-6F175D3DCCD1}">
              <a14:hiddenFill xmlns:a14="http://schemas.microsoft.com/office/drawing/2010/main">
                <a:solidFill>
                  <a:srgbClr val="FFFFFF"/>
                </a:solidFill>
              </a14:hiddenFill>
            </a:ext>
          </a:extLst>
        </p:spPr>
      </p:pic>
      <p:sp>
        <p:nvSpPr>
          <p:cNvPr id="107" name="TextBox 106">
            <a:extLst>
              <a:ext uri="{FF2B5EF4-FFF2-40B4-BE49-F238E27FC236}">
                <a16:creationId xmlns:a16="http://schemas.microsoft.com/office/drawing/2014/main" id="{6513276C-7BC4-4FAD-9CC4-A027876C8537}"/>
              </a:ext>
            </a:extLst>
          </p:cNvPr>
          <p:cNvSpPr txBox="1"/>
          <p:nvPr/>
        </p:nvSpPr>
        <p:spPr>
          <a:xfrm>
            <a:off x="11139081" y="5552405"/>
            <a:ext cx="846726" cy="4063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Time </a:t>
            </a:r>
          </a:p>
        </p:txBody>
      </p:sp>
      <p:sp>
        <p:nvSpPr>
          <p:cNvPr id="108" name="TextBox 107">
            <a:extLst>
              <a:ext uri="{FF2B5EF4-FFF2-40B4-BE49-F238E27FC236}">
                <a16:creationId xmlns:a16="http://schemas.microsoft.com/office/drawing/2014/main" id="{7DCAE2D9-B17D-4880-B675-00198C0DBD55}"/>
              </a:ext>
            </a:extLst>
          </p:cNvPr>
          <p:cNvSpPr txBox="1"/>
          <p:nvPr/>
        </p:nvSpPr>
        <p:spPr>
          <a:xfrm rot="16200000">
            <a:off x="6897902" y="5233920"/>
            <a:ext cx="119995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Nominal</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Trajectory Progress</a:t>
            </a:r>
          </a:p>
        </p:txBody>
      </p:sp>
      <p:cxnSp>
        <p:nvCxnSpPr>
          <p:cNvPr id="109" name="Straight Connector 108">
            <a:extLst>
              <a:ext uri="{FF2B5EF4-FFF2-40B4-BE49-F238E27FC236}">
                <a16:creationId xmlns:a16="http://schemas.microsoft.com/office/drawing/2014/main" id="{68178FAC-150C-4D21-BACD-78148584742A}"/>
              </a:ext>
            </a:extLst>
          </p:cNvPr>
          <p:cNvCxnSpPr/>
          <p:nvPr/>
        </p:nvCxnSpPr>
        <p:spPr>
          <a:xfrm>
            <a:off x="9959259" y="4646313"/>
            <a:ext cx="1747673" cy="0"/>
          </a:xfrm>
          <a:prstGeom prst="line">
            <a:avLst/>
          </a:prstGeom>
          <a:ln w="12700">
            <a:solidFill>
              <a:srgbClr val="0070C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9620672-0A15-4CEC-87F8-16B721ED8C98}"/>
                  </a:ext>
                </a:extLst>
              </p:cNvPr>
              <p:cNvSpPr txBox="1"/>
              <p:nvPr/>
            </p:nvSpPr>
            <p:spPr>
              <a:xfrm>
                <a:off x="10906883" y="4254411"/>
                <a:ext cx="412972" cy="39190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𝑑</m:t>
                          </m:r>
                        </m:e>
                        <m:sub>
                          <m:r>
                            <a:rPr lang="en-US" b="0" i="1" smtClean="0">
                              <a:solidFill>
                                <a:srgbClr val="0070C0"/>
                              </a:solidFill>
                              <a:latin typeface="Cambria Math" panose="02040503050406030204" pitchFamily="18" charset="0"/>
                            </a:rPr>
                            <m:t>𝑔𝑜𝑎𝑙</m:t>
                          </m:r>
                        </m:sub>
                      </m:sSub>
                    </m:oMath>
                  </m:oMathPara>
                </a14:m>
                <a:endParaRPr lang="en-US" dirty="0">
                  <a:solidFill>
                    <a:srgbClr val="0070C0"/>
                  </a:solidFill>
                </a:endParaRPr>
              </a:p>
            </p:txBody>
          </p:sp>
        </mc:Choice>
        <mc:Fallback xmlns="">
          <p:sp>
            <p:nvSpPr>
              <p:cNvPr id="110" name="TextBox 109">
                <a:extLst>
                  <a:ext uri="{FF2B5EF4-FFF2-40B4-BE49-F238E27FC236}">
                    <a16:creationId xmlns:a16="http://schemas.microsoft.com/office/drawing/2014/main" id="{99620672-0A15-4CEC-87F8-16B721ED8C98}"/>
                  </a:ext>
                </a:extLst>
              </p:cNvPr>
              <p:cNvSpPr txBox="1">
                <a:spLocks noRot="1" noChangeAspect="1" noMove="1" noResize="1" noEditPoints="1" noAdjustHandles="1" noChangeArrowheads="1" noChangeShapeType="1" noTextEdit="1"/>
              </p:cNvSpPr>
              <p:nvPr/>
            </p:nvSpPr>
            <p:spPr>
              <a:xfrm>
                <a:off x="10906883" y="4254411"/>
                <a:ext cx="412972" cy="391902"/>
              </a:xfrm>
              <a:prstGeom prst="rect">
                <a:avLst/>
              </a:prstGeom>
              <a:blipFill>
                <a:blip r:embed="rId9"/>
                <a:stretch>
                  <a:fillRect r="-60294" b="-9375"/>
                </a:stretch>
              </a:blipFill>
            </p:spPr>
            <p:txBody>
              <a:bodyPr/>
              <a:lstStyle/>
              <a:p>
                <a:r>
                  <a:rPr lang="en-US">
                    <a:noFill/>
                  </a:rPr>
                  <a:t> </a:t>
                </a:r>
              </a:p>
            </p:txBody>
          </p:sp>
        </mc:Fallback>
      </mc:AlternateContent>
      <p:grpSp>
        <p:nvGrpSpPr>
          <p:cNvPr id="111" name="Group 110">
            <a:extLst>
              <a:ext uri="{FF2B5EF4-FFF2-40B4-BE49-F238E27FC236}">
                <a16:creationId xmlns:a16="http://schemas.microsoft.com/office/drawing/2014/main" id="{39A17C81-9834-4002-AC37-B9E7356C55A5}"/>
              </a:ext>
            </a:extLst>
          </p:cNvPr>
          <p:cNvGrpSpPr/>
          <p:nvPr/>
        </p:nvGrpSpPr>
        <p:grpSpPr>
          <a:xfrm>
            <a:off x="9003383" y="5098189"/>
            <a:ext cx="768144" cy="373455"/>
            <a:chOff x="9209576" y="4941277"/>
            <a:chExt cx="768144" cy="373455"/>
          </a:xfrm>
        </p:grpSpPr>
        <p:cxnSp>
          <p:nvCxnSpPr>
            <p:cNvPr id="112" name="Straight Connector 111">
              <a:extLst>
                <a:ext uri="{FF2B5EF4-FFF2-40B4-BE49-F238E27FC236}">
                  <a16:creationId xmlns:a16="http://schemas.microsoft.com/office/drawing/2014/main" id="{D69D1396-9101-41D1-9617-7D0CFFD60BA6}"/>
                </a:ext>
              </a:extLst>
            </p:cNvPr>
            <p:cNvCxnSpPr/>
            <p:nvPr/>
          </p:nvCxnSpPr>
          <p:spPr>
            <a:xfrm flipV="1">
              <a:off x="9214338" y="4941277"/>
              <a:ext cx="0" cy="373455"/>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4BBF1B4-FE36-436B-9234-BD1580612EAC}"/>
                </a:ext>
              </a:extLst>
            </p:cNvPr>
            <p:cNvCxnSpPr>
              <a:cxnSpLocks/>
            </p:cNvCxnSpPr>
            <p:nvPr/>
          </p:nvCxnSpPr>
          <p:spPr>
            <a:xfrm flipH="1">
              <a:off x="9209576" y="4946039"/>
              <a:ext cx="768144"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4F9191DB-0331-409D-9C1E-0DFDB672BBFA}"/>
                </a:ext>
              </a:extLst>
            </p:cNvPr>
            <p:cNvCxnSpPr>
              <a:cxnSpLocks/>
            </p:cNvCxnSpPr>
            <p:nvPr/>
          </p:nvCxnSpPr>
          <p:spPr>
            <a:xfrm flipH="1">
              <a:off x="9214338" y="5031765"/>
              <a:ext cx="11063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76E0D273-2E2D-4925-B8DA-5AE2903BFFA5}"/>
                </a:ext>
              </a:extLst>
            </p:cNvPr>
            <p:cNvCxnSpPr>
              <a:cxnSpLocks/>
            </p:cNvCxnSpPr>
            <p:nvPr/>
          </p:nvCxnSpPr>
          <p:spPr>
            <a:xfrm flipV="1">
              <a:off x="9317832" y="4941277"/>
              <a:ext cx="0" cy="90488"/>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70B85797-B697-4549-ABD4-84738ED3E257}"/>
                  </a:ext>
                </a:extLst>
              </p:cNvPr>
              <p:cNvSpPr txBox="1"/>
              <p:nvPr/>
            </p:nvSpPr>
            <p:spPr>
              <a:xfrm>
                <a:off x="8905153" y="4721045"/>
                <a:ext cx="412972"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FFC000"/>
                              </a:solidFill>
                              <a:latin typeface="Cambria Math" panose="02040503050406030204" pitchFamily="18" charset="0"/>
                            </a:rPr>
                          </m:ctrlPr>
                        </m:sSubPr>
                        <m:e>
                          <m:r>
                            <a:rPr lang="en-US" b="0" i="1" smtClean="0">
                              <a:solidFill>
                                <a:srgbClr val="FFC000"/>
                              </a:solidFill>
                              <a:latin typeface="Cambria Math" panose="02040503050406030204" pitchFamily="18" charset="0"/>
                            </a:rPr>
                            <m:t>𝑣</m:t>
                          </m:r>
                        </m:e>
                        <m:sub>
                          <m:r>
                            <a:rPr lang="en-US" b="0" i="1" smtClean="0">
                              <a:solidFill>
                                <a:srgbClr val="FFC000"/>
                              </a:solidFill>
                              <a:latin typeface="Cambria Math" panose="02040503050406030204" pitchFamily="18" charset="0"/>
                            </a:rPr>
                            <m:t>𝑚𝑎𝑥</m:t>
                          </m:r>
                        </m:sub>
                      </m:sSub>
                    </m:oMath>
                  </m:oMathPara>
                </a14:m>
                <a:endParaRPr lang="en-US" dirty="0">
                  <a:solidFill>
                    <a:srgbClr val="FFC000"/>
                  </a:solidFill>
                </a:endParaRPr>
              </a:p>
            </p:txBody>
          </p:sp>
        </mc:Choice>
        <mc:Fallback xmlns="">
          <p:sp>
            <p:nvSpPr>
              <p:cNvPr id="116" name="TextBox 115">
                <a:extLst>
                  <a:ext uri="{FF2B5EF4-FFF2-40B4-BE49-F238E27FC236}">
                    <a16:creationId xmlns:a16="http://schemas.microsoft.com/office/drawing/2014/main" id="{70B85797-B697-4549-ABD4-84738ED3E257}"/>
                  </a:ext>
                </a:extLst>
              </p:cNvPr>
              <p:cNvSpPr txBox="1">
                <a:spLocks noRot="1" noChangeAspect="1" noMove="1" noResize="1" noEditPoints="1" noAdjustHandles="1" noChangeArrowheads="1" noChangeShapeType="1" noTextEdit="1"/>
              </p:cNvSpPr>
              <p:nvPr/>
            </p:nvSpPr>
            <p:spPr>
              <a:xfrm>
                <a:off x="8905153" y="4721045"/>
                <a:ext cx="412972" cy="369332"/>
              </a:xfrm>
              <a:prstGeom prst="rect">
                <a:avLst/>
              </a:prstGeom>
              <a:blipFill>
                <a:blip r:embed="rId10"/>
                <a:stretch>
                  <a:fillRect r="-470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7C7B0F1E-35DB-41F0-A8A5-90F932F323F7}"/>
                  </a:ext>
                </a:extLst>
              </p:cNvPr>
              <p:cNvSpPr txBox="1"/>
              <p:nvPr/>
            </p:nvSpPr>
            <p:spPr>
              <a:xfrm>
                <a:off x="9188657" y="6092094"/>
                <a:ext cx="613543"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92D050"/>
                              </a:solidFill>
                              <a:latin typeface="Cambria Math" panose="02040503050406030204" pitchFamily="18" charset="0"/>
                            </a:rPr>
                          </m:ctrlPr>
                        </m:sSubPr>
                        <m:e>
                          <m:r>
                            <a:rPr lang="en-US" b="0" i="1" smtClean="0">
                              <a:solidFill>
                                <a:srgbClr val="92D050"/>
                              </a:solidFill>
                              <a:latin typeface="Cambria Math" panose="02040503050406030204" pitchFamily="18" charset="0"/>
                            </a:rPr>
                            <m:t>𝑎</m:t>
                          </m:r>
                        </m:e>
                        <m:sub>
                          <m:r>
                            <a:rPr lang="en-US" b="0" i="1" smtClean="0">
                              <a:solidFill>
                                <a:srgbClr val="92D050"/>
                              </a:solidFill>
                              <a:latin typeface="Cambria Math" panose="02040503050406030204" pitchFamily="18" charset="0"/>
                            </a:rPr>
                            <m:t>𝑚𝑎𝑥</m:t>
                          </m:r>
                        </m:sub>
                      </m:sSub>
                    </m:oMath>
                  </m:oMathPara>
                </a14:m>
                <a:endParaRPr lang="en-US" dirty="0">
                  <a:solidFill>
                    <a:srgbClr val="92D050"/>
                  </a:solidFill>
                </a:endParaRPr>
              </a:p>
            </p:txBody>
          </p:sp>
        </mc:Choice>
        <mc:Fallback xmlns="">
          <p:sp>
            <p:nvSpPr>
              <p:cNvPr id="117" name="TextBox 116">
                <a:extLst>
                  <a:ext uri="{FF2B5EF4-FFF2-40B4-BE49-F238E27FC236}">
                    <a16:creationId xmlns:a16="http://schemas.microsoft.com/office/drawing/2014/main" id="{7C7B0F1E-35DB-41F0-A8A5-90F932F323F7}"/>
                  </a:ext>
                </a:extLst>
              </p:cNvPr>
              <p:cNvSpPr txBox="1">
                <a:spLocks noRot="1" noChangeAspect="1" noMove="1" noResize="1" noEditPoints="1" noAdjustHandles="1" noChangeArrowheads="1" noChangeShapeType="1" noTextEdit="1"/>
              </p:cNvSpPr>
              <p:nvPr/>
            </p:nvSpPr>
            <p:spPr>
              <a:xfrm>
                <a:off x="9188657" y="6092094"/>
                <a:ext cx="613543" cy="369332"/>
              </a:xfrm>
              <a:prstGeom prst="rect">
                <a:avLst/>
              </a:prstGeom>
              <a:blipFill>
                <a:blip r:embed="rId11"/>
                <a:stretch>
                  <a:fillRect r="-2970"/>
                </a:stretch>
              </a:blipFill>
            </p:spPr>
            <p:txBody>
              <a:bodyPr/>
              <a:lstStyle/>
              <a:p>
                <a:r>
                  <a:rPr lang="en-US">
                    <a:noFill/>
                  </a:rPr>
                  <a:t> </a:t>
                </a:r>
              </a:p>
            </p:txBody>
          </p:sp>
        </mc:Fallback>
      </mc:AlternateContent>
      <p:cxnSp>
        <p:nvCxnSpPr>
          <p:cNvPr id="118" name="Straight Arrow Connector 117">
            <a:extLst>
              <a:ext uri="{FF2B5EF4-FFF2-40B4-BE49-F238E27FC236}">
                <a16:creationId xmlns:a16="http://schemas.microsoft.com/office/drawing/2014/main" id="{DB992E9B-6540-4D86-A305-CAD6E9A18583}"/>
              </a:ext>
            </a:extLst>
          </p:cNvPr>
          <p:cNvCxnSpPr>
            <a:cxnSpLocks/>
            <a:stCxn id="117" idx="1"/>
          </p:cNvCxnSpPr>
          <p:nvPr/>
        </p:nvCxnSpPr>
        <p:spPr>
          <a:xfrm flipH="1" flipV="1">
            <a:off x="8518709" y="5776662"/>
            <a:ext cx="669948" cy="500098"/>
          </a:xfrm>
          <a:prstGeom prst="straightConnector1">
            <a:avLst/>
          </a:prstGeom>
          <a:ln w="127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1C853298-2FF4-46B1-BC8C-6D7CA4160F77}"/>
              </a:ext>
            </a:extLst>
          </p:cNvPr>
          <p:cNvCxnSpPr>
            <a:cxnSpLocks/>
            <a:stCxn id="117" idx="3"/>
          </p:cNvCxnSpPr>
          <p:nvPr/>
        </p:nvCxnSpPr>
        <p:spPr>
          <a:xfrm flipV="1">
            <a:off x="9802200" y="4814637"/>
            <a:ext cx="642938" cy="1462123"/>
          </a:xfrm>
          <a:prstGeom prst="straightConnector1">
            <a:avLst/>
          </a:prstGeom>
          <a:ln w="12700">
            <a:solidFill>
              <a:srgbClr val="92D050"/>
            </a:solidFill>
            <a:tailEnd type="triangle"/>
          </a:ln>
        </p:spPr>
        <p:style>
          <a:lnRef idx="1">
            <a:schemeClr val="accent1"/>
          </a:lnRef>
          <a:fillRef idx="0">
            <a:schemeClr val="accent1"/>
          </a:fillRef>
          <a:effectRef idx="0">
            <a:schemeClr val="accent1"/>
          </a:effectRef>
          <a:fontRef idx="minor">
            <a:schemeClr val="tx1"/>
          </a:fontRef>
        </p:style>
      </p:cxnSp>
      <p:pic>
        <p:nvPicPr>
          <p:cNvPr id="121" name="Picture 120">
            <a:extLst>
              <a:ext uri="{FF2B5EF4-FFF2-40B4-BE49-F238E27FC236}">
                <a16:creationId xmlns:a16="http://schemas.microsoft.com/office/drawing/2014/main" id="{7A266482-4372-4A50-92E7-CD89A812EAB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tretch>
            <a:fillRect/>
          </a:stretch>
        </p:blipFill>
        <p:spPr>
          <a:xfrm>
            <a:off x="6293131" y="3758704"/>
            <a:ext cx="1674491" cy="1404617"/>
          </a:xfrm>
          <a:prstGeom prst="rect">
            <a:avLst/>
          </a:prstGeom>
        </p:spPr>
      </p:pic>
    </p:spTree>
    <p:extLst>
      <p:ext uri="{BB962C8B-B14F-4D97-AF65-F5344CB8AC3E}">
        <p14:creationId xmlns:p14="http://schemas.microsoft.com/office/powerpoint/2010/main" val="2340130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CF7E3-78AB-4D7F-990D-D1A1F7CBAF40}"/>
              </a:ext>
            </a:extLst>
          </p:cNvPr>
          <p:cNvSpPr>
            <a:spLocks noGrp="1"/>
          </p:cNvSpPr>
          <p:nvPr>
            <p:ph type="title"/>
          </p:nvPr>
        </p:nvSpPr>
        <p:spPr/>
        <p:txBody>
          <a:bodyPr/>
          <a:lstStyle/>
          <a:p>
            <a:r>
              <a:rPr lang="en-US" dirty="0"/>
              <a:t>Baseline trajectory slowdown</a:t>
            </a:r>
          </a:p>
        </p:txBody>
      </p:sp>
      <p:sp>
        <p:nvSpPr>
          <p:cNvPr id="3" name="Date Placeholder 2">
            <a:extLst>
              <a:ext uri="{FF2B5EF4-FFF2-40B4-BE49-F238E27FC236}">
                <a16:creationId xmlns:a16="http://schemas.microsoft.com/office/drawing/2014/main" id="{BC2BDBA9-F23B-4D2D-99A4-D6D4897A6CDB}"/>
              </a:ext>
            </a:extLst>
          </p:cNvPr>
          <p:cNvSpPr>
            <a:spLocks noGrp="1"/>
          </p:cNvSpPr>
          <p:nvPr>
            <p:ph type="dt" sz="half"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3C8E"/>
                </a:solidFill>
                <a:effectLst/>
                <a:uLnTx/>
                <a:uFillTx/>
                <a:latin typeface="Helvetica Neue" panose="02000503000000020004" pitchFamily="2" charset="0"/>
              </a:rPr>
              <a:t>DD/MM/YYYY</a:t>
            </a:r>
          </a:p>
        </p:txBody>
      </p:sp>
      <p:sp>
        <p:nvSpPr>
          <p:cNvPr id="4" name="Footer Placeholder 3">
            <a:extLst>
              <a:ext uri="{FF2B5EF4-FFF2-40B4-BE49-F238E27FC236}">
                <a16:creationId xmlns:a16="http://schemas.microsoft.com/office/drawing/2014/main" id="{0688ED92-7DBD-4B1A-9680-F24EC3FC5647}"/>
              </a:ext>
            </a:extLst>
          </p:cNvPr>
          <p:cNvSpPr>
            <a:spLocks noGrp="1"/>
          </p:cNvSpPr>
          <p:nvPr>
            <p:ph type="ftr" sz="quarter" idx="1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a:ea typeface="+mn-ea"/>
              </a:rPr>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CE8C5628-641C-4BC7-861F-361720C3AAE6}"/>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04F4CF-F641-6E4E-8F87-8EB8AA2BFA51}" type="slidenum">
              <a:rPr kumimoji="0" lang="en-US" sz="800" b="0" i="0" u="none" strike="noStrike" kern="1200" cap="none" spc="0" normalizeH="0" baseline="0" noProof="0" smtClean="0">
                <a:ln>
                  <a:noFill/>
                </a:ln>
                <a:solidFill>
                  <a:srgbClr val="093C8E"/>
                </a:solidFill>
                <a:effectLst/>
                <a:uLnTx/>
                <a:uFillTx/>
                <a:latin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93C8E"/>
              </a:solidFill>
              <a:effectLst/>
              <a:uLnTx/>
              <a:uFillTx/>
              <a:latin typeface="Helvetica Neue" panose="02000503000000020004" pitchFamily="2" charset="0"/>
            </a:endParaRPr>
          </a:p>
        </p:txBody>
      </p:sp>
      <p:sp>
        <p:nvSpPr>
          <p:cNvPr id="6" name="Text Placeholder 5">
            <a:extLst>
              <a:ext uri="{FF2B5EF4-FFF2-40B4-BE49-F238E27FC236}">
                <a16:creationId xmlns:a16="http://schemas.microsoft.com/office/drawing/2014/main" id="{0CD156EF-8B16-4473-B816-BBE3231C31A8}"/>
              </a:ext>
            </a:extLst>
          </p:cNvPr>
          <p:cNvSpPr>
            <a:spLocks noGrp="1"/>
          </p:cNvSpPr>
          <p:nvPr>
            <p:ph type="body" sz="quarter" idx="10"/>
          </p:nvPr>
        </p:nvSpPr>
        <p:spPr/>
        <p:txBody>
          <a:bodyPr/>
          <a:lstStyle/>
          <a:p>
            <a:r>
              <a:rPr lang="en-US" dirty="0"/>
              <a:t>TAKEAWAY: How the first two pieces operate</a:t>
            </a:r>
          </a:p>
        </p:txBody>
      </p:sp>
      <p:sp>
        <p:nvSpPr>
          <p:cNvPr id="8" name="TextBox 7">
            <a:extLst>
              <a:ext uri="{FF2B5EF4-FFF2-40B4-BE49-F238E27FC236}">
                <a16:creationId xmlns:a16="http://schemas.microsoft.com/office/drawing/2014/main" id="{598D41C0-EF3B-4993-94A2-3A114785341E}"/>
              </a:ext>
            </a:extLst>
          </p:cNvPr>
          <p:cNvSpPr txBox="1"/>
          <p:nvPr/>
        </p:nvSpPr>
        <p:spPr>
          <a:xfrm>
            <a:off x="2534415" y="3770189"/>
            <a:ext cx="26863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z</a:t>
            </a:r>
          </a:p>
        </p:txBody>
      </p:sp>
      <p:sp>
        <p:nvSpPr>
          <p:cNvPr id="9" name="TextBox 8">
            <a:extLst>
              <a:ext uri="{FF2B5EF4-FFF2-40B4-BE49-F238E27FC236}">
                <a16:creationId xmlns:a16="http://schemas.microsoft.com/office/drawing/2014/main" id="{E65A038A-6CB3-491F-9E08-E74214F4D03A}"/>
              </a:ext>
            </a:extLst>
          </p:cNvPr>
          <p:cNvSpPr txBox="1"/>
          <p:nvPr/>
        </p:nvSpPr>
        <p:spPr>
          <a:xfrm>
            <a:off x="2228071" y="3291678"/>
            <a:ext cx="29785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10" name="TextBox 9">
            <a:extLst>
              <a:ext uri="{FF2B5EF4-FFF2-40B4-BE49-F238E27FC236}">
                <a16:creationId xmlns:a16="http://schemas.microsoft.com/office/drawing/2014/main" id="{43C4D3ED-39BF-438F-8DBB-0DD8C07E1792}"/>
              </a:ext>
            </a:extLst>
          </p:cNvPr>
          <p:cNvSpPr txBox="1"/>
          <p:nvPr/>
        </p:nvSpPr>
        <p:spPr>
          <a:xfrm>
            <a:off x="1517613" y="3739601"/>
            <a:ext cx="2791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a:t>
            </a:r>
          </a:p>
        </p:txBody>
      </p:sp>
      <p:sp>
        <p:nvSpPr>
          <p:cNvPr id="11" name="TextBox 10">
            <a:extLst>
              <a:ext uri="{FF2B5EF4-FFF2-40B4-BE49-F238E27FC236}">
                <a16:creationId xmlns:a16="http://schemas.microsoft.com/office/drawing/2014/main" id="{5EE2E6ED-049F-4054-B0B6-1EBDA3476349}"/>
              </a:ext>
            </a:extLst>
          </p:cNvPr>
          <p:cNvSpPr txBox="1"/>
          <p:nvPr/>
        </p:nvSpPr>
        <p:spPr>
          <a:xfrm>
            <a:off x="1411879" y="3076700"/>
            <a:ext cx="836064" cy="7030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Initial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Pose</a:t>
            </a:r>
          </a:p>
        </p:txBody>
      </p:sp>
      <p:cxnSp>
        <p:nvCxnSpPr>
          <p:cNvPr id="12" name="Straight Connector 11">
            <a:extLst>
              <a:ext uri="{FF2B5EF4-FFF2-40B4-BE49-F238E27FC236}">
                <a16:creationId xmlns:a16="http://schemas.microsoft.com/office/drawing/2014/main" id="{F44D5213-CD4A-487E-9550-95B98086F712}"/>
              </a:ext>
            </a:extLst>
          </p:cNvPr>
          <p:cNvCxnSpPr>
            <a:cxnSpLocks/>
          </p:cNvCxnSpPr>
          <p:nvPr/>
        </p:nvCxnSpPr>
        <p:spPr bwMode="auto">
          <a:xfrm flipV="1">
            <a:off x="2247946" y="2607337"/>
            <a:ext cx="2429143" cy="1462207"/>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39C8FA7-DD4E-4E3E-B38D-9FC021EA1F90}"/>
              </a:ext>
            </a:extLst>
          </p:cNvPr>
          <p:cNvSpPr txBox="1"/>
          <p:nvPr/>
        </p:nvSpPr>
        <p:spPr>
          <a:xfrm>
            <a:off x="2731428" y="1767790"/>
            <a:ext cx="215116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Baseline Goal Pose</a:t>
            </a:r>
          </a:p>
        </p:txBody>
      </p:sp>
      <p:cxnSp>
        <p:nvCxnSpPr>
          <p:cNvPr id="24" name="Straight Arrow Connector 23">
            <a:extLst>
              <a:ext uri="{FF2B5EF4-FFF2-40B4-BE49-F238E27FC236}">
                <a16:creationId xmlns:a16="http://schemas.microsoft.com/office/drawing/2014/main" id="{D817A5E2-80B8-4F86-9278-8FC4F829D193}"/>
              </a:ext>
            </a:extLst>
          </p:cNvPr>
          <p:cNvCxnSpPr>
            <a:cxnSpLocks/>
          </p:cNvCxnSpPr>
          <p:nvPr/>
        </p:nvCxnSpPr>
        <p:spPr bwMode="auto">
          <a:xfrm flipV="1">
            <a:off x="2220199" y="3292484"/>
            <a:ext cx="0" cy="81293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DF8D97E1-8D3F-4FEC-91C2-2F5599D2B431}"/>
              </a:ext>
            </a:extLst>
          </p:cNvPr>
          <p:cNvCxnSpPr>
            <a:cxnSpLocks/>
          </p:cNvCxnSpPr>
          <p:nvPr/>
        </p:nvCxnSpPr>
        <p:spPr bwMode="auto">
          <a:xfrm flipH="1" flipV="1">
            <a:off x="1680826" y="3748673"/>
            <a:ext cx="544752" cy="33523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250287D4-DD3C-48A7-8C6C-2CBAD494583B}"/>
              </a:ext>
            </a:extLst>
          </p:cNvPr>
          <p:cNvCxnSpPr>
            <a:cxnSpLocks/>
          </p:cNvCxnSpPr>
          <p:nvPr/>
        </p:nvCxnSpPr>
        <p:spPr bwMode="auto">
          <a:xfrm flipV="1">
            <a:off x="2218849" y="3770189"/>
            <a:ext cx="512579" cy="31528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FEE30986-5851-4E7E-AF71-0557741634D9}"/>
              </a:ext>
            </a:extLst>
          </p:cNvPr>
          <p:cNvSpPr txBox="1"/>
          <p:nvPr/>
        </p:nvSpPr>
        <p:spPr>
          <a:xfrm rot="19716151">
            <a:off x="1836712" y="2482446"/>
            <a:ext cx="2451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Baseline Trajectory</a:t>
            </a:r>
          </a:p>
        </p:txBody>
      </p:sp>
      <p:cxnSp>
        <p:nvCxnSpPr>
          <p:cNvPr id="21" name="Straight Arrow Connector 20">
            <a:extLst>
              <a:ext uri="{FF2B5EF4-FFF2-40B4-BE49-F238E27FC236}">
                <a16:creationId xmlns:a16="http://schemas.microsoft.com/office/drawing/2014/main" id="{999AB66F-85EE-4C6A-9AA4-528A1232202C}"/>
              </a:ext>
            </a:extLst>
          </p:cNvPr>
          <p:cNvCxnSpPr>
            <a:cxnSpLocks/>
          </p:cNvCxnSpPr>
          <p:nvPr/>
        </p:nvCxnSpPr>
        <p:spPr bwMode="auto">
          <a:xfrm flipV="1">
            <a:off x="4677089" y="1794400"/>
            <a:ext cx="0" cy="81293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45874D67-DB19-4349-B618-A35C833B4759}"/>
              </a:ext>
            </a:extLst>
          </p:cNvPr>
          <p:cNvCxnSpPr>
            <a:cxnSpLocks/>
          </p:cNvCxnSpPr>
          <p:nvPr/>
        </p:nvCxnSpPr>
        <p:spPr bwMode="auto">
          <a:xfrm flipH="1" flipV="1">
            <a:off x="4132337" y="2272105"/>
            <a:ext cx="544752" cy="33523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E19B5DF7-4BAD-4F2D-A4A6-39E68A20D0C9}"/>
              </a:ext>
            </a:extLst>
          </p:cNvPr>
          <p:cNvCxnSpPr>
            <a:cxnSpLocks/>
          </p:cNvCxnSpPr>
          <p:nvPr/>
        </p:nvCxnSpPr>
        <p:spPr bwMode="auto">
          <a:xfrm flipV="1">
            <a:off x="4677089" y="2272105"/>
            <a:ext cx="511229" cy="33523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F97CACAD-9568-42B8-823A-1AACA99F3A1A}"/>
              </a:ext>
            </a:extLst>
          </p:cNvPr>
          <p:cNvCxnSpPr>
            <a:cxnSpLocks/>
          </p:cNvCxnSpPr>
          <p:nvPr/>
        </p:nvCxnSpPr>
        <p:spPr>
          <a:xfrm>
            <a:off x="2247945" y="4114211"/>
            <a:ext cx="737816" cy="475973"/>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7A8B7EB-09D4-4B47-8A61-9FCD34399F80}"/>
              </a:ext>
            </a:extLst>
          </p:cNvPr>
          <p:cNvCxnSpPr>
            <a:cxnSpLocks/>
          </p:cNvCxnSpPr>
          <p:nvPr/>
        </p:nvCxnSpPr>
        <p:spPr>
          <a:xfrm flipV="1">
            <a:off x="2522374" y="3326431"/>
            <a:ext cx="1495657" cy="951580"/>
          </a:xfrm>
          <a:prstGeom prst="line">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D92204A-1E4E-4261-BA5A-A306F4F2A344}"/>
              </a:ext>
            </a:extLst>
          </p:cNvPr>
          <p:cNvCxnSpPr>
            <a:cxnSpLocks/>
          </p:cNvCxnSpPr>
          <p:nvPr/>
        </p:nvCxnSpPr>
        <p:spPr>
          <a:xfrm>
            <a:off x="3763428" y="3170895"/>
            <a:ext cx="737816" cy="475973"/>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358AED1-7D31-4827-95A2-DF617BCE915C}"/>
                  </a:ext>
                </a:extLst>
              </p:cNvPr>
              <p:cNvSpPr txBox="1"/>
              <p:nvPr/>
            </p:nvSpPr>
            <p:spPr>
              <a:xfrm>
                <a:off x="2877907" y="3892047"/>
                <a:ext cx="461012" cy="369332"/>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𝑠</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B0F0"/>
                  </a:solidFill>
                  <a:effectLst/>
                  <a:uLnTx/>
                  <a:uFillTx/>
                  <a:latin typeface="Arial" panose="020B0604020202020204"/>
                  <a:ea typeface="+mn-ea"/>
                  <a:cs typeface="+mn-cs"/>
                </a:endParaRPr>
              </a:p>
            </p:txBody>
          </p:sp>
        </mc:Choice>
        <mc:Fallback xmlns="">
          <p:sp>
            <p:nvSpPr>
              <p:cNvPr id="20" name="TextBox 19">
                <a:extLst>
                  <a:ext uri="{FF2B5EF4-FFF2-40B4-BE49-F238E27FC236}">
                    <a16:creationId xmlns:a16="http://schemas.microsoft.com/office/drawing/2014/main" id="{6358AED1-7D31-4827-95A2-DF617BCE915C}"/>
                  </a:ext>
                </a:extLst>
              </p:cNvPr>
              <p:cNvSpPr txBox="1">
                <a:spLocks noRot="1" noChangeAspect="1" noMove="1" noResize="1" noEditPoints="1" noAdjustHandles="1" noChangeArrowheads="1" noChangeShapeType="1" noTextEdit="1"/>
              </p:cNvSpPr>
              <p:nvPr/>
            </p:nvSpPr>
            <p:spPr>
              <a:xfrm>
                <a:off x="2877907" y="3892047"/>
                <a:ext cx="461012" cy="369332"/>
              </a:xfrm>
              <a:prstGeom prst="rect">
                <a:avLst/>
              </a:prstGeom>
              <a:blipFill>
                <a:blip r:embed="rId3"/>
                <a:stretch>
                  <a:fillRect r="-30263" b="-14754"/>
                </a:stretch>
              </a:blipFill>
            </p:spPr>
            <p:txBody>
              <a:bodyPr/>
              <a:lstStyle/>
              <a:p>
                <a:r>
                  <a:rPr lang="en-US">
                    <a:noFill/>
                  </a:rPr>
                  <a:t> </a:t>
                </a:r>
              </a:p>
            </p:txBody>
          </p:sp>
        </mc:Fallback>
      </mc:AlternateContent>
      <p:pic>
        <p:nvPicPr>
          <p:cNvPr id="27" name="Picture 26">
            <a:extLst>
              <a:ext uri="{FF2B5EF4-FFF2-40B4-BE49-F238E27FC236}">
                <a16:creationId xmlns:a16="http://schemas.microsoft.com/office/drawing/2014/main" id="{A62EF4FE-6E5C-4457-A31A-1B9A1D075AE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tretch>
            <a:fillRect/>
          </a:stretch>
        </p:blipFill>
        <p:spPr>
          <a:xfrm>
            <a:off x="603319" y="4028108"/>
            <a:ext cx="1674491" cy="1404617"/>
          </a:xfrm>
          <a:prstGeom prst="rect">
            <a:avLst/>
          </a:prstGeom>
        </p:spPr>
      </p:pic>
      <p:cxnSp>
        <p:nvCxnSpPr>
          <p:cNvPr id="78" name="Straight Arrow Connector 77">
            <a:extLst>
              <a:ext uri="{FF2B5EF4-FFF2-40B4-BE49-F238E27FC236}">
                <a16:creationId xmlns:a16="http://schemas.microsoft.com/office/drawing/2014/main" id="{4180DAE1-3576-442E-AE5C-E526F0EF4D76}"/>
              </a:ext>
            </a:extLst>
          </p:cNvPr>
          <p:cNvCxnSpPr>
            <a:cxnSpLocks/>
          </p:cNvCxnSpPr>
          <p:nvPr/>
        </p:nvCxnSpPr>
        <p:spPr bwMode="auto">
          <a:xfrm flipV="1">
            <a:off x="3760825" y="2524451"/>
            <a:ext cx="0" cy="646622"/>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a:extLst>
              <a:ext uri="{FF2B5EF4-FFF2-40B4-BE49-F238E27FC236}">
                <a16:creationId xmlns:a16="http://schemas.microsoft.com/office/drawing/2014/main" id="{8B6791AF-4915-44B1-B24B-42069E10A8B2}"/>
              </a:ext>
            </a:extLst>
          </p:cNvPr>
          <p:cNvCxnSpPr>
            <a:cxnSpLocks/>
          </p:cNvCxnSpPr>
          <p:nvPr/>
        </p:nvCxnSpPr>
        <p:spPr bwMode="auto">
          <a:xfrm flipH="1" flipV="1">
            <a:off x="3327521" y="2904425"/>
            <a:ext cx="433304" cy="26664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a:extLst>
              <a:ext uri="{FF2B5EF4-FFF2-40B4-BE49-F238E27FC236}">
                <a16:creationId xmlns:a16="http://schemas.microsoft.com/office/drawing/2014/main" id="{10F6E779-A21D-470D-9CB3-66B860AE1076}"/>
              </a:ext>
            </a:extLst>
          </p:cNvPr>
          <p:cNvCxnSpPr>
            <a:cxnSpLocks/>
          </p:cNvCxnSpPr>
          <p:nvPr/>
        </p:nvCxnSpPr>
        <p:spPr bwMode="auto">
          <a:xfrm flipV="1">
            <a:off x="3760825" y="2904425"/>
            <a:ext cx="406639" cy="26664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A5FD1AE1-8383-41D5-93EF-C8245CCD0903}"/>
                  </a:ext>
                </a:extLst>
              </p:cNvPr>
              <p:cNvSpPr txBox="1"/>
              <p:nvPr/>
            </p:nvSpPr>
            <p:spPr>
              <a:xfrm>
                <a:off x="3567710" y="2942070"/>
                <a:ext cx="1427109"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81" name="TextBox 80">
                <a:extLst>
                  <a:ext uri="{FF2B5EF4-FFF2-40B4-BE49-F238E27FC236}">
                    <a16:creationId xmlns:a16="http://schemas.microsoft.com/office/drawing/2014/main" id="{A5FD1AE1-8383-41D5-93EF-C8245CCD0903}"/>
                  </a:ext>
                </a:extLst>
              </p:cNvPr>
              <p:cNvSpPr txBox="1">
                <a:spLocks noRot="1" noChangeAspect="1" noMove="1" noResize="1" noEditPoints="1" noAdjustHandles="1" noChangeArrowheads="1" noChangeShapeType="1" noTextEdit="1"/>
              </p:cNvSpPr>
              <p:nvPr/>
            </p:nvSpPr>
            <p:spPr>
              <a:xfrm>
                <a:off x="3567710" y="2942070"/>
                <a:ext cx="1427109" cy="427336"/>
              </a:xfrm>
              <a:prstGeom prst="rect">
                <a:avLst/>
              </a:prstGeom>
              <a:blipFill>
                <a:blip r:embed="rId6"/>
                <a:stretch>
                  <a:fillRect b="-7143"/>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C1C182C1-6C03-4032-BBA5-A0AB7025F7A4}"/>
              </a:ext>
            </a:extLst>
          </p:cNvPr>
          <p:cNvCxnSpPr>
            <a:cxnSpLocks/>
          </p:cNvCxnSpPr>
          <p:nvPr/>
        </p:nvCxnSpPr>
        <p:spPr>
          <a:xfrm flipH="1">
            <a:off x="3902014" y="3524132"/>
            <a:ext cx="399487" cy="261593"/>
          </a:xfrm>
          <a:prstGeom prst="line">
            <a:avLst/>
          </a:prstGeom>
          <a:ln w="38100">
            <a:solidFill>
              <a:schemeClr val="accent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395389E-AF16-4DBC-A4C4-902579D5AFA7}"/>
              </a:ext>
            </a:extLst>
          </p:cNvPr>
          <p:cNvCxnSpPr>
            <a:cxnSpLocks/>
          </p:cNvCxnSpPr>
          <p:nvPr/>
        </p:nvCxnSpPr>
        <p:spPr>
          <a:xfrm>
            <a:off x="3353072" y="3426820"/>
            <a:ext cx="737816" cy="475973"/>
          </a:xfrm>
          <a:prstGeom prst="line">
            <a:avLst/>
          </a:prstGeom>
          <a:ln w="12700">
            <a:solidFill>
              <a:schemeClr val="accent4"/>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8AC857A-BF1F-422A-A393-DF2A953F8C93}"/>
                  </a:ext>
                </a:extLst>
              </p:cNvPr>
              <p:cNvSpPr txBox="1"/>
              <p:nvPr/>
            </p:nvSpPr>
            <p:spPr>
              <a:xfrm>
                <a:off x="4050757" y="3613652"/>
                <a:ext cx="1051669" cy="369332"/>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𝑠</m:t>
                          </m:r>
                        </m:e>
                        <m:sub>
                          <m:r>
                            <a:rPr kumimoji="0" lang="en-US" sz="1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𝑠𝑙𝑜𝑤</m:t>
                          </m:r>
                        </m:sub>
                      </m:sSub>
                      <m:r>
                        <a:rPr kumimoji="0" lang="en-US" sz="1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𝑧</m:t>
                          </m:r>
                        </m:sub>
                      </m:sSub>
                      <m:r>
                        <a:rPr kumimoji="0" lang="en-US" sz="1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m:t>
                      </m:r>
                    </m:oMath>
                  </m:oMathPara>
                </a14:m>
                <a:endParaRPr kumimoji="0" lang="en-US" sz="1800" b="0" i="1" u="none" strike="noStrike" kern="1200" cap="none" spc="0" normalizeH="0" baseline="0" noProof="0" dirty="0">
                  <a:ln>
                    <a:noFill/>
                  </a:ln>
                  <a:solidFill>
                    <a:schemeClr val="accent4"/>
                  </a:solidFill>
                  <a:effectLst/>
                  <a:uLnTx/>
                  <a:uFillTx/>
                  <a:latin typeface="Arial" panose="020B0604020202020204"/>
                  <a:ea typeface="+mn-ea"/>
                  <a:cs typeface="+mn-cs"/>
                </a:endParaRPr>
              </a:p>
            </p:txBody>
          </p:sp>
        </mc:Choice>
        <mc:Fallback xmlns="">
          <p:sp>
            <p:nvSpPr>
              <p:cNvPr id="36" name="TextBox 35">
                <a:extLst>
                  <a:ext uri="{FF2B5EF4-FFF2-40B4-BE49-F238E27FC236}">
                    <a16:creationId xmlns:a16="http://schemas.microsoft.com/office/drawing/2014/main" id="{58AC857A-BF1F-422A-A393-DF2A953F8C93}"/>
                  </a:ext>
                </a:extLst>
              </p:cNvPr>
              <p:cNvSpPr txBox="1">
                <a:spLocks noRot="1" noChangeAspect="1" noMove="1" noResize="1" noEditPoints="1" noAdjustHandles="1" noChangeArrowheads="1" noChangeShapeType="1" noTextEdit="1"/>
              </p:cNvSpPr>
              <p:nvPr/>
            </p:nvSpPr>
            <p:spPr>
              <a:xfrm>
                <a:off x="4050757" y="3613652"/>
                <a:ext cx="1051669" cy="369332"/>
              </a:xfrm>
              <a:prstGeom prst="rect">
                <a:avLst/>
              </a:prstGeom>
              <a:blipFill>
                <a:blip r:embed="rId7"/>
                <a:stretch>
                  <a:fillRect r="-2890" b="-15000"/>
                </a:stretch>
              </a:blipFill>
            </p:spPr>
            <p:txBody>
              <a:bodyPr/>
              <a:lstStyle/>
              <a:p>
                <a:r>
                  <a:rPr lang="en-US">
                    <a:noFill/>
                  </a:rPr>
                  <a:t> </a:t>
                </a:r>
              </a:p>
            </p:txBody>
          </p:sp>
        </mc:Fallback>
      </mc:AlternateContent>
      <p:sp>
        <p:nvSpPr>
          <p:cNvPr id="38" name="Arrow: Right 37">
            <a:extLst>
              <a:ext uri="{FF2B5EF4-FFF2-40B4-BE49-F238E27FC236}">
                <a16:creationId xmlns:a16="http://schemas.microsoft.com/office/drawing/2014/main" id="{A258DCE1-2C3E-4887-8E46-DE908EE8F1B5}"/>
              </a:ext>
            </a:extLst>
          </p:cNvPr>
          <p:cNvSpPr/>
          <p:nvPr/>
        </p:nvSpPr>
        <p:spPr bwMode="auto">
          <a:xfrm rot="8948384">
            <a:off x="3388530" y="3103955"/>
            <a:ext cx="376077" cy="310498"/>
          </a:xfrm>
          <a:prstGeom prst="rightArrow">
            <a:avLst/>
          </a:prstGeom>
          <a:solidFill>
            <a:srgbClr val="7030A0"/>
          </a:solid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7E23E05-80CE-46EB-AB2F-34CAD29F8242}"/>
                  </a:ext>
                </a:extLst>
              </p:cNvPr>
              <p:cNvSpPr txBox="1"/>
              <p:nvPr/>
            </p:nvSpPr>
            <p:spPr>
              <a:xfrm>
                <a:off x="3031337" y="2930489"/>
                <a:ext cx="436518" cy="369332"/>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𝑧</m:t>
                          </m:r>
                        </m:sub>
                      </m:sSub>
                    </m:oMath>
                  </m:oMathPara>
                </a14:m>
                <a:endParaRPr kumimoji="0" lang="en-US" sz="1800" b="0" i="1" u="none" strike="noStrike" kern="1200" cap="none" spc="0" normalizeH="0" baseline="0" noProof="0" dirty="0">
                  <a:ln>
                    <a:noFill/>
                  </a:ln>
                  <a:solidFill>
                    <a:srgbClr val="7030A0"/>
                  </a:solidFill>
                  <a:effectLst/>
                  <a:uLnTx/>
                  <a:uFillTx/>
                  <a:latin typeface="Arial" panose="020B0604020202020204"/>
                  <a:ea typeface="+mn-ea"/>
                  <a:cs typeface="+mn-cs"/>
                </a:endParaRPr>
              </a:p>
            </p:txBody>
          </p:sp>
        </mc:Choice>
        <mc:Fallback xmlns="">
          <p:sp>
            <p:nvSpPr>
              <p:cNvPr id="39" name="TextBox 38">
                <a:extLst>
                  <a:ext uri="{FF2B5EF4-FFF2-40B4-BE49-F238E27FC236}">
                    <a16:creationId xmlns:a16="http://schemas.microsoft.com/office/drawing/2014/main" id="{77E23E05-80CE-46EB-AB2F-34CAD29F8242}"/>
                  </a:ext>
                </a:extLst>
              </p:cNvPr>
              <p:cNvSpPr txBox="1">
                <a:spLocks noRot="1" noChangeAspect="1" noMove="1" noResize="1" noEditPoints="1" noAdjustHandles="1" noChangeArrowheads="1" noChangeShapeType="1" noTextEdit="1"/>
              </p:cNvSpPr>
              <p:nvPr/>
            </p:nvSpPr>
            <p:spPr>
              <a:xfrm>
                <a:off x="3031337" y="2930489"/>
                <a:ext cx="436518"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D4755B8C-9ABB-4023-997A-9E737624292F}"/>
                  </a:ext>
                </a:extLst>
              </p:cNvPr>
              <p:cNvSpPr/>
              <p:nvPr/>
            </p:nvSpPr>
            <p:spPr>
              <a:xfrm>
                <a:off x="2171036" y="4542641"/>
                <a:ext cx="2735949" cy="5579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𝑧</m:t>
                          </m:r>
                        </m:sub>
                      </m:s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sSub>
                        <m:sSubPr>
                          <m:ctrlP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e>
                        <m:sub>
                          <m: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𝑡𝑟𝑎𝑗</m:t>
                          </m:r>
                        </m:sub>
                      </m:sSub>
                      <m:sSub>
                        <m:sSubPr>
                          <m:ctrlPr>
                            <a:rPr kumimoji="0" lang="en-US" sz="2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ctrlPr>
                        </m:sSubPr>
                        <m:e>
                          <m:acc>
                            <m:accPr>
                              <m:chr m:val="̇"/>
                              <m:ctrlPr>
                                <a:rPr kumimoji="0" lang="en-US" sz="2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𝑠</m:t>
                              </m:r>
                            </m:e>
                          </m:acc>
                        </m:e>
                        <m:sub>
                          <m:r>
                            <a:rPr kumimoji="0" lang="en-US" sz="2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𝑠𝑙𝑜𝑤</m:t>
                          </m:r>
                        </m:sub>
                      </m:sSub>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0" name="Rectangle 39">
                <a:extLst>
                  <a:ext uri="{FF2B5EF4-FFF2-40B4-BE49-F238E27FC236}">
                    <a16:creationId xmlns:a16="http://schemas.microsoft.com/office/drawing/2014/main" id="{D4755B8C-9ABB-4023-997A-9E737624292F}"/>
                  </a:ext>
                </a:extLst>
              </p:cNvPr>
              <p:cNvSpPr>
                <a:spLocks noRot="1" noChangeAspect="1" noMove="1" noResize="1" noEditPoints="1" noAdjustHandles="1" noChangeArrowheads="1" noChangeShapeType="1" noTextEdit="1"/>
              </p:cNvSpPr>
              <p:nvPr/>
            </p:nvSpPr>
            <p:spPr>
              <a:xfrm>
                <a:off x="2171036" y="4542641"/>
                <a:ext cx="2735949" cy="557910"/>
              </a:xfrm>
              <a:prstGeom prst="rect">
                <a:avLst/>
              </a:prstGeom>
              <a:blipFill>
                <a:blip r:embed="rId9"/>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873C4459-EA2A-2864-2BD5-B6C59DA529DA}"/>
              </a:ext>
            </a:extLst>
          </p:cNvPr>
          <p:cNvSpPr txBox="1"/>
          <p:nvPr/>
        </p:nvSpPr>
        <p:spPr>
          <a:xfrm>
            <a:off x="8634779" y="3725065"/>
            <a:ext cx="26863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z</a:t>
            </a:r>
          </a:p>
        </p:txBody>
      </p:sp>
      <p:sp>
        <p:nvSpPr>
          <p:cNvPr id="28" name="TextBox 27">
            <a:extLst>
              <a:ext uri="{FF2B5EF4-FFF2-40B4-BE49-F238E27FC236}">
                <a16:creationId xmlns:a16="http://schemas.microsoft.com/office/drawing/2014/main" id="{F64DBA15-56AC-F4C6-E4EA-C7F353E4CC1B}"/>
              </a:ext>
            </a:extLst>
          </p:cNvPr>
          <p:cNvSpPr txBox="1"/>
          <p:nvPr/>
        </p:nvSpPr>
        <p:spPr>
          <a:xfrm>
            <a:off x="8328435" y="3246554"/>
            <a:ext cx="29785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29" name="TextBox 28">
            <a:extLst>
              <a:ext uri="{FF2B5EF4-FFF2-40B4-BE49-F238E27FC236}">
                <a16:creationId xmlns:a16="http://schemas.microsoft.com/office/drawing/2014/main" id="{E1A1A313-8908-856D-012B-F916DE88623A}"/>
              </a:ext>
            </a:extLst>
          </p:cNvPr>
          <p:cNvSpPr txBox="1"/>
          <p:nvPr/>
        </p:nvSpPr>
        <p:spPr>
          <a:xfrm>
            <a:off x="7617977" y="3694477"/>
            <a:ext cx="2791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a:t>
            </a:r>
          </a:p>
        </p:txBody>
      </p:sp>
      <p:sp>
        <p:nvSpPr>
          <p:cNvPr id="30" name="TextBox 29">
            <a:extLst>
              <a:ext uri="{FF2B5EF4-FFF2-40B4-BE49-F238E27FC236}">
                <a16:creationId xmlns:a16="http://schemas.microsoft.com/office/drawing/2014/main" id="{18E5F6D1-F396-B664-C2B2-9AFC98E10A67}"/>
              </a:ext>
            </a:extLst>
          </p:cNvPr>
          <p:cNvSpPr txBox="1"/>
          <p:nvPr/>
        </p:nvSpPr>
        <p:spPr>
          <a:xfrm>
            <a:off x="7512243" y="3031576"/>
            <a:ext cx="836064" cy="7030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Initial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Pose</a:t>
            </a:r>
          </a:p>
        </p:txBody>
      </p:sp>
      <p:cxnSp>
        <p:nvCxnSpPr>
          <p:cNvPr id="31" name="Straight Connector 30">
            <a:extLst>
              <a:ext uri="{FF2B5EF4-FFF2-40B4-BE49-F238E27FC236}">
                <a16:creationId xmlns:a16="http://schemas.microsoft.com/office/drawing/2014/main" id="{72310194-8695-FB87-82EF-92465B71D9B3}"/>
              </a:ext>
            </a:extLst>
          </p:cNvPr>
          <p:cNvCxnSpPr>
            <a:cxnSpLocks/>
          </p:cNvCxnSpPr>
          <p:nvPr/>
        </p:nvCxnSpPr>
        <p:spPr bwMode="auto">
          <a:xfrm flipV="1">
            <a:off x="8348310" y="2562213"/>
            <a:ext cx="2429143" cy="1462207"/>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81DF4E2E-87FD-B3F7-939F-5DD4BB6692C6}"/>
              </a:ext>
            </a:extLst>
          </p:cNvPr>
          <p:cNvSpPr txBox="1"/>
          <p:nvPr/>
        </p:nvSpPr>
        <p:spPr>
          <a:xfrm>
            <a:off x="8831792" y="1722666"/>
            <a:ext cx="215116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Baseline Goal Pose</a:t>
            </a:r>
          </a:p>
        </p:txBody>
      </p:sp>
      <p:cxnSp>
        <p:nvCxnSpPr>
          <p:cNvPr id="34" name="Straight Arrow Connector 33">
            <a:extLst>
              <a:ext uri="{FF2B5EF4-FFF2-40B4-BE49-F238E27FC236}">
                <a16:creationId xmlns:a16="http://schemas.microsoft.com/office/drawing/2014/main" id="{110CD5A9-A236-D7B6-AE23-B3BBCB717E46}"/>
              </a:ext>
            </a:extLst>
          </p:cNvPr>
          <p:cNvCxnSpPr>
            <a:cxnSpLocks/>
          </p:cNvCxnSpPr>
          <p:nvPr/>
        </p:nvCxnSpPr>
        <p:spPr bwMode="auto">
          <a:xfrm flipV="1">
            <a:off x="8320563" y="3247360"/>
            <a:ext cx="0" cy="81293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708424B4-0235-7B50-8F03-CCE383D6509E}"/>
              </a:ext>
            </a:extLst>
          </p:cNvPr>
          <p:cNvCxnSpPr>
            <a:cxnSpLocks/>
          </p:cNvCxnSpPr>
          <p:nvPr/>
        </p:nvCxnSpPr>
        <p:spPr bwMode="auto">
          <a:xfrm flipH="1" flipV="1">
            <a:off x="7781190" y="3703549"/>
            <a:ext cx="544752" cy="33523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7253F956-46DE-EEE4-0E36-679B07B7A24E}"/>
              </a:ext>
            </a:extLst>
          </p:cNvPr>
          <p:cNvCxnSpPr>
            <a:cxnSpLocks/>
          </p:cNvCxnSpPr>
          <p:nvPr/>
        </p:nvCxnSpPr>
        <p:spPr bwMode="auto">
          <a:xfrm flipV="1">
            <a:off x="8319213" y="3725065"/>
            <a:ext cx="512579" cy="315288"/>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E01038E2-DC7D-2D2E-09F5-26D57DD705E5}"/>
              </a:ext>
            </a:extLst>
          </p:cNvPr>
          <p:cNvSpPr txBox="1"/>
          <p:nvPr/>
        </p:nvSpPr>
        <p:spPr>
          <a:xfrm rot="19716151">
            <a:off x="7937076" y="2437322"/>
            <a:ext cx="2451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Baseline Trajectory</a:t>
            </a:r>
          </a:p>
        </p:txBody>
      </p:sp>
      <p:cxnSp>
        <p:nvCxnSpPr>
          <p:cNvPr id="43" name="Straight Arrow Connector 42">
            <a:extLst>
              <a:ext uri="{FF2B5EF4-FFF2-40B4-BE49-F238E27FC236}">
                <a16:creationId xmlns:a16="http://schemas.microsoft.com/office/drawing/2014/main" id="{B3FEA335-5AD0-0A71-7AA2-8C912F189AFA}"/>
              </a:ext>
            </a:extLst>
          </p:cNvPr>
          <p:cNvCxnSpPr>
            <a:cxnSpLocks/>
          </p:cNvCxnSpPr>
          <p:nvPr/>
        </p:nvCxnSpPr>
        <p:spPr bwMode="auto">
          <a:xfrm flipV="1">
            <a:off x="10777453" y="1749276"/>
            <a:ext cx="0" cy="812937"/>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7A158901-0C7A-22FE-F2F9-B752B3BCB8F2}"/>
              </a:ext>
            </a:extLst>
          </p:cNvPr>
          <p:cNvCxnSpPr>
            <a:cxnSpLocks/>
          </p:cNvCxnSpPr>
          <p:nvPr/>
        </p:nvCxnSpPr>
        <p:spPr bwMode="auto">
          <a:xfrm flipH="1" flipV="1">
            <a:off x="10232701" y="2226981"/>
            <a:ext cx="544752" cy="33523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6E3B0718-7BD2-AB3B-6864-5127D1F8AC04}"/>
              </a:ext>
            </a:extLst>
          </p:cNvPr>
          <p:cNvCxnSpPr>
            <a:cxnSpLocks/>
          </p:cNvCxnSpPr>
          <p:nvPr/>
        </p:nvCxnSpPr>
        <p:spPr bwMode="auto">
          <a:xfrm flipV="1">
            <a:off x="10777453" y="2226981"/>
            <a:ext cx="511229" cy="33523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2D235D6B-3CD7-514A-0BBF-6625AF60A03A}"/>
              </a:ext>
            </a:extLst>
          </p:cNvPr>
          <p:cNvCxnSpPr>
            <a:cxnSpLocks/>
          </p:cNvCxnSpPr>
          <p:nvPr/>
        </p:nvCxnSpPr>
        <p:spPr>
          <a:xfrm>
            <a:off x="8348309" y="4069087"/>
            <a:ext cx="737816" cy="475973"/>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C23747F-5019-0AAC-4433-99860A827AB2}"/>
              </a:ext>
            </a:extLst>
          </p:cNvPr>
          <p:cNvCxnSpPr>
            <a:cxnSpLocks/>
          </p:cNvCxnSpPr>
          <p:nvPr/>
        </p:nvCxnSpPr>
        <p:spPr>
          <a:xfrm flipV="1">
            <a:off x="8622738" y="3281307"/>
            <a:ext cx="1495657" cy="951580"/>
          </a:xfrm>
          <a:prstGeom prst="line">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BF31EB7-8F16-E6BE-12E3-9C448D1EE406}"/>
              </a:ext>
            </a:extLst>
          </p:cNvPr>
          <p:cNvCxnSpPr>
            <a:cxnSpLocks/>
          </p:cNvCxnSpPr>
          <p:nvPr/>
        </p:nvCxnSpPr>
        <p:spPr>
          <a:xfrm>
            <a:off x="9863792" y="3125771"/>
            <a:ext cx="737816" cy="475973"/>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DE94A45-CB8D-BB6C-6142-F48CB9BC9758}"/>
                  </a:ext>
                </a:extLst>
              </p:cNvPr>
              <p:cNvSpPr txBox="1"/>
              <p:nvPr/>
            </p:nvSpPr>
            <p:spPr>
              <a:xfrm>
                <a:off x="8978271" y="3846923"/>
                <a:ext cx="461012" cy="369332"/>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𝑠</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B0F0"/>
                  </a:solidFill>
                  <a:effectLst/>
                  <a:uLnTx/>
                  <a:uFillTx/>
                  <a:latin typeface="Arial" panose="020B0604020202020204"/>
                  <a:ea typeface="+mn-ea"/>
                  <a:cs typeface="+mn-cs"/>
                </a:endParaRPr>
              </a:p>
            </p:txBody>
          </p:sp>
        </mc:Choice>
        <mc:Fallback xmlns="">
          <p:sp>
            <p:nvSpPr>
              <p:cNvPr id="49" name="TextBox 48">
                <a:extLst>
                  <a:ext uri="{FF2B5EF4-FFF2-40B4-BE49-F238E27FC236}">
                    <a16:creationId xmlns:a16="http://schemas.microsoft.com/office/drawing/2014/main" id="{9DE94A45-CB8D-BB6C-6142-F48CB9BC9758}"/>
                  </a:ext>
                </a:extLst>
              </p:cNvPr>
              <p:cNvSpPr txBox="1">
                <a:spLocks noRot="1" noChangeAspect="1" noMove="1" noResize="1" noEditPoints="1" noAdjustHandles="1" noChangeArrowheads="1" noChangeShapeType="1" noTextEdit="1"/>
              </p:cNvSpPr>
              <p:nvPr/>
            </p:nvSpPr>
            <p:spPr>
              <a:xfrm>
                <a:off x="8978271" y="3846923"/>
                <a:ext cx="461012" cy="369332"/>
              </a:xfrm>
              <a:prstGeom prst="rect">
                <a:avLst/>
              </a:prstGeom>
              <a:blipFill>
                <a:blip r:embed="rId10"/>
                <a:stretch>
                  <a:fillRect r="-32000" b="-14754"/>
                </a:stretch>
              </a:blipFill>
            </p:spPr>
            <p:txBody>
              <a:bodyPr/>
              <a:lstStyle/>
              <a:p>
                <a:r>
                  <a:rPr lang="en-US">
                    <a:noFill/>
                  </a:rPr>
                  <a:t> </a:t>
                </a:r>
              </a:p>
            </p:txBody>
          </p:sp>
        </mc:Fallback>
      </mc:AlternateContent>
      <p:cxnSp>
        <p:nvCxnSpPr>
          <p:cNvPr id="51" name="Straight Arrow Connector 50">
            <a:extLst>
              <a:ext uri="{FF2B5EF4-FFF2-40B4-BE49-F238E27FC236}">
                <a16:creationId xmlns:a16="http://schemas.microsoft.com/office/drawing/2014/main" id="{D683CEA3-7F38-6CCD-D341-200A3A797E51}"/>
              </a:ext>
            </a:extLst>
          </p:cNvPr>
          <p:cNvCxnSpPr>
            <a:cxnSpLocks/>
          </p:cNvCxnSpPr>
          <p:nvPr/>
        </p:nvCxnSpPr>
        <p:spPr bwMode="auto">
          <a:xfrm flipV="1">
            <a:off x="9861189" y="2479327"/>
            <a:ext cx="0" cy="646622"/>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9A353DE4-4F73-192C-0B63-F57F3CDEC5C0}"/>
              </a:ext>
            </a:extLst>
          </p:cNvPr>
          <p:cNvCxnSpPr>
            <a:cxnSpLocks/>
          </p:cNvCxnSpPr>
          <p:nvPr/>
        </p:nvCxnSpPr>
        <p:spPr bwMode="auto">
          <a:xfrm flipH="1" flipV="1">
            <a:off x="9427885" y="2859301"/>
            <a:ext cx="433304" cy="26664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E67D2402-DD33-4F6A-B58F-F89278B53AAF}"/>
              </a:ext>
            </a:extLst>
          </p:cNvPr>
          <p:cNvCxnSpPr>
            <a:cxnSpLocks/>
          </p:cNvCxnSpPr>
          <p:nvPr/>
        </p:nvCxnSpPr>
        <p:spPr bwMode="auto">
          <a:xfrm flipV="1">
            <a:off x="9861189" y="2859301"/>
            <a:ext cx="406639" cy="26664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B09A0512-C2AE-5836-8B6B-A81D549DF16E}"/>
                  </a:ext>
                </a:extLst>
              </p:cNvPr>
              <p:cNvSpPr txBox="1"/>
              <p:nvPr/>
            </p:nvSpPr>
            <p:spPr>
              <a:xfrm>
                <a:off x="9668074" y="2896946"/>
                <a:ext cx="1427109"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54" name="TextBox 53">
                <a:extLst>
                  <a:ext uri="{FF2B5EF4-FFF2-40B4-BE49-F238E27FC236}">
                    <a16:creationId xmlns:a16="http://schemas.microsoft.com/office/drawing/2014/main" id="{B09A0512-C2AE-5836-8B6B-A81D549DF16E}"/>
                  </a:ext>
                </a:extLst>
              </p:cNvPr>
              <p:cNvSpPr txBox="1">
                <a:spLocks noRot="1" noChangeAspect="1" noMove="1" noResize="1" noEditPoints="1" noAdjustHandles="1" noChangeArrowheads="1" noChangeShapeType="1" noTextEdit="1"/>
              </p:cNvSpPr>
              <p:nvPr/>
            </p:nvSpPr>
            <p:spPr>
              <a:xfrm>
                <a:off x="9668074" y="2896946"/>
                <a:ext cx="1427109" cy="427336"/>
              </a:xfrm>
              <a:prstGeom prst="rect">
                <a:avLst/>
              </a:prstGeom>
              <a:blipFill>
                <a:blip r:embed="rId11"/>
                <a:stretch>
                  <a:fillRect b="-8571"/>
                </a:stretch>
              </a:blipFill>
            </p:spPr>
            <p:txBody>
              <a:bodyPr/>
              <a:lstStyle/>
              <a:p>
                <a:r>
                  <a:rPr lang="en-US">
                    <a:noFill/>
                  </a:rPr>
                  <a:t> </a:t>
                </a:r>
              </a:p>
            </p:txBody>
          </p:sp>
        </mc:Fallback>
      </mc:AlternateContent>
      <p:cxnSp>
        <p:nvCxnSpPr>
          <p:cNvPr id="55" name="Straight Connector 54">
            <a:extLst>
              <a:ext uri="{FF2B5EF4-FFF2-40B4-BE49-F238E27FC236}">
                <a16:creationId xmlns:a16="http://schemas.microsoft.com/office/drawing/2014/main" id="{23718962-17DF-418A-BB3F-8B8782409E36}"/>
              </a:ext>
            </a:extLst>
          </p:cNvPr>
          <p:cNvCxnSpPr>
            <a:cxnSpLocks/>
          </p:cNvCxnSpPr>
          <p:nvPr/>
        </p:nvCxnSpPr>
        <p:spPr>
          <a:xfrm flipH="1">
            <a:off x="10002378" y="3479008"/>
            <a:ext cx="399487" cy="261593"/>
          </a:xfrm>
          <a:prstGeom prst="line">
            <a:avLst/>
          </a:prstGeom>
          <a:ln w="38100">
            <a:solidFill>
              <a:schemeClr val="accent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2CC22F6-CF10-022E-55CC-2C758ACDE5EE}"/>
              </a:ext>
            </a:extLst>
          </p:cNvPr>
          <p:cNvCxnSpPr>
            <a:cxnSpLocks/>
          </p:cNvCxnSpPr>
          <p:nvPr/>
        </p:nvCxnSpPr>
        <p:spPr>
          <a:xfrm>
            <a:off x="9453436" y="3381696"/>
            <a:ext cx="737816" cy="475973"/>
          </a:xfrm>
          <a:prstGeom prst="line">
            <a:avLst/>
          </a:prstGeom>
          <a:ln w="12700">
            <a:solidFill>
              <a:schemeClr val="accent4"/>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FBBBA86-D1C7-6C0A-6B60-4C5B6EA25523}"/>
                  </a:ext>
                </a:extLst>
              </p:cNvPr>
              <p:cNvSpPr txBox="1"/>
              <p:nvPr/>
            </p:nvSpPr>
            <p:spPr>
              <a:xfrm>
                <a:off x="10151121" y="3568528"/>
                <a:ext cx="1051669" cy="369332"/>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𝑠</m:t>
                          </m:r>
                        </m:e>
                        <m:sub>
                          <m:r>
                            <a:rPr kumimoji="0" lang="en-US" sz="1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𝑠𝑙𝑜𝑤</m:t>
                          </m:r>
                        </m:sub>
                      </m:sSub>
                      <m:r>
                        <a:rPr kumimoji="0" lang="en-US" sz="1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𝑧</m:t>
                          </m:r>
                        </m:sub>
                      </m:sSub>
                      <m:r>
                        <a:rPr kumimoji="0" lang="en-US" sz="1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m:t>
                      </m:r>
                    </m:oMath>
                  </m:oMathPara>
                </a14:m>
                <a:endParaRPr kumimoji="0" lang="en-US" sz="1800" b="0" i="1" u="none" strike="noStrike" kern="1200" cap="none" spc="0" normalizeH="0" baseline="0" noProof="0" dirty="0">
                  <a:ln>
                    <a:noFill/>
                  </a:ln>
                  <a:solidFill>
                    <a:schemeClr val="accent4"/>
                  </a:solidFill>
                  <a:effectLst/>
                  <a:uLnTx/>
                  <a:uFillTx/>
                  <a:latin typeface="Arial" panose="020B0604020202020204"/>
                  <a:ea typeface="+mn-ea"/>
                  <a:cs typeface="+mn-cs"/>
                </a:endParaRPr>
              </a:p>
            </p:txBody>
          </p:sp>
        </mc:Choice>
        <mc:Fallback xmlns="">
          <p:sp>
            <p:nvSpPr>
              <p:cNvPr id="57" name="TextBox 56">
                <a:extLst>
                  <a:ext uri="{FF2B5EF4-FFF2-40B4-BE49-F238E27FC236}">
                    <a16:creationId xmlns:a16="http://schemas.microsoft.com/office/drawing/2014/main" id="{5FBBBA86-D1C7-6C0A-6B60-4C5B6EA25523}"/>
                  </a:ext>
                </a:extLst>
              </p:cNvPr>
              <p:cNvSpPr txBox="1">
                <a:spLocks noRot="1" noChangeAspect="1" noMove="1" noResize="1" noEditPoints="1" noAdjustHandles="1" noChangeArrowheads="1" noChangeShapeType="1" noTextEdit="1"/>
              </p:cNvSpPr>
              <p:nvPr/>
            </p:nvSpPr>
            <p:spPr>
              <a:xfrm>
                <a:off x="10151121" y="3568528"/>
                <a:ext cx="1051669" cy="369332"/>
              </a:xfrm>
              <a:prstGeom prst="rect">
                <a:avLst/>
              </a:prstGeom>
              <a:blipFill>
                <a:blip r:embed="rId12"/>
                <a:stretch>
                  <a:fillRect r="-2890" b="-14754"/>
                </a:stretch>
              </a:blipFill>
            </p:spPr>
            <p:txBody>
              <a:bodyPr/>
              <a:lstStyle/>
              <a:p>
                <a:r>
                  <a:rPr lang="en-US">
                    <a:noFill/>
                  </a:rPr>
                  <a:t> </a:t>
                </a:r>
              </a:p>
            </p:txBody>
          </p:sp>
        </mc:Fallback>
      </mc:AlternateContent>
      <p:sp>
        <p:nvSpPr>
          <p:cNvPr id="58" name="Arrow: Right 57">
            <a:extLst>
              <a:ext uri="{FF2B5EF4-FFF2-40B4-BE49-F238E27FC236}">
                <a16:creationId xmlns:a16="http://schemas.microsoft.com/office/drawing/2014/main" id="{B51A60CB-D5E4-C135-0C59-1F87AFBB49BB}"/>
              </a:ext>
            </a:extLst>
          </p:cNvPr>
          <p:cNvSpPr/>
          <p:nvPr/>
        </p:nvSpPr>
        <p:spPr bwMode="auto">
          <a:xfrm rot="8948384">
            <a:off x="9488894" y="3058831"/>
            <a:ext cx="376077" cy="310498"/>
          </a:xfrm>
          <a:prstGeom prst="rightArrow">
            <a:avLst/>
          </a:prstGeom>
          <a:solidFill>
            <a:srgbClr val="7030A0"/>
          </a:solid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85EB54CF-F7C9-E3A2-03F7-AEE2C853DC88}"/>
                  </a:ext>
                </a:extLst>
              </p:cNvPr>
              <p:cNvSpPr txBox="1"/>
              <p:nvPr/>
            </p:nvSpPr>
            <p:spPr>
              <a:xfrm>
                <a:off x="9131701" y="2885365"/>
                <a:ext cx="436518" cy="369332"/>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𝑧</m:t>
                          </m:r>
                        </m:sub>
                      </m:sSub>
                    </m:oMath>
                  </m:oMathPara>
                </a14:m>
                <a:endParaRPr kumimoji="0" lang="en-US" sz="1800" b="0" i="1" u="none" strike="noStrike" kern="1200" cap="none" spc="0" normalizeH="0" baseline="0" noProof="0" dirty="0">
                  <a:ln>
                    <a:noFill/>
                  </a:ln>
                  <a:solidFill>
                    <a:srgbClr val="7030A0"/>
                  </a:solidFill>
                  <a:effectLst/>
                  <a:uLnTx/>
                  <a:uFillTx/>
                  <a:latin typeface="Arial" panose="020B0604020202020204"/>
                  <a:ea typeface="+mn-ea"/>
                  <a:cs typeface="+mn-cs"/>
                </a:endParaRPr>
              </a:p>
            </p:txBody>
          </p:sp>
        </mc:Choice>
        <mc:Fallback xmlns="">
          <p:sp>
            <p:nvSpPr>
              <p:cNvPr id="59" name="TextBox 58">
                <a:extLst>
                  <a:ext uri="{FF2B5EF4-FFF2-40B4-BE49-F238E27FC236}">
                    <a16:creationId xmlns:a16="http://schemas.microsoft.com/office/drawing/2014/main" id="{85EB54CF-F7C9-E3A2-03F7-AEE2C853DC88}"/>
                  </a:ext>
                </a:extLst>
              </p:cNvPr>
              <p:cNvSpPr txBox="1">
                <a:spLocks noRot="1" noChangeAspect="1" noMove="1" noResize="1" noEditPoints="1" noAdjustHandles="1" noChangeArrowheads="1" noChangeShapeType="1" noTextEdit="1"/>
              </p:cNvSpPr>
              <p:nvPr/>
            </p:nvSpPr>
            <p:spPr>
              <a:xfrm>
                <a:off x="9131701" y="2885365"/>
                <a:ext cx="436518"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491ECC90-8646-6644-2989-09AF4D07094A}"/>
                  </a:ext>
                </a:extLst>
              </p:cNvPr>
              <p:cNvSpPr/>
              <p:nvPr/>
            </p:nvSpPr>
            <p:spPr>
              <a:xfrm>
                <a:off x="8053566" y="4608059"/>
                <a:ext cx="2735949" cy="5579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𝑧</m:t>
                          </m:r>
                        </m:sub>
                      </m:s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sSub>
                        <m:sSubPr>
                          <m:ctrlP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e>
                        <m:sub>
                          <m: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𝑡𝑟𝑎𝑗</m:t>
                          </m:r>
                        </m:sub>
                      </m:sSub>
                      <m:sSub>
                        <m:sSubPr>
                          <m:ctrlPr>
                            <a:rPr kumimoji="0" lang="en-US" sz="2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ctrlPr>
                        </m:sSubPr>
                        <m:e>
                          <m:acc>
                            <m:accPr>
                              <m:chr m:val="̇"/>
                              <m:ctrlPr>
                                <a:rPr kumimoji="0" lang="en-US" sz="2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𝑠</m:t>
                              </m:r>
                            </m:e>
                          </m:acc>
                        </m:e>
                        <m:sub>
                          <m:r>
                            <a:rPr kumimoji="0" lang="en-US" sz="2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𝑠𝑙𝑜𝑤</m:t>
                          </m:r>
                        </m:sub>
                      </m:sSub>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60" name="Rectangle 59">
                <a:extLst>
                  <a:ext uri="{FF2B5EF4-FFF2-40B4-BE49-F238E27FC236}">
                    <a16:creationId xmlns:a16="http://schemas.microsoft.com/office/drawing/2014/main" id="{491ECC90-8646-6644-2989-09AF4D07094A}"/>
                  </a:ext>
                </a:extLst>
              </p:cNvPr>
              <p:cNvSpPr>
                <a:spLocks noRot="1" noChangeAspect="1" noMove="1" noResize="1" noEditPoints="1" noAdjustHandles="1" noChangeArrowheads="1" noChangeShapeType="1" noTextEdit="1"/>
              </p:cNvSpPr>
              <p:nvPr/>
            </p:nvSpPr>
            <p:spPr>
              <a:xfrm>
                <a:off x="8053566" y="4608059"/>
                <a:ext cx="2735949" cy="557910"/>
              </a:xfrm>
              <a:prstGeom prst="rect">
                <a:avLst/>
              </a:prstGeom>
              <a:blipFill>
                <a:blip r:embed="rId14"/>
                <a:stretch>
                  <a:fillRect/>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F3648B6A-3D3A-0C91-A044-FAAC528DFF30}"/>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rcRect l="21112" b="7395"/>
          <a:stretch/>
        </p:blipFill>
        <p:spPr>
          <a:xfrm>
            <a:off x="7036001" y="3961195"/>
            <a:ext cx="1362660" cy="1341780"/>
          </a:xfrm>
          <a:prstGeom prst="rect">
            <a:avLst/>
          </a:prstGeom>
        </p:spPr>
      </p:pic>
    </p:spTree>
    <p:extLst>
      <p:ext uri="{BB962C8B-B14F-4D97-AF65-F5344CB8AC3E}">
        <p14:creationId xmlns:p14="http://schemas.microsoft.com/office/powerpoint/2010/main" val="1386537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22BC-26CD-D366-466D-96223A020C52}"/>
              </a:ext>
            </a:extLst>
          </p:cNvPr>
          <p:cNvSpPr>
            <a:spLocks noGrp="1"/>
          </p:cNvSpPr>
          <p:nvPr>
            <p:ph type="title"/>
          </p:nvPr>
        </p:nvSpPr>
        <p:spPr/>
        <p:txBody>
          <a:bodyPr/>
          <a:lstStyle/>
          <a:p>
            <a:endParaRPr lang="en-US"/>
          </a:p>
        </p:txBody>
      </p:sp>
      <p:sp>
        <p:nvSpPr>
          <p:cNvPr id="3" name="Date Placeholder 2">
            <a:extLst>
              <a:ext uri="{FF2B5EF4-FFF2-40B4-BE49-F238E27FC236}">
                <a16:creationId xmlns:a16="http://schemas.microsoft.com/office/drawing/2014/main" id="{F82B4395-1DC2-5C06-6266-B3DD4C6F8AF6}"/>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57A526B9-FA16-A979-3119-B439BACC164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8282A227-3A00-F1D3-E9B9-9BCBA7EEA31F}"/>
              </a:ext>
            </a:extLst>
          </p:cNvPr>
          <p:cNvSpPr>
            <a:spLocks noGrp="1"/>
          </p:cNvSpPr>
          <p:nvPr>
            <p:ph type="sldNum" sz="quarter" idx="20"/>
          </p:nvPr>
        </p:nvSpPr>
        <p:spPr/>
        <p:txBody>
          <a:bodyPr/>
          <a:lstStyle/>
          <a:p>
            <a:fld id="{2D04F4CF-F641-6E4E-8F87-8EB8AA2BFA51}" type="slidenum">
              <a:rPr lang="en-US" smtClean="0"/>
              <a:pPr/>
              <a:t>7</a:t>
            </a:fld>
            <a:endParaRPr lang="en-US"/>
          </a:p>
        </p:txBody>
      </p:sp>
      <p:sp>
        <p:nvSpPr>
          <p:cNvPr id="6" name="Text Placeholder 5">
            <a:extLst>
              <a:ext uri="{FF2B5EF4-FFF2-40B4-BE49-F238E27FC236}">
                <a16:creationId xmlns:a16="http://schemas.microsoft.com/office/drawing/2014/main" id="{159808C4-D6D6-800C-8F5A-FEEA7AD541A4}"/>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3010393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Group 62">
            <a:extLst>
              <a:ext uri="{FF2B5EF4-FFF2-40B4-BE49-F238E27FC236}">
                <a16:creationId xmlns:a16="http://schemas.microsoft.com/office/drawing/2014/main" id="{8583E9B4-7DB3-4188-AF23-0B201F8389D0}"/>
              </a:ext>
            </a:extLst>
          </p:cNvPr>
          <p:cNvGrpSpPr/>
          <p:nvPr/>
        </p:nvGrpSpPr>
        <p:grpSpPr>
          <a:xfrm>
            <a:off x="1044768" y="2050049"/>
            <a:ext cx="11147232" cy="3814884"/>
            <a:chOff x="2214869" y="2314096"/>
            <a:chExt cx="7849758" cy="2686399"/>
          </a:xfrm>
        </p:grpSpPr>
        <p:grpSp>
          <p:nvGrpSpPr>
            <p:cNvPr id="2" name="Group 1">
              <a:extLst>
                <a:ext uri="{FF2B5EF4-FFF2-40B4-BE49-F238E27FC236}">
                  <a16:creationId xmlns:a16="http://schemas.microsoft.com/office/drawing/2014/main" id="{74023BAF-40B2-4594-A054-FEE381133F12}"/>
                </a:ext>
              </a:extLst>
            </p:cNvPr>
            <p:cNvGrpSpPr/>
            <p:nvPr/>
          </p:nvGrpSpPr>
          <p:grpSpPr>
            <a:xfrm>
              <a:off x="2214869" y="2413999"/>
              <a:ext cx="6291928" cy="2586496"/>
              <a:chOff x="7276387" y="4913815"/>
              <a:chExt cx="4326981" cy="1777944"/>
            </a:xfrm>
          </p:grpSpPr>
          <p:sp>
            <p:nvSpPr>
              <p:cNvPr id="3" name="Rectangle 2">
                <a:extLst>
                  <a:ext uri="{FF2B5EF4-FFF2-40B4-BE49-F238E27FC236}">
                    <a16:creationId xmlns:a16="http://schemas.microsoft.com/office/drawing/2014/main" id="{8B8BBECD-AC23-43AC-83F0-D0EC27899587}"/>
                  </a:ext>
                </a:extLst>
              </p:cNvPr>
              <p:cNvSpPr/>
              <p:nvPr/>
            </p:nvSpPr>
            <p:spPr>
              <a:xfrm>
                <a:off x="8966186" y="5217904"/>
                <a:ext cx="893167" cy="543620"/>
              </a:xfrm>
              <a:prstGeom prst="rect">
                <a:avLst/>
              </a:prstGeom>
              <a:solidFill>
                <a:srgbClr val="AEB795"/>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prstClr val="white"/>
                    </a:solidFill>
                    <a:effectLst/>
                    <a:uLnTx/>
                    <a:uFillTx/>
                    <a:latin typeface="Calibri"/>
                    <a:ea typeface="+mn-ea"/>
                    <a:cs typeface="+mn-cs"/>
                  </a:rPr>
                  <a:t>Peg</a:t>
                </a:r>
              </a:p>
            </p:txBody>
          </p:sp>
          <p:pic>
            <p:nvPicPr>
              <p:cNvPr id="4" name="Picture 2" descr="Unbalance Educational Bulletin - Magna-Matic Factory Direct Online Store">
                <a:extLst>
                  <a:ext uri="{FF2B5EF4-FFF2-40B4-BE49-F238E27FC236}">
                    <a16:creationId xmlns:a16="http://schemas.microsoft.com/office/drawing/2014/main" id="{FED8459B-D285-4E89-9631-ADA5568DE78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6200000">
                <a:off x="9668480" y="5260710"/>
                <a:ext cx="379959" cy="41593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45E2F30-C5D4-48B5-BD3D-3E4DBA0C9510}"/>
                  </a:ext>
                </a:extLst>
              </p:cNvPr>
              <p:cNvSpPr txBox="1"/>
              <p:nvPr/>
            </p:nvSpPr>
            <p:spPr>
              <a:xfrm>
                <a:off x="9867378" y="5539551"/>
                <a:ext cx="823546" cy="3173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prstClr val="black"/>
                    </a:solidFill>
                    <a:effectLst/>
                    <a:uLnTx/>
                    <a:uFillTx/>
                    <a:latin typeface="Calibri" panose="020F0502020204030204"/>
                    <a:ea typeface="+mn-ea"/>
                    <a:cs typeface="+mn-cs"/>
                  </a:rPr>
                  <a:t>CC</a:t>
                </a:r>
              </a:p>
            </p:txBody>
          </p:sp>
          <p:cxnSp>
            <p:nvCxnSpPr>
              <p:cNvPr id="6" name="Straight Connector 5">
                <a:extLst>
                  <a:ext uri="{FF2B5EF4-FFF2-40B4-BE49-F238E27FC236}">
                    <a16:creationId xmlns:a16="http://schemas.microsoft.com/office/drawing/2014/main" id="{7AAECBAC-5118-4D39-9AAA-4EC7A7717994}"/>
                  </a:ext>
                </a:extLst>
              </p:cNvPr>
              <p:cNvCxnSpPr>
                <a:cxnSpLocks/>
              </p:cNvCxnSpPr>
              <p:nvPr/>
            </p:nvCxnSpPr>
            <p:spPr bwMode="auto">
              <a:xfrm flipV="1">
                <a:off x="8204137" y="5297434"/>
                <a:ext cx="1" cy="361221"/>
              </a:xfrm>
              <a:prstGeom prst="line">
                <a:avLst/>
              </a:prstGeom>
              <a:noFill/>
              <a:ln w="25400" cap="flat" cmpd="sng" algn="ctr">
                <a:solidFill>
                  <a:sysClr val="windowText" lastClr="000000"/>
                </a:solidFill>
                <a:prstDash val="solid"/>
                <a:round/>
                <a:headEnd type="none" w="med" len="med"/>
                <a:tailEnd type="none" w="med" len="med"/>
              </a:ln>
              <a:effectLst/>
            </p:spPr>
          </p:cxnSp>
          <p:grpSp>
            <p:nvGrpSpPr>
              <p:cNvPr id="7" name="Group 6">
                <a:extLst>
                  <a:ext uri="{FF2B5EF4-FFF2-40B4-BE49-F238E27FC236}">
                    <a16:creationId xmlns:a16="http://schemas.microsoft.com/office/drawing/2014/main" id="{7EC012FD-1254-4B6E-90FE-DE5A8015879F}"/>
                  </a:ext>
                </a:extLst>
              </p:cNvPr>
              <p:cNvGrpSpPr/>
              <p:nvPr/>
            </p:nvGrpSpPr>
            <p:grpSpPr>
              <a:xfrm>
                <a:off x="8218753" y="5345682"/>
                <a:ext cx="747433" cy="292819"/>
                <a:chOff x="8218753" y="5472739"/>
                <a:chExt cx="747433" cy="292819"/>
              </a:xfrm>
            </p:grpSpPr>
            <p:cxnSp>
              <p:nvCxnSpPr>
                <p:cNvPr id="45" name="Straight Connector 44">
                  <a:extLst>
                    <a:ext uri="{FF2B5EF4-FFF2-40B4-BE49-F238E27FC236}">
                      <a16:creationId xmlns:a16="http://schemas.microsoft.com/office/drawing/2014/main" id="{47FAE5F8-8786-4F28-A416-32D087DA70E1}"/>
                    </a:ext>
                  </a:extLst>
                </p:cNvPr>
                <p:cNvCxnSpPr>
                  <a:cxnSpLocks/>
                </p:cNvCxnSpPr>
                <p:nvPr/>
              </p:nvCxnSpPr>
              <p:spPr bwMode="auto">
                <a:xfrm rot="16200000" flipV="1">
                  <a:off x="8894420" y="5543974"/>
                  <a:ext cx="0" cy="143532"/>
                </a:xfrm>
                <a:prstGeom prst="line">
                  <a:avLst/>
                </a:prstGeom>
                <a:noFill/>
                <a:ln w="25400" cap="flat" cmpd="sng" algn="ctr">
                  <a:solidFill>
                    <a:srgbClr val="7030A0"/>
                  </a:soli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AD25B0E8-3214-4A18-9972-DC1150198E20}"/>
                    </a:ext>
                  </a:extLst>
                </p:cNvPr>
                <p:cNvCxnSpPr>
                  <a:cxnSpLocks/>
                </p:cNvCxnSpPr>
                <p:nvPr/>
              </p:nvCxnSpPr>
              <p:spPr bwMode="auto">
                <a:xfrm rot="16200000" flipV="1">
                  <a:off x="8290519" y="5539120"/>
                  <a:ext cx="0" cy="143532"/>
                </a:xfrm>
                <a:prstGeom prst="line">
                  <a:avLst/>
                </a:prstGeom>
                <a:noFill/>
                <a:ln w="25400" cap="flat" cmpd="sng" algn="ctr">
                  <a:solidFill>
                    <a:srgbClr val="7030A0"/>
                  </a:solidFill>
                  <a:prstDash val="solid"/>
                  <a:round/>
                  <a:headEnd type="none" w="med" len="med"/>
                  <a:tailEnd type="none" w="med" len="med"/>
                </a:ln>
                <a:effectLst/>
              </p:spPr>
            </p:cxnSp>
            <p:cxnSp>
              <p:nvCxnSpPr>
                <p:cNvPr id="47" name="Straight Connector 46">
                  <a:extLst>
                    <a:ext uri="{FF2B5EF4-FFF2-40B4-BE49-F238E27FC236}">
                      <a16:creationId xmlns:a16="http://schemas.microsoft.com/office/drawing/2014/main" id="{494C0B23-C424-4487-BF00-2BF8CB979325}"/>
                    </a:ext>
                  </a:extLst>
                </p:cNvPr>
                <p:cNvCxnSpPr>
                  <a:cxnSpLocks/>
                </p:cNvCxnSpPr>
                <p:nvPr/>
              </p:nvCxnSpPr>
              <p:spPr bwMode="auto">
                <a:xfrm rot="16200000" flipV="1">
                  <a:off x="8575436" y="5540419"/>
                  <a:ext cx="241529" cy="125826"/>
                </a:xfrm>
                <a:prstGeom prst="line">
                  <a:avLst/>
                </a:prstGeom>
                <a:noFill/>
                <a:ln w="25400" cap="flat" cmpd="sng" algn="ctr">
                  <a:solidFill>
                    <a:srgbClr val="7030A0"/>
                  </a:solidFill>
                  <a:prstDash val="solid"/>
                  <a:round/>
                  <a:headEnd type="none" w="med" len="med"/>
                  <a:tailEnd type="none" w="med" len="med"/>
                </a:ln>
                <a:effectLst/>
              </p:spPr>
            </p:cxnSp>
            <p:cxnSp>
              <p:nvCxnSpPr>
                <p:cNvPr id="48" name="Straight Connector 47">
                  <a:extLst>
                    <a:ext uri="{FF2B5EF4-FFF2-40B4-BE49-F238E27FC236}">
                      <a16:creationId xmlns:a16="http://schemas.microsoft.com/office/drawing/2014/main" id="{D6C43E1B-AB88-4FE3-9D8B-2E99915DE92A}"/>
                    </a:ext>
                  </a:extLst>
                </p:cNvPr>
                <p:cNvCxnSpPr>
                  <a:cxnSpLocks/>
                </p:cNvCxnSpPr>
                <p:nvPr/>
              </p:nvCxnSpPr>
              <p:spPr bwMode="auto">
                <a:xfrm rot="16200000" flipV="1">
                  <a:off x="8361569" y="5577854"/>
                  <a:ext cx="257241" cy="118167"/>
                </a:xfrm>
                <a:prstGeom prst="line">
                  <a:avLst/>
                </a:prstGeom>
                <a:noFill/>
                <a:ln w="25400" cap="flat" cmpd="sng" algn="ctr">
                  <a:solidFill>
                    <a:srgbClr val="7030A0"/>
                  </a:solidFill>
                  <a:prstDash val="solid"/>
                  <a:round/>
                  <a:headEnd type="none" w="med" len="med"/>
                  <a:tailEnd type="none" w="med" len="med"/>
                </a:ln>
                <a:effectLst/>
              </p:spPr>
            </p:cxnSp>
            <p:cxnSp>
              <p:nvCxnSpPr>
                <p:cNvPr id="49" name="Straight Connector 48">
                  <a:extLst>
                    <a:ext uri="{FF2B5EF4-FFF2-40B4-BE49-F238E27FC236}">
                      <a16:creationId xmlns:a16="http://schemas.microsoft.com/office/drawing/2014/main" id="{D8777038-FAF8-45CA-82EF-230362EDF231}"/>
                    </a:ext>
                  </a:extLst>
                </p:cNvPr>
                <p:cNvCxnSpPr>
                  <a:cxnSpLocks/>
                </p:cNvCxnSpPr>
                <p:nvPr/>
              </p:nvCxnSpPr>
              <p:spPr bwMode="auto">
                <a:xfrm rot="16200000">
                  <a:off x="8740378" y="5637335"/>
                  <a:ext cx="114977" cy="58547"/>
                </a:xfrm>
                <a:prstGeom prst="line">
                  <a:avLst/>
                </a:prstGeom>
                <a:noFill/>
                <a:ln w="25400" cap="flat" cmpd="sng" algn="ctr">
                  <a:solidFill>
                    <a:srgbClr val="7030A0"/>
                  </a:solidFill>
                  <a:prstDash val="solid"/>
                  <a:round/>
                  <a:headEnd type="none" w="med" len="med"/>
                  <a:tailEnd type="none" w="med" len="med"/>
                </a:ln>
                <a:effectLst/>
              </p:spPr>
            </p:cxnSp>
            <p:cxnSp>
              <p:nvCxnSpPr>
                <p:cNvPr id="50" name="Straight Connector 49">
                  <a:extLst>
                    <a:ext uri="{FF2B5EF4-FFF2-40B4-BE49-F238E27FC236}">
                      <a16:creationId xmlns:a16="http://schemas.microsoft.com/office/drawing/2014/main" id="{0B0C6E50-3C88-4347-BC77-C5344F313812}"/>
                    </a:ext>
                  </a:extLst>
                </p:cNvPr>
                <p:cNvCxnSpPr>
                  <a:cxnSpLocks/>
                </p:cNvCxnSpPr>
                <p:nvPr/>
              </p:nvCxnSpPr>
              <p:spPr bwMode="auto">
                <a:xfrm rot="16200000">
                  <a:off x="8448105" y="5577997"/>
                  <a:ext cx="292819" cy="82303"/>
                </a:xfrm>
                <a:prstGeom prst="line">
                  <a:avLst/>
                </a:prstGeom>
                <a:noFill/>
                <a:ln w="25400" cap="flat" cmpd="sng" algn="ctr">
                  <a:solidFill>
                    <a:srgbClr val="7030A0"/>
                  </a:solidFill>
                  <a:prstDash val="solid"/>
                  <a:round/>
                  <a:headEnd type="none" w="med" len="med"/>
                  <a:tailEnd type="none" w="med" len="med"/>
                </a:ln>
                <a:effectLst/>
              </p:spPr>
            </p:cxnSp>
            <p:cxnSp>
              <p:nvCxnSpPr>
                <p:cNvPr id="51" name="Straight Connector 50">
                  <a:extLst>
                    <a:ext uri="{FF2B5EF4-FFF2-40B4-BE49-F238E27FC236}">
                      <a16:creationId xmlns:a16="http://schemas.microsoft.com/office/drawing/2014/main" id="{0B8BD285-3909-438B-BEFD-D85019A31B6D}"/>
                    </a:ext>
                  </a:extLst>
                </p:cNvPr>
                <p:cNvCxnSpPr>
                  <a:cxnSpLocks/>
                </p:cNvCxnSpPr>
                <p:nvPr/>
              </p:nvCxnSpPr>
              <p:spPr bwMode="auto">
                <a:xfrm rot="16200000">
                  <a:off x="8334866" y="5536532"/>
                  <a:ext cx="114977" cy="58547"/>
                </a:xfrm>
                <a:prstGeom prst="line">
                  <a:avLst/>
                </a:prstGeom>
                <a:noFill/>
                <a:ln w="25400" cap="flat" cmpd="sng" algn="ctr">
                  <a:solidFill>
                    <a:srgbClr val="7030A0"/>
                  </a:solidFill>
                  <a:prstDash val="solid"/>
                  <a:round/>
                  <a:headEnd type="none" w="med" len="med"/>
                  <a:tailEnd type="none" w="med" len="med"/>
                </a:ln>
                <a:effectLst/>
              </p:spPr>
            </p:cxn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C766B7C-CE49-4CC5-87FC-6967141FF471}"/>
                      </a:ext>
                    </a:extLst>
                  </p:cNvPr>
                  <p:cNvSpPr txBox="1"/>
                  <p:nvPr/>
                </p:nvSpPr>
                <p:spPr>
                  <a:xfrm>
                    <a:off x="7618743" y="6372033"/>
                    <a:ext cx="3038586" cy="3197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0" cap="none" spc="0" normalizeH="0" baseline="0" noProof="0" smtClean="0">
                                  <a:ln>
                                    <a:noFill/>
                                  </a:ln>
                                  <a:solidFill>
                                    <a:srgbClr val="C00000"/>
                                  </a:solidFill>
                                  <a:effectLst/>
                                  <a:uLnTx/>
                                  <a:uFillTx/>
                                  <a:latin typeface="Cambria Math" panose="02040503050406030204" pitchFamily="18" charset="0"/>
                                  <a:ea typeface="+mn-ea"/>
                                  <a:cs typeface="+mn-cs"/>
                                </a:rPr>
                              </m:ctrlPr>
                            </m:sSubPr>
                            <m:e>
                              <m:r>
                                <a:rPr kumimoji="0" lang="en-US" sz="2400" b="0" i="1" u="none" strike="noStrike" kern="0" cap="none" spc="0" normalizeH="0" baseline="0" noProof="0" smtClean="0">
                                  <a:ln>
                                    <a:noFill/>
                                  </a:ln>
                                  <a:solidFill>
                                    <a:srgbClr val="C00000"/>
                                  </a:solidFill>
                                  <a:effectLst/>
                                  <a:uLnTx/>
                                  <a:uFillTx/>
                                  <a:latin typeface="Cambria Math" panose="02040503050406030204" pitchFamily="18" charset="0"/>
                                  <a:ea typeface="+mn-ea"/>
                                  <a:cs typeface="+mn-cs"/>
                                </a:rPr>
                                <m:t>𝐶</m:t>
                              </m:r>
                            </m:e>
                            <m:sub>
                              <m:r>
                                <a:rPr kumimoji="0" lang="en-US" sz="2400" b="0" i="1" u="none" strike="noStrike" kern="0" cap="none" spc="0" normalizeH="0" baseline="0" noProof="0" smtClean="0">
                                  <a:ln>
                                    <a:noFill/>
                                  </a:ln>
                                  <a:solidFill>
                                    <a:srgbClr val="C00000"/>
                                  </a:solidFill>
                                  <a:effectLst/>
                                  <a:uLnTx/>
                                  <a:uFillTx/>
                                  <a:latin typeface="Cambria Math" panose="02040503050406030204" pitchFamily="18" charset="0"/>
                                  <a:ea typeface="+mn-ea"/>
                                  <a:cs typeface="+mn-cs"/>
                                </a:rPr>
                                <m:t>𝑛𝑒𝑡</m:t>
                              </m:r>
                            </m:sub>
                          </m:sSub>
                          <m:r>
                            <a:rPr kumimoji="0" lang="en-US" sz="2400" b="0" i="1"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400" b="0" i="1" u="none" strike="noStrike" kern="0" cap="none" spc="0" normalizeH="0" baseline="0" noProof="0" smtClean="0">
                                  <a:ln>
                                    <a:noFill/>
                                  </a:ln>
                                  <a:solidFill>
                                    <a:srgbClr val="00B0F0"/>
                                  </a:solidFill>
                                  <a:effectLst/>
                                  <a:uLnTx/>
                                  <a:uFillTx/>
                                  <a:latin typeface="Cambria Math" panose="02040503050406030204" pitchFamily="18" charset="0"/>
                                  <a:ea typeface="+mn-ea"/>
                                  <a:cs typeface="+mn-cs"/>
                                </a:rPr>
                                <m:t>𝐶</m:t>
                              </m:r>
                            </m:e>
                            <m:sub>
                              <m:r>
                                <a:rPr kumimoji="0" lang="en-US" sz="2400" b="0" i="1" u="none" strike="noStrike" kern="0" cap="none" spc="0" normalizeH="0" baseline="0" noProof="0" smtClean="0">
                                  <a:ln>
                                    <a:noFill/>
                                  </a:ln>
                                  <a:solidFill>
                                    <a:srgbClr val="00B0F0"/>
                                  </a:solidFill>
                                  <a:effectLst/>
                                  <a:uLnTx/>
                                  <a:uFillTx/>
                                  <a:latin typeface="Cambria Math" panose="02040503050406030204" pitchFamily="18" charset="0"/>
                                  <a:ea typeface="+mn-ea"/>
                                  <a:cs typeface="+mn-cs"/>
                                </a:rPr>
                                <m:t>𝑎𝑐𝑡𝑖𝑣𝑒</m:t>
                              </m:r>
                            </m:sub>
                          </m:sSub>
                          <m:r>
                            <a:rPr kumimoji="0" lang="en-US" sz="2400" b="0" i="1"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2400" b="0" i="1" u="none" strike="noStrike" kern="0" cap="none" spc="0" normalizeH="0" baseline="0" noProof="0" smtClean="0">
                                  <a:ln>
                                    <a:noFill/>
                                  </a:ln>
                                  <a:solidFill>
                                    <a:srgbClr val="7030A0"/>
                                  </a:solidFill>
                                  <a:effectLst/>
                                  <a:uLnTx/>
                                  <a:uFillTx/>
                                  <a:latin typeface="Cambria Math" panose="02040503050406030204" pitchFamily="18" charset="0"/>
                                  <a:ea typeface="+mn-ea"/>
                                  <a:cs typeface="+mn-cs"/>
                                </a:rPr>
                                <m:t>𝐶</m:t>
                              </m:r>
                            </m:e>
                            <m:sub>
                              <m:r>
                                <a:rPr kumimoji="0" lang="en-US" sz="2400" b="0" i="1" u="none" strike="noStrike" kern="0" cap="none" spc="0" normalizeH="0" baseline="0" noProof="0" smtClean="0">
                                  <a:ln>
                                    <a:noFill/>
                                  </a:ln>
                                  <a:solidFill>
                                    <a:srgbClr val="7030A0"/>
                                  </a:solidFill>
                                  <a:effectLst/>
                                  <a:uLnTx/>
                                  <a:uFillTx/>
                                  <a:latin typeface="Cambria Math" panose="02040503050406030204" pitchFamily="18" charset="0"/>
                                  <a:ea typeface="+mn-ea"/>
                                  <a:cs typeface="+mn-cs"/>
                                </a:rPr>
                                <m:t>𝑚𝑒𝑐h</m:t>
                              </m:r>
                            </m:sub>
                          </m:sSub>
                          <m:r>
                            <a:rPr kumimoji="0" lang="en-US" sz="2400" b="0" i="1"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m:t>
                          </m:r>
                          <m:sSubSup>
                            <m:sSubSupPr>
                              <m:ctrlPr>
                                <a:rPr kumimoji="0" lang="en-US" sz="2400" b="0" i="1"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en-US" sz="2400" b="0" i="1"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ℝ</m:t>
                              </m:r>
                            </m:e>
                            <m:sub>
                              <m:r>
                                <a:rPr kumimoji="0" lang="en-US" sz="2400" b="0" i="1"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m:t>
                              </m:r>
                            </m:sub>
                            <m:sup>
                              <m:r>
                                <a:rPr kumimoji="0" lang="en-US" sz="2400" b="0" i="1"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6×6</m:t>
                              </m:r>
                            </m:sup>
                          </m:sSubSup>
                        </m:oMath>
                      </m:oMathPara>
                    </a14:m>
                    <a:endPar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8" name="TextBox 7">
                    <a:extLst>
                      <a:ext uri="{FF2B5EF4-FFF2-40B4-BE49-F238E27FC236}">
                        <a16:creationId xmlns:a16="http://schemas.microsoft.com/office/drawing/2014/main" id="{1C766B7C-CE49-4CC5-87FC-6967141FF471}"/>
                      </a:ext>
                    </a:extLst>
                  </p:cNvPr>
                  <p:cNvSpPr txBox="1">
                    <a:spLocks noRot="1" noChangeAspect="1" noMove="1" noResize="1" noEditPoints="1" noAdjustHandles="1" noChangeArrowheads="1" noChangeShapeType="1" noTextEdit="1"/>
                  </p:cNvSpPr>
                  <p:nvPr/>
                </p:nvSpPr>
                <p:spPr>
                  <a:xfrm>
                    <a:off x="7618743" y="6372033"/>
                    <a:ext cx="3038586" cy="319726"/>
                  </a:xfrm>
                  <a:prstGeom prst="rect">
                    <a:avLst/>
                  </a:prstGeom>
                  <a:blipFill>
                    <a:blip r:embed="rId3"/>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E7796389-33C0-43FB-A0B3-B5956314152E}"/>
                  </a:ext>
                </a:extLst>
              </p:cNvPr>
              <p:cNvCxnSpPr>
                <a:cxnSpLocks/>
                <a:stCxn id="4" idx="2"/>
              </p:cNvCxnSpPr>
              <p:nvPr/>
            </p:nvCxnSpPr>
            <p:spPr bwMode="auto">
              <a:xfrm flipV="1">
                <a:off x="10066425" y="5468675"/>
                <a:ext cx="624499" cy="1"/>
              </a:xfrm>
              <a:prstGeom prst="straightConnector1">
                <a:avLst/>
              </a:prstGeom>
              <a:noFill/>
              <a:ln w="38100" cap="flat" cmpd="sng" algn="ctr">
                <a:solidFill>
                  <a:srgbClr val="FFC000"/>
                </a:solidFill>
                <a:prstDash val="dash"/>
                <a:round/>
                <a:headEnd type="none" w="med" len="med"/>
                <a:tailEnd type="triangle"/>
              </a:ln>
              <a:effectLst/>
            </p:spPr>
          </p:cxnSp>
          <p:sp>
            <p:nvSpPr>
              <p:cNvPr id="10" name="TextBox 9">
                <a:extLst>
                  <a:ext uri="{FF2B5EF4-FFF2-40B4-BE49-F238E27FC236}">
                    <a16:creationId xmlns:a16="http://schemas.microsoft.com/office/drawing/2014/main" id="{16B9674E-52F6-4FF3-A955-FDE6C2A79CA2}"/>
                  </a:ext>
                </a:extLst>
              </p:cNvPr>
              <p:cNvSpPr txBox="1"/>
              <p:nvPr/>
            </p:nvSpPr>
            <p:spPr>
              <a:xfrm>
                <a:off x="10127430" y="5103435"/>
                <a:ext cx="1475938" cy="3173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C000"/>
                    </a:solidFill>
                    <a:effectLst/>
                    <a:uLnTx/>
                    <a:uFillTx/>
                    <a:latin typeface="Calibri" panose="020F0502020204030204"/>
                    <a:ea typeface="+mn-ea"/>
                    <a:cs typeface="+mn-cs"/>
                  </a:rPr>
                  <a:t>Insertion axis</a:t>
                </a:r>
              </a:p>
            </p:txBody>
          </p:sp>
          <p:grpSp>
            <p:nvGrpSpPr>
              <p:cNvPr id="11" name="Group 10">
                <a:extLst>
                  <a:ext uri="{FF2B5EF4-FFF2-40B4-BE49-F238E27FC236}">
                    <a16:creationId xmlns:a16="http://schemas.microsoft.com/office/drawing/2014/main" id="{5ADB1633-00E2-48F3-A929-688DAE148064}"/>
                  </a:ext>
                </a:extLst>
              </p:cNvPr>
              <p:cNvGrpSpPr/>
              <p:nvPr/>
            </p:nvGrpSpPr>
            <p:grpSpPr>
              <a:xfrm>
                <a:off x="7445142" y="5342273"/>
                <a:ext cx="747433" cy="292819"/>
                <a:chOff x="7338993" y="5951152"/>
                <a:chExt cx="747433" cy="292819"/>
              </a:xfrm>
            </p:grpSpPr>
            <p:cxnSp>
              <p:nvCxnSpPr>
                <p:cNvPr id="38" name="Straight Connector 37">
                  <a:extLst>
                    <a:ext uri="{FF2B5EF4-FFF2-40B4-BE49-F238E27FC236}">
                      <a16:creationId xmlns:a16="http://schemas.microsoft.com/office/drawing/2014/main" id="{90412A5B-0CD4-4623-9921-FF91231D74E1}"/>
                    </a:ext>
                  </a:extLst>
                </p:cNvPr>
                <p:cNvCxnSpPr>
                  <a:cxnSpLocks/>
                </p:cNvCxnSpPr>
                <p:nvPr/>
              </p:nvCxnSpPr>
              <p:spPr bwMode="auto">
                <a:xfrm rot="16200000" flipV="1">
                  <a:off x="8014660" y="6022387"/>
                  <a:ext cx="0" cy="143532"/>
                </a:xfrm>
                <a:prstGeom prst="line">
                  <a:avLst/>
                </a:prstGeom>
                <a:noFill/>
                <a:ln w="25400" cap="flat" cmpd="sng" algn="ctr">
                  <a:solidFill>
                    <a:srgbClr val="00B0F0"/>
                  </a:solidFill>
                  <a:prstDash val="sysDot"/>
                  <a:round/>
                  <a:headEnd type="none" w="med" len="med"/>
                  <a:tailEnd type="none" w="med" len="med"/>
                </a:ln>
                <a:effectLst/>
              </p:spPr>
            </p:cxnSp>
            <p:cxnSp>
              <p:nvCxnSpPr>
                <p:cNvPr id="39" name="Straight Connector 38">
                  <a:extLst>
                    <a:ext uri="{FF2B5EF4-FFF2-40B4-BE49-F238E27FC236}">
                      <a16:creationId xmlns:a16="http://schemas.microsoft.com/office/drawing/2014/main" id="{8C810F2B-7370-4116-8CC9-4A98003F8554}"/>
                    </a:ext>
                  </a:extLst>
                </p:cNvPr>
                <p:cNvCxnSpPr>
                  <a:cxnSpLocks/>
                </p:cNvCxnSpPr>
                <p:nvPr/>
              </p:nvCxnSpPr>
              <p:spPr bwMode="auto">
                <a:xfrm rot="16200000" flipV="1">
                  <a:off x="7410759" y="6017533"/>
                  <a:ext cx="0" cy="143532"/>
                </a:xfrm>
                <a:prstGeom prst="line">
                  <a:avLst/>
                </a:prstGeom>
                <a:noFill/>
                <a:ln w="25400" cap="flat" cmpd="sng" algn="ctr">
                  <a:solidFill>
                    <a:srgbClr val="00B0F0"/>
                  </a:solidFill>
                  <a:prstDash val="sysDot"/>
                  <a:round/>
                  <a:headEnd type="none" w="med" len="med"/>
                  <a:tailEnd type="none" w="med" len="med"/>
                </a:ln>
                <a:effectLst/>
              </p:spPr>
            </p:cxnSp>
            <p:cxnSp>
              <p:nvCxnSpPr>
                <p:cNvPr id="40" name="Straight Connector 39">
                  <a:extLst>
                    <a:ext uri="{FF2B5EF4-FFF2-40B4-BE49-F238E27FC236}">
                      <a16:creationId xmlns:a16="http://schemas.microsoft.com/office/drawing/2014/main" id="{0067286A-330A-4CB1-B306-BBF71FE95085}"/>
                    </a:ext>
                  </a:extLst>
                </p:cNvPr>
                <p:cNvCxnSpPr>
                  <a:cxnSpLocks/>
                </p:cNvCxnSpPr>
                <p:nvPr/>
              </p:nvCxnSpPr>
              <p:spPr bwMode="auto">
                <a:xfrm rot="16200000" flipV="1">
                  <a:off x="7695676" y="6018832"/>
                  <a:ext cx="241529" cy="125826"/>
                </a:xfrm>
                <a:prstGeom prst="line">
                  <a:avLst/>
                </a:prstGeom>
                <a:noFill/>
                <a:ln w="25400" cap="flat" cmpd="sng" algn="ctr">
                  <a:solidFill>
                    <a:srgbClr val="00B0F0"/>
                  </a:solidFill>
                  <a:prstDash val="sysDot"/>
                  <a:round/>
                  <a:headEnd type="none" w="med" len="med"/>
                  <a:tailEnd type="none" w="med" len="med"/>
                </a:ln>
                <a:effectLst/>
              </p:spPr>
            </p:cxnSp>
            <p:cxnSp>
              <p:nvCxnSpPr>
                <p:cNvPr id="41" name="Straight Connector 40">
                  <a:extLst>
                    <a:ext uri="{FF2B5EF4-FFF2-40B4-BE49-F238E27FC236}">
                      <a16:creationId xmlns:a16="http://schemas.microsoft.com/office/drawing/2014/main" id="{FB7BCC31-364E-40A1-BD61-F1075766D03E}"/>
                    </a:ext>
                  </a:extLst>
                </p:cNvPr>
                <p:cNvCxnSpPr>
                  <a:cxnSpLocks/>
                </p:cNvCxnSpPr>
                <p:nvPr/>
              </p:nvCxnSpPr>
              <p:spPr bwMode="auto">
                <a:xfrm rot="16200000" flipV="1">
                  <a:off x="7481809" y="6056267"/>
                  <a:ext cx="257241" cy="118167"/>
                </a:xfrm>
                <a:prstGeom prst="line">
                  <a:avLst/>
                </a:prstGeom>
                <a:noFill/>
                <a:ln w="25400" cap="flat" cmpd="sng" algn="ctr">
                  <a:solidFill>
                    <a:srgbClr val="00B0F0"/>
                  </a:solidFill>
                  <a:prstDash val="sysDot"/>
                  <a:round/>
                  <a:headEnd type="none" w="med" len="med"/>
                  <a:tailEnd type="none" w="med" len="med"/>
                </a:ln>
                <a:effectLst/>
              </p:spPr>
            </p:cxnSp>
            <p:cxnSp>
              <p:nvCxnSpPr>
                <p:cNvPr id="42" name="Straight Connector 41">
                  <a:extLst>
                    <a:ext uri="{FF2B5EF4-FFF2-40B4-BE49-F238E27FC236}">
                      <a16:creationId xmlns:a16="http://schemas.microsoft.com/office/drawing/2014/main" id="{D5E6D785-82AA-462E-8A9C-03B4706EA974}"/>
                    </a:ext>
                  </a:extLst>
                </p:cNvPr>
                <p:cNvCxnSpPr>
                  <a:cxnSpLocks/>
                </p:cNvCxnSpPr>
                <p:nvPr/>
              </p:nvCxnSpPr>
              <p:spPr bwMode="auto">
                <a:xfrm rot="16200000">
                  <a:off x="7860618" y="6115748"/>
                  <a:ext cx="114977" cy="58547"/>
                </a:xfrm>
                <a:prstGeom prst="line">
                  <a:avLst/>
                </a:prstGeom>
                <a:noFill/>
                <a:ln w="25400" cap="flat" cmpd="sng" algn="ctr">
                  <a:solidFill>
                    <a:srgbClr val="00B0F0"/>
                  </a:solidFill>
                  <a:prstDash val="sysDot"/>
                  <a:round/>
                  <a:headEnd type="none" w="med" len="med"/>
                  <a:tailEnd type="none" w="med" len="med"/>
                </a:ln>
                <a:effectLst/>
              </p:spPr>
            </p:cxnSp>
            <p:cxnSp>
              <p:nvCxnSpPr>
                <p:cNvPr id="43" name="Straight Connector 42">
                  <a:extLst>
                    <a:ext uri="{FF2B5EF4-FFF2-40B4-BE49-F238E27FC236}">
                      <a16:creationId xmlns:a16="http://schemas.microsoft.com/office/drawing/2014/main" id="{14BC2E42-0B85-402A-8AF4-4D20D64342E4}"/>
                    </a:ext>
                  </a:extLst>
                </p:cNvPr>
                <p:cNvCxnSpPr>
                  <a:cxnSpLocks/>
                </p:cNvCxnSpPr>
                <p:nvPr/>
              </p:nvCxnSpPr>
              <p:spPr bwMode="auto">
                <a:xfrm rot="16200000">
                  <a:off x="7568345" y="6056410"/>
                  <a:ext cx="292819" cy="82303"/>
                </a:xfrm>
                <a:prstGeom prst="line">
                  <a:avLst/>
                </a:prstGeom>
                <a:noFill/>
                <a:ln w="25400" cap="flat" cmpd="sng" algn="ctr">
                  <a:solidFill>
                    <a:srgbClr val="00B0F0"/>
                  </a:solidFill>
                  <a:prstDash val="sysDot"/>
                  <a:round/>
                  <a:headEnd type="none" w="med" len="med"/>
                  <a:tailEnd type="none" w="med" len="med"/>
                </a:ln>
                <a:effectLst/>
              </p:spPr>
            </p:cxnSp>
            <p:cxnSp>
              <p:nvCxnSpPr>
                <p:cNvPr id="44" name="Straight Connector 43">
                  <a:extLst>
                    <a:ext uri="{FF2B5EF4-FFF2-40B4-BE49-F238E27FC236}">
                      <a16:creationId xmlns:a16="http://schemas.microsoft.com/office/drawing/2014/main" id="{A74FE15E-EF1C-4ECE-AA1C-3C959863924A}"/>
                    </a:ext>
                  </a:extLst>
                </p:cNvPr>
                <p:cNvCxnSpPr>
                  <a:cxnSpLocks/>
                </p:cNvCxnSpPr>
                <p:nvPr/>
              </p:nvCxnSpPr>
              <p:spPr bwMode="auto">
                <a:xfrm rot="16200000">
                  <a:off x="7455106" y="6014945"/>
                  <a:ext cx="114977" cy="58547"/>
                </a:xfrm>
                <a:prstGeom prst="line">
                  <a:avLst/>
                </a:prstGeom>
                <a:noFill/>
                <a:ln w="25400" cap="flat" cmpd="sng" algn="ctr">
                  <a:solidFill>
                    <a:srgbClr val="00B0F0"/>
                  </a:solidFill>
                  <a:prstDash val="sysDot"/>
                  <a:round/>
                  <a:headEnd type="none" w="med" len="med"/>
                  <a:tailEnd type="none" w="med" len="med"/>
                </a:ln>
                <a:effectLst/>
              </p:spPr>
            </p:cxn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9E0C59B-4BFC-489C-932A-AFE66D416D2A}"/>
                      </a:ext>
                    </a:extLst>
                  </p:cNvPr>
                  <p:cNvSpPr txBox="1"/>
                  <p:nvPr/>
                </p:nvSpPr>
                <p:spPr>
                  <a:xfrm>
                    <a:off x="8276981" y="5616214"/>
                    <a:ext cx="688607" cy="3173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2400" b="0" i="1" u="none" strike="noStrike" kern="0" cap="none" spc="0" normalizeH="0" baseline="0" noProof="0" smtClean="0">
                                  <a:ln>
                                    <a:noFill/>
                                  </a:ln>
                                  <a:solidFill>
                                    <a:srgbClr val="7030A0"/>
                                  </a:solidFill>
                                  <a:effectLst/>
                                  <a:uLnTx/>
                                  <a:uFillTx/>
                                  <a:latin typeface="Cambria Math" panose="02040503050406030204" pitchFamily="18" charset="0"/>
                                  <a:ea typeface="+mn-ea"/>
                                  <a:cs typeface="+mn-cs"/>
                                </a:rPr>
                                <m:t>𝐶</m:t>
                              </m:r>
                            </m:e>
                            <m:sub>
                              <m:r>
                                <a:rPr kumimoji="0" lang="en-US" sz="2400" b="0" i="1" u="none" strike="noStrike" kern="0" cap="none" spc="0" normalizeH="0" baseline="0" noProof="0" smtClean="0">
                                  <a:ln>
                                    <a:noFill/>
                                  </a:ln>
                                  <a:solidFill>
                                    <a:srgbClr val="7030A0"/>
                                  </a:solidFill>
                                  <a:effectLst/>
                                  <a:uLnTx/>
                                  <a:uFillTx/>
                                  <a:latin typeface="Cambria Math" panose="02040503050406030204" pitchFamily="18" charset="0"/>
                                  <a:ea typeface="+mn-ea"/>
                                  <a:cs typeface="+mn-cs"/>
                                </a:rPr>
                                <m:t>𝑚𝑒𝑐h</m:t>
                              </m:r>
                            </m:sub>
                          </m:sSub>
                        </m:oMath>
                      </m:oMathPara>
                    </a14:m>
                    <a:endParaRPr kumimoji="0" lang="en-US" sz="2400" b="0" i="0" u="none" strike="noStrike" kern="0" cap="none" spc="0" normalizeH="0" baseline="0" noProof="0">
                      <a:ln>
                        <a:noFill/>
                      </a:ln>
                      <a:solidFill>
                        <a:srgbClr val="7030A0"/>
                      </a:solidFill>
                      <a:effectLst/>
                      <a:uLnTx/>
                      <a:uFillTx/>
                      <a:latin typeface="Calibri" panose="020F0502020204030204"/>
                      <a:ea typeface="+mn-ea"/>
                      <a:cs typeface="+mn-cs"/>
                    </a:endParaRPr>
                  </a:p>
                </p:txBody>
              </p:sp>
            </mc:Choice>
            <mc:Fallback xmlns="">
              <p:sp>
                <p:nvSpPr>
                  <p:cNvPr id="12" name="TextBox 11">
                    <a:extLst>
                      <a:ext uri="{FF2B5EF4-FFF2-40B4-BE49-F238E27FC236}">
                        <a16:creationId xmlns:a16="http://schemas.microsoft.com/office/drawing/2014/main" id="{C9E0C59B-4BFC-489C-932A-AFE66D416D2A}"/>
                      </a:ext>
                    </a:extLst>
                  </p:cNvPr>
                  <p:cNvSpPr txBox="1">
                    <a:spLocks noRot="1" noChangeAspect="1" noMove="1" noResize="1" noEditPoints="1" noAdjustHandles="1" noChangeArrowheads="1" noChangeShapeType="1" noTextEdit="1"/>
                  </p:cNvSpPr>
                  <p:nvPr/>
                </p:nvSpPr>
                <p:spPr>
                  <a:xfrm>
                    <a:off x="8276981" y="5616214"/>
                    <a:ext cx="688607" cy="31734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29879DE-98D5-43A1-8394-03F059E83D37}"/>
                      </a:ext>
                    </a:extLst>
                  </p:cNvPr>
                  <p:cNvSpPr txBox="1"/>
                  <p:nvPr/>
                </p:nvSpPr>
                <p:spPr>
                  <a:xfrm>
                    <a:off x="7540283" y="5600251"/>
                    <a:ext cx="725510" cy="3173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400" b="0" i="1" u="none" strike="noStrike" kern="0" cap="none" spc="0" normalizeH="0" baseline="0" noProof="0" smtClean="0">
                                  <a:ln>
                                    <a:noFill/>
                                  </a:ln>
                                  <a:solidFill>
                                    <a:srgbClr val="00B0F0"/>
                                  </a:solidFill>
                                  <a:effectLst/>
                                  <a:uLnTx/>
                                  <a:uFillTx/>
                                  <a:latin typeface="Cambria Math" panose="02040503050406030204" pitchFamily="18" charset="0"/>
                                  <a:ea typeface="+mn-ea"/>
                                  <a:cs typeface="+mn-cs"/>
                                </a:rPr>
                                <m:t>𝐶</m:t>
                              </m:r>
                            </m:e>
                            <m:sub>
                              <m:r>
                                <a:rPr kumimoji="0" lang="en-US" sz="2400" b="0" i="1" u="none" strike="noStrike" kern="0" cap="none" spc="0" normalizeH="0" baseline="0" noProof="0" smtClean="0">
                                  <a:ln>
                                    <a:noFill/>
                                  </a:ln>
                                  <a:solidFill>
                                    <a:srgbClr val="00B0F0"/>
                                  </a:solidFill>
                                  <a:effectLst/>
                                  <a:uLnTx/>
                                  <a:uFillTx/>
                                  <a:latin typeface="Cambria Math" panose="02040503050406030204" pitchFamily="18" charset="0"/>
                                  <a:ea typeface="+mn-ea"/>
                                  <a:cs typeface="+mn-cs"/>
                                </a:rPr>
                                <m:t>𝑎𝑐𝑡𝑖𝑣𝑒</m:t>
                              </m:r>
                            </m:sub>
                          </m:sSub>
                        </m:oMath>
                      </m:oMathPara>
                    </a14:m>
                    <a:endParaRPr kumimoji="0" lang="en-US" sz="2400" b="0" i="0" u="none" strike="noStrike" kern="0" cap="none" spc="0" normalizeH="0" baseline="0" noProof="0">
                      <a:ln>
                        <a:noFill/>
                      </a:ln>
                      <a:solidFill>
                        <a:srgbClr val="00B0F0"/>
                      </a:solidFill>
                      <a:effectLst/>
                      <a:uLnTx/>
                      <a:uFillTx/>
                      <a:latin typeface="Calibri" panose="020F0502020204030204"/>
                      <a:ea typeface="+mn-ea"/>
                      <a:cs typeface="+mn-cs"/>
                    </a:endParaRPr>
                  </a:p>
                </p:txBody>
              </p:sp>
            </mc:Choice>
            <mc:Fallback xmlns="">
              <p:sp>
                <p:nvSpPr>
                  <p:cNvPr id="13" name="TextBox 12">
                    <a:extLst>
                      <a:ext uri="{FF2B5EF4-FFF2-40B4-BE49-F238E27FC236}">
                        <a16:creationId xmlns:a16="http://schemas.microsoft.com/office/drawing/2014/main" id="{129879DE-98D5-43A1-8394-03F059E83D37}"/>
                      </a:ext>
                    </a:extLst>
                  </p:cNvPr>
                  <p:cNvSpPr txBox="1">
                    <a:spLocks noRot="1" noChangeAspect="1" noMove="1" noResize="1" noEditPoints="1" noAdjustHandles="1" noChangeArrowheads="1" noChangeShapeType="1" noTextEdit="1"/>
                  </p:cNvSpPr>
                  <p:nvPr/>
                </p:nvSpPr>
                <p:spPr>
                  <a:xfrm>
                    <a:off x="7540283" y="5600251"/>
                    <a:ext cx="725510" cy="317346"/>
                  </a:xfrm>
                  <a:prstGeom prst="rect">
                    <a:avLst/>
                  </a:prstGeom>
                  <a:blipFill>
                    <a:blip r:embed="rId5"/>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691E3A57-7AD2-4564-A4E6-060AF017DB1B}"/>
                  </a:ext>
                </a:extLst>
              </p:cNvPr>
              <p:cNvCxnSpPr>
                <a:cxnSpLocks/>
              </p:cNvCxnSpPr>
              <p:nvPr/>
            </p:nvCxnSpPr>
            <p:spPr bwMode="auto">
              <a:xfrm flipH="1" flipV="1">
                <a:off x="7977501" y="5117178"/>
                <a:ext cx="226636" cy="359098"/>
              </a:xfrm>
              <a:prstGeom prst="straightConnector1">
                <a:avLst/>
              </a:prstGeom>
              <a:noFill/>
              <a:ln w="38100" cap="flat" cmpd="sng" algn="ctr">
                <a:solidFill>
                  <a:srgbClr val="00B0F0"/>
                </a:solidFill>
                <a:prstDash val="sysDash"/>
                <a:round/>
                <a:headEnd type="none" w="med" len="med"/>
                <a:tailEnd type="triangle"/>
              </a:ln>
              <a:effectLst/>
            </p:spPr>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253CABC-42CB-4802-A894-66EBF9E33491}"/>
                      </a:ext>
                    </a:extLst>
                  </p:cNvPr>
                  <p:cNvSpPr txBox="1"/>
                  <p:nvPr/>
                </p:nvSpPr>
                <p:spPr>
                  <a:xfrm>
                    <a:off x="7562605" y="4913815"/>
                    <a:ext cx="2760926" cy="31734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400" b="0" i="1" u="none" strike="noStrike" kern="0" cap="none" spc="0" normalizeH="0" baseline="0" noProof="0" smtClean="0">
                                  <a:ln>
                                    <a:noFill/>
                                  </a:ln>
                                  <a:solidFill>
                                    <a:srgbClr val="00B0F0"/>
                                  </a:solidFill>
                                  <a:effectLst/>
                                  <a:uLnTx/>
                                  <a:uFillTx/>
                                  <a:latin typeface="Cambria Math" panose="02040503050406030204" pitchFamily="18" charset="0"/>
                                  <a:ea typeface="+mn-ea"/>
                                  <a:cs typeface="+mn-cs"/>
                                </a:rPr>
                                <m:t>𝑝</m:t>
                              </m:r>
                            </m:e>
                            <m:sub>
                              <m:r>
                                <a:rPr kumimoji="0" lang="en-US" sz="2400" b="0" i="1" u="none" strike="noStrike" kern="0" cap="none" spc="0" normalizeH="0" baseline="0" noProof="0" smtClean="0">
                                  <a:ln>
                                    <a:noFill/>
                                  </a:ln>
                                  <a:solidFill>
                                    <a:srgbClr val="00B0F0"/>
                                  </a:solidFill>
                                  <a:effectLst/>
                                  <a:uLnTx/>
                                  <a:uFillTx/>
                                  <a:latin typeface="Cambria Math" panose="02040503050406030204" pitchFamily="18" charset="0"/>
                                  <a:ea typeface="+mn-ea"/>
                                  <a:cs typeface="+mn-cs"/>
                                </a:rPr>
                                <m:t>𝛿</m:t>
                              </m:r>
                            </m:sub>
                          </m:sSub>
                          <m:r>
                            <a:rPr kumimoji="0" lang="en-US" sz="2400" b="0" i="1"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m:t>
                          </m:r>
                          <m:r>
                            <m:rPr>
                              <m:sty m:val="p"/>
                            </m:rPr>
                            <a:rPr kumimoji="0" lang="en-US" sz="2400" b="0" i="0"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position</m:t>
                          </m:r>
                          <m:r>
                            <a:rPr kumimoji="0" lang="en-US" sz="2400" b="0" i="0"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2400" b="0" i="0"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control</m:t>
                          </m:r>
                          <m:r>
                            <a:rPr kumimoji="0" lang="en-US" sz="2400" b="0" i="0"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2400" b="0" i="0" u="none" strike="noStrike" kern="0" cap="none" spc="0" normalizeH="0" baseline="0" noProof="0" smtClean="0">
                              <a:ln>
                                <a:noFill/>
                              </a:ln>
                              <a:solidFill>
                                <a:prstClr val="black"/>
                              </a:solidFill>
                              <a:effectLst/>
                              <a:uLnTx/>
                              <a:uFillTx/>
                              <a:latin typeface="Cambria Math" panose="02040503050406030204" pitchFamily="18" charset="0"/>
                              <a:ea typeface="+mn-ea"/>
                              <a:cs typeface="+mn-cs"/>
                            </a:rPr>
                            <m:t>delta</m:t>
                          </m:r>
                        </m:oMath>
                      </m:oMathPara>
                    </a14:m>
                    <a:endParaRPr kumimoji="0" lang="en-US" sz="2400" b="0" i="0" u="none" strike="noStrike" kern="0" cap="none" spc="0" normalizeH="0" baseline="0" noProof="0" dirty="0">
                      <a:ln>
                        <a:noFill/>
                      </a:ln>
                      <a:solidFill>
                        <a:srgbClr val="00B0F0"/>
                      </a:solidFill>
                      <a:effectLst/>
                      <a:uLnTx/>
                      <a:uFillTx/>
                      <a:latin typeface="Calibri" panose="020F0502020204030204"/>
                      <a:ea typeface="+mn-ea"/>
                      <a:cs typeface="+mn-cs"/>
                    </a:endParaRPr>
                  </a:p>
                </p:txBody>
              </p:sp>
            </mc:Choice>
            <mc:Fallback xmlns="">
              <p:sp>
                <p:nvSpPr>
                  <p:cNvPr id="15" name="TextBox 14">
                    <a:extLst>
                      <a:ext uri="{FF2B5EF4-FFF2-40B4-BE49-F238E27FC236}">
                        <a16:creationId xmlns:a16="http://schemas.microsoft.com/office/drawing/2014/main" id="{4253CABC-42CB-4802-A894-66EBF9E33491}"/>
                      </a:ext>
                    </a:extLst>
                  </p:cNvPr>
                  <p:cNvSpPr txBox="1">
                    <a:spLocks noRot="1" noChangeAspect="1" noMove="1" noResize="1" noEditPoints="1" noAdjustHandles="1" noChangeArrowheads="1" noChangeShapeType="1" noTextEdit="1"/>
                  </p:cNvSpPr>
                  <p:nvPr/>
                </p:nvSpPr>
                <p:spPr>
                  <a:xfrm>
                    <a:off x="7562605" y="4913815"/>
                    <a:ext cx="2760926" cy="317346"/>
                  </a:xfrm>
                  <a:prstGeom prst="rect">
                    <a:avLst/>
                  </a:prstGeom>
                  <a:blipFill>
                    <a:blip r:embed="rId6"/>
                    <a:stretch>
                      <a:fillRect/>
                    </a:stretch>
                  </a:blipFill>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B85FBD8F-D705-4155-8863-477AD47C17B6}"/>
                  </a:ext>
                </a:extLst>
              </p:cNvPr>
              <p:cNvGrpSpPr/>
              <p:nvPr/>
            </p:nvGrpSpPr>
            <p:grpSpPr>
              <a:xfrm>
                <a:off x="7452331" y="5965161"/>
                <a:ext cx="1507872" cy="382774"/>
                <a:chOff x="7534445" y="6059617"/>
                <a:chExt cx="1135577" cy="314255"/>
              </a:xfrm>
            </p:grpSpPr>
            <p:grpSp>
              <p:nvGrpSpPr>
                <p:cNvPr id="26" name="Group 25">
                  <a:extLst>
                    <a:ext uri="{FF2B5EF4-FFF2-40B4-BE49-F238E27FC236}">
                      <a16:creationId xmlns:a16="http://schemas.microsoft.com/office/drawing/2014/main" id="{C76446A2-8B6B-4B8A-B332-113DFB2BCD3D}"/>
                    </a:ext>
                  </a:extLst>
                </p:cNvPr>
                <p:cNvGrpSpPr/>
                <p:nvPr/>
              </p:nvGrpSpPr>
              <p:grpSpPr>
                <a:xfrm>
                  <a:off x="8134942" y="6059617"/>
                  <a:ext cx="535080" cy="292819"/>
                  <a:chOff x="8431106" y="5472739"/>
                  <a:chExt cx="535080" cy="292819"/>
                </a:xfrm>
              </p:grpSpPr>
              <p:cxnSp>
                <p:nvCxnSpPr>
                  <p:cNvPr id="33" name="Straight Connector 32">
                    <a:extLst>
                      <a:ext uri="{FF2B5EF4-FFF2-40B4-BE49-F238E27FC236}">
                        <a16:creationId xmlns:a16="http://schemas.microsoft.com/office/drawing/2014/main" id="{2B9FDB30-69B6-4227-816C-580B65711142}"/>
                      </a:ext>
                    </a:extLst>
                  </p:cNvPr>
                  <p:cNvCxnSpPr>
                    <a:cxnSpLocks/>
                  </p:cNvCxnSpPr>
                  <p:nvPr/>
                </p:nvCxnSpPr>
                <p:spPr bwMode="auto">
                  <a:xfrm rot="16200000" flipV="1">
                    <a:off x="8894420" y="5543974"/>
                    <a:ext cx="0" cy="143532"/>
                  </a:xfrm>
                  <a:prstGeom prst="line">
                    <a:avLst/>
                  </a:prstGeom>
                  <a:noFill/>
                  <a:ln w="25400" cap="flat" cmpd="sng" algn="ctr">
                    <a:solidFill>
                      <a:srgbClr val="C00000"/>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6A603934-7067-4F7E-881E-BCFB04AF5C0A}"/>
                      </a:ext>
                    </a:extLst>
                  </p:cNvPr>
                  <p:cNvCxnSpPr>
                    <a:cxnSpLocks/>
                  </p:cNvCxnSpPr>
                  <p:nvPr/>
                </p:nvCxnSpPr>
                <p:spPr bwMode="auto">
                  <a:xfrm rot="16200000" flipV="1">
                    <a:off x="8575436" y="5540419"/>
                    <a:ext cx="241529" cy="125826"/>
                  </a:xfrm>
                  <a:prstGeom prst="line">
                    <a:avLst/>
                  </a:prstGeom>
                  <a:noFill/>
                  <a:ln w="25400" cap="flat" cmpd="sng" algn="ctr">
                    <a:solidFill>
                      <a:srgbClr val="C00000"/>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37D684BD-C0D9-430C-A7DC-44DB40418384}"/>
                      </a:ext>
                    </a:extLst>
                  </p:cNvPr>
                  <p:cNvCxnSpPr>
                    <a:cxnSpLocks/>
                  </p:cNvCxnSpPr>
                  <p:nvPr/>
                </p:nvCxnSpPr>
                <p:spPr bwMode="auto">
                  <a:xfrm rot="16200000" flipV="1">
                    <a:off x="8361569" y="5577854"/>
                    <a:ext cx="257241" cy="118167"/>
                  </a:xfrm>
                  <a:prstGeom prst="line">
                    <a:avLst/>
                  </a:prstGeom>
                  <a:noFill/>
                  <a:ln w="25400" cap="flat" cmpd="sng" algn="ctr">
                    <a:solidFill>
                      <a:srgbClr val="C00000"/>
                    </a:soli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413A89E8-73A1-4E0B-AC2C-172CABF6E35C}"/>
                      </a:ext>
                    </a:extLst>
                  </p:cNvPr>
                  <p:cNvCxnSpPr>
                    <a:cxnSpLocks/>
                  </p:cNvCxnSpPr>
                  <p:nvPr/>
                </p:nvCxnSpPr>
                <p:spPr bwMode="auto">
                  <a:xfrm rot="16200000">
                    <a:off x="8740378" y="5637335"/>
                    <a:ext cx="114977" cy="58547"/>
                  </a:xfrm>
                  <a:prstGeom prst="line">
                    <a:avLst/>
                  </a:prstGeom>
                  <a:noFill/>
                  <a:ln w="25400" cap="flat" cmpd="sng" algn="ctr">
                    <a:solidFill>
                      <a:srgbClr val="C00000"/>
                    </a:solidFill>
                    <a:prstDash val="solid"/>
                    <a:round/>
                    <a:headEnd type="none" w="med" len="med"/>
                    <a:tailEnd type="none" w="med" len="med"/>
                  </a:ln>
                  <a:effectLst/>
                </p:spPr>
              </p:cxnSp>
              <p:cxnSp>
                <p:nvCxnSpPr>
                  <p:cNvPr id="37" name="Straight Connector 36">
                    <a:extLst>
                      <a:ext uri="{FF2B5EF4-FFF2-40B4-BE49-F238E27FC236}">
                        <a16:creationId xmlns:a16="http://schemas.microsoft.com/office/drawing/2014/main" id="{76A43845-2E3C-4AAA-BD5A-1573374BC3E7}"/>
                      </a:ext>
                    </a:extLst>
                  </p:cNvPr>
                  <p:cNvCxnSpPr>
                    <a:cxnSpLocks/>
                  </p:cNvCxnSpPr>
                  <p:nvPr/>
                </p:nvCxnSpPr>
                <p:spPr bwMode="auto">
                  <a:xfrm rot="16200000">
                    <a:off x="8448105" y="5577997"/>
                    <a:ext cx="292819" cy="82303"/>
                  </a:xfrm>
                  <a:prstGeom prst="line">
                    <a:avLst/>
                  </a:prstGeom>
                  <a:noFill/>
                  <a:ln w="25400" cap="flat" cmpd="sng" algn="ctr">
                    <a:solidFill>
                      <a:srgbClr val="C00000"/>
                    </a:solidFill>
                    <a:prstDash val="solid"/>
                    <a:round/>
                    <a:headEnd type="none" w="med" len="med"/>
                    <a:tailEnd type="none" w="med" len="med"/>
                  </a:ln>
                  <a:effectLst/>
                </p:spPr>
              </p:cxnSp>
            </p:grpSp>
            <p:cxnSp>
              <p:nvCxnSpPr>
                <p:cNvPr id="27" name="Straight Connector 26">
                  <a:extLst>
                    <a:ext uri="{FF2B5EF4-FFF2-40B4-BE49-F238E27FC236}">
                      <a16:creationId xmlns:a16="http://schemas.microsoft.com/office/drawing/2014/main" id="{5AF5951A-8172-457E-A4B2-3D4F9A15ED5A}"/>
                    </a:ext>
                  </a:extLst>
                </p:cNvPr>
                <p:cNvCxnSpPr>
                  <a:cxnSpLocks/>
                </p:cNvCxnSpPr>
                <p:nvPr/>
              </p:nvCxnSpPr>
              <p:spPr bwMode="auto">
                <a:xfrm rot="16200000" flipV="1">
                  <a:off x="7874400" y="6168254"/>
                  <a:ext cx="257241" cy="118167"/>
                </a:xfrm>
                <a:prstGeom prst="line">
                  <a:avLst/>
                </a:prstGeom>
                <a:noFill/>
                <a:ln w="25400" cap="flat" cmpd="sng" algn="ctr">
                  <a:solidFill>
                    <a:srgbClr val="C00000"/>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58678C00-9BCF-4056-B129-FEC61E05A117}"/>
                    </a:ext>
                  </a:extLst>
                </p:cNvPr>
                <p:cNvCxnSpPr>
                  <a:cxnSpLocks/>
                </p:cNvCxnSpPr>
                <p:nvPr/>
              </p:nvCxnSpPr>
              <p:spPr bwMode="auto">
                <a:xfrm flipV="1">
                  <a:off x="8058331" y="6106277"/>
                  <a:ext cx="72521" cy="258245"/>
                </a:xfrm>
                <a:prstGeom prst="line">
                  <a:avLst/>
                </a:prstGeom>
                <a:noFill/>
                <a:ln w="25400" cap="flat" cmpd="sng" algn="ctr">
                  <a:solidFill>
                    <a:srgbClr val="C00000"/>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DEB900EA-CA5C-41A5-A38F-32BF594293FF}"/>
                    </a:ext>
                  </a:extLst>
                </p:cNvPr>
                <p:cNvCxnSpPr>
                  <a:cxnSpLocks/>
                </p:cNvCxnSpPr>
                <p:nvPr/>
              </p:nvCxnSpPr>
              <p:spPr bwMode="auto">
                <a:xfrm rot="16200000" flipV="1">
                  <a:off x="7664822" y="6186168"/>
                  <a:ext cx="257241" cy="118167"/>
                </a:xfrm>
                <a:prstGeom prst="line">
                  <a:avLst/>
                </a:prstGeom>
                <a:noFill/>
                <a:ln w="25400" cap="flat" cmpd="sng" algn="ctr">
                  <a:solidFill>
                    <a:srgbClr val="C00000"/>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4B085409-44E8-4701-B509-C464F54B9BB7}"/>
                    </a:ext>
                  </a:extLst>
                </p:cNvPr>
                <p:cNvCxnSpPr>
                  <a:cxnSpLocks/>
                </p:cNvCxnSpPr>
                <p:nvPr/>
              </p:nvCxnSpPr>
              <p:spPr bwMode="auto">
                <a:xfrm rot="16200000">
                  <a:off x="7751358" y="6186311"/>
                  <a:ext cx="292819" cy="82303"/>
                </a:xfrm>
                <a:prstGeom prst="line">
                  <a:avLst/>
                </a:prstGeom>
                <a:noFill/>
                <a:ln w="25400" cap="flat" cmpd="sng" algn="ctr">
                  <a:solidFill>
                    <a:srgbClr val="C00000"/>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52D582CC-696D-4D28-958A-6F8C8B02401C}"/>
                    </a:ext>
                  </a:extLst>
                </p:cNvPr>
                <p:cNvCxnSpPr>
                  <a:cxnSpLocks/>
                </p:cNvCxnSpPr>
                <p:nvPr/>
              </p:nvCxnSpPr>
              <p:spPr bwMode="auto">
                <a:xfrm rot="16200000" flipV="1">
                  <a:off x="7606211" y="6161163"/>
                  <a:ext cx="0" cy="143532"/>
                </a:xfrm>
                <a:prstGeom prst="line">
                  <a:avLst/>
                </a:prstGeom>
                <a:noFill/>
                <a:ln w="25400" cap="flat" cmpd="sng" algn="ctr">
                  <a:solidFill>
                    <a:srgbClr val="C00000"/>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B3F56379-18A8-4F40-AC43-D7563AE04522}"/>
                    </a:ext>
                  </a:extLst>
                </p:cNvPr>
                <p:cNvCxnSpPr>
                  <a:cxnSpLocks/>
                </p:cNvCxnSpPr>
                <p:nvPr/>
              </p:nvCxnSpPr>
              <p:spPr bwMode="auto">
                <a:xfrm rot="16200000">
                  <a:off x="7642713" y="6160936"/>
                  <a:ext cx="114977" cy="58547"/>
                </a:xfrm>
                <a:prstGeom prst="line">
                  <a:avLst/>
                </a:prstGeom>
                <a:noFill/>
                <a:ln w="25400" cap="flat" cmpd="sng" algn="ctr">
                  <a:solidFill>
                    <a:srgbClr val="C00000"/>
                  </a:solidFill>
                  <a:prstDash val="solid"/>
                  <a:round/>
                  <a:headEnd type="none" w="med" len="med"/>
                  <a:tailEnd type="none" w="med" len="med"/>
                </a:ln>
                <a:effectLst/>
              </p:spPr>
            </p:cxnSp>
          </p:grpSp>
          <p:grpSp>
            <p:nvGrpSpPr>
              <p:cNvPr id="17" name="Group 16">
                <a:extLst>
                  <a:ext uri="{FF2B5EF4-FFF2-40B4-BE49-F238E27FC236}">
                    <a16:creationId xmlns:a16="http://schemas.microsoft.com/office/drawing/2014/main" id="{7F74C47C-3B3A-405D-BA2D-D1B5CD80C3DF}"/>
                  </a:ext>
                </a:extLst>
              </p:cNvPr>
              <p:cNvGrpSpPr/>
              <p:nvPr/>
            </p:nvGrpSpPr>
            <p:grpSpPr>
              <a:xfrm>
                <a:off x="7276387" y="5082408"/>
                <a:ext cx="181212" cy="1354716"/>
                <a:chOff x="7276387" y="5082408"/>
                <a:chExt cx="181212" cy="1354716"/>
              </a:xfrm>
            </p:grpSpPr>
            <p:cxnSp>
              <p:nvCxnSpPr>
                <p:cNvPr id="18" name="Straight Connector 17">
                  <a:extLst>
                    <a:ext uri="{FF2B5EF4-FFF2-40B4-BE49-F238E27FC236}">
                      <a16:creationId xmlns:a16="http://schemas.microsoft.com/office/drawing/2014/main" id="{F74B887B-9595-4FA5-85BC-FA7FB59629B7}"/>
                    </a:ext>
                  </a:extLst>
                </p:cNvPr>
                <p:cNvCxnSpPr>
                  <a:cxnSpLocks/>
                </p:cNvCxnSpPr>
                <p:nvPr/>
              </p:nvCxnSpPr>
              <p:spPr bwMode="auto">
                <a:xfrm flipH="1" flipV="1">
                  <a:off x="7437671" y="5082408"/>
                  <a:ext cx="12598" cy="720970"/>
                </a:xfrm>
                <a:prstGeom prst="line">
                  <a:avLst/>
                </a:prstGeom>
                <a:noFill/>
                <a:ln w="25400" cap="flat" cmpd="sng" algn="ctr">
                  <a:solidFill>
                    <a:sysClr val="windowText" lastClr="000000"/>
                  </a:solidFill>
                  <a:prstDash val="solid"/>
                  <a:round/>
                  <a:headEnd type="none" w="med" len="med"/>
                  <a:tailEnd type="none" w="med" len="med"/>
                </a:ln>
                <a:effectLst/>
              </p:spPr>
            </p:cxnSp>
            <p:cxnSp>
              <p:nvCxnSpPr>
                <p:cNvPr id="19" name="Straight Connector 18">
                  <a:extLst>
                    <a:ext uri="{FF2B5EF4-FFF2-40B4-BE49-F238E27FC236}">
                      <a16:creationId xmlns:a16="http://schemas.microsoft.com/office/drawing/2014/main" id="{C9FFB9C9-0687-4B14-983C-79599D31535C}"/>
                    </a:ext>
                  </a:extLst>
                </p:cNvPr>
                <p:cNvCxnSpPr>
                  <a:cxnSpLocks/>
                </p:cNvCxnSpPr>
                <p:nvPr/>
              </p:nvCxnSpPr>
              <p:spPr bwMode="auto">
                <a:xfrm rot="16200000" flipV="1">
                  <a:off x="7282923" y="5559064"/>
                  <a:ext cx="150555" cy="163625"/>
                </a:xfrm>
                <a:prstGeom prst="line">
                  <a:avLst/>
                </a:prstGeom>
                <a:noFill/>
                <a:ln w="25400" cap="flat" cmpd="sng" algn="ctr">
                  <a:solidFill>
                    <a:sysClr val="windowText" lastClr="000000"/>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F5AE29ED-CFDC-4ED3-AE40-77A075C1F4EB}"/>
                    </a:ext>
                  </a:extLst>
                </p:cNvPr>
                <p:cNvCxnSpPr>
                  <a:cxnSpLocks/>
                </p:cNvCxnSpPr>
                <p:nvPr/>
              </p:nvCxnSpPr>
              <p:spPr bwMode="auto">
                <a:xfrm rot="16200000" flipV="1">
                  <a:off x="7282923" y="5341523"/>
                  <a:ext cx="150555" cy="163625"/>
                </a:xfrm>
                <a:prstGeom prst="line">
                  <a:avLst/>
                </a:prstGeom>
                <a:noFill/>
                <a:ln w="25400" cap="flat" cmpd="sng" algn="ctr">
                  <a:solidFill>
                    <a:sysClr val="windowText" lastClr="000000"/>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13CC01A3-6A80-4361-AA8C-131F20172224}"/>
                    </a:ext>
                  </a:extLst>
                </p:cNvPr>
                <p:cNvCxnSpPr>
                  <a:cxnSpLocks/>
                </p:cNvCxnSpPr>
                <p:nvPr/>
              </p:nvCxnSpPr>
              <p:spPr bwMode="auto">
                <a:xfrm rot="16200000" flipV="1">
                  <a:off x="7282922" y="5123982"/>
                  <a:ext cx="150555" cy="163625"/>
                </a:xfrm>
                <a:prstGeom prst="line">
                  <a:avLst/>
                </a:prstGeom>
                <a:noFill/>
                <a:ln w="25400" cap="flat" cmpd="sng" algn="ctr">
                  <a:solidFill>
                    <a:sysClr val="windowText" lastClr="000000"/>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E2483590-CC29-4D64-9552-8AE369D10E50}"/>
                    </a:ext>
                  </a:extLst>
                </p:cNvPr>
                <p:cNvCxnSpPr>
                  <a:cxnSpLocks/>
                </p:cNvCxnSpPr>
                <p:nvPr/>
              </p:nvCxnSpPr>
              <p:spPr bwMode="auto">
                <a:xfrm flipH="1" flipV="1">
                  <a:off x="7445001" y="5716154"/>
                  <a:ext cx="12598" cy="720970"/>
                </a:xfrm>
                <a:prstGeom prst="line">
                  <a:avLst/>
                </a:prstGeom>
                <a:noFill/>
                <a:ln w="25400" cap="flat" cmpd="sng" algn="ctr">
                  <a:solidFill>
                    <a:sysClr val="windowText" lastClr="000000"/>
                  </a:solidFill>
                  <a:prstDash val="solid"/>
                  <a:round/>
                  <a:headEnd type="none" w="med" len="med"/>
                  <a:tailEnd type="none" w="med" len="med"/>
                </a:ln>
                <a:effectLst/>
              </p:spPr>
            </p:cxnSp>
            <p:cxnSp>
              <p:nvCxnSpPr>
                <p:cNvPr id="23" name="Straight Connector 22">
                  <a:extLst>
                    <a:ext uri="{FF2B5EF4-FFF2-40B4-BE49-F238E27FC236}">
                      <a16:creationId xmlns:a16="http://schemas.microsoft.com/office/drawing/2014/main" id="{D3C99E96-0E9F-4412-BB04-D7FBCBD60AB9}"/>
                    </a:ext>
                  </a:extLst>
                </p:cNvPr>
                <p:cNvCxnSpPr>
                  <a:cxnSpLocks/>
                </p:cNvCxnSpPr>
                <p:nvPr/>
              </p:nvCxnSpPr>
              <p:spPr bwMode="auto">
                <a:xfrm rot="16200000" flipV="1">
                  <a:off x="7290253" y="6192810"/>
                  <a:ext cx="150555" cy="163625"/>
                </a:xfrm>
                <a:prstGeom prst="line">
                  <a:avLst/>
                </a:prstGeom>
                <a:noFill/>
                <a:ln w="25400" cap="flat" cmpd="sng" algn="ctr">
                  <a:solidFill>
                    <a:sysClr val="windowText" lastClr="000000"/>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AE902A79-B539-4C2C-B9AC-DA15867DA3C7}"/>
                    </a:ext>
                  </a:extLst>
                </p:cNvPr>
                <p:cNvCxnSpPr>
                  <a:cxnSpLocks/>
                </p:cNvCxnSpPr>
                <p:nvPr/>
              </p:nvCxnSpPr>
              <p:spPr bwMode="auto">
                <a:xfrm rot="16200000" flipV="1">
                  <a:off x="7290253" y="5975269"/>
                  <a:ext cx="150555" cy="163625"/>
                </a:xfrm>
                <a:prstGeom prst="line">
                  <a:avLst/>
                </a:prstGeom>
                <a:noFill/>
                <a:ln w="25400" cap="flat" cmpd="sng" algn="ctr">
                  <a:solidFill>
                    <a:sysClr val="windowText" lastClr="000000"/>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34B0ADD0-C999-47E0-99D0-CD82549D14E9}"/>
                    </a:ext>
                  </a:extLst>
                </p:cNvPr>
                <p:cNvCxnSpPr>
                  <a:cxnSpLocks/>
                </p:cNvCxnSpPr>
                <p:nvPr/>
              </p:nvCxnSpPr>
              <p:spPr bwMode="auto">
                <a:xfrm rot="16200000" flipV="1">
                  <a:off x="7290252" y="5757728"/>
                  <a:ext cx="150555" cy="163625"/>
                </a:xfrm>
                <a:prstGeom prst="line">
                  <a:avLst/>
                </a:prstGeom>
                <a:noFill/>
                <a:ln w="25400" cap="flat" cmpd="sng" algn="ctr">
                  <a:solidFill>
                    <a:sysClr val="windowText" lastClr="000000"/>
                  </a:solidFill>
                  <a:prstDash val="solid"/>
                  <a:round/>
                  <a:headEnd type="none" w="med" len="med"/>
                  <a:tailEnd type="none" w="med" len="med"/>
                </a:ln>
                <a:effectLst/>
              </p:spPr>
            </p:cxnSp>
          </p:grpSp>
        </p:grpSp>
        <p:grpSp>
          <p:nvGrpSpPr>
            <p:cNvPr id="52" name="Group 51">
              <a:extLst>
                <a:ext uri="{FF2B5EF4-FFF2-40B4-BE49-F238E27FC236}">
                  <a16:creationId xmlns:a16="http://schemas.microsoft.com/office/drawing/2014/main" id="{2196AEF9-6908-4B02-8399-04CC361D86FC}"/>
                </a:ext>
              </a:extLst>
            </p:cNvPr>
            <p:cNvGrpSpPr/>
            <p:nvPr/>
          </p:nvGrpSpPr>
          <p:grpSpPr>
            <a:xfrm rot="471347">
              <a:off x="7977497" y="2314096"/>
              <a:ext cx="1236017" cy="1993243"/>
              <a:chOff x="9899788" y="2819785"/>
              <a:chExt cx="1236017" cy="1993243"/>
            </a:xfrm>
          </p:grpSpPr>
          <p:grpSp>
            <p:nvGrpSpPr>
              <p:cNvPr id="53" name="Group 52">
                <a:extLst>
                  <a:ext uri="{FF2B5EF4-FFF2-40B4-BE49-F238E27FC236}">
                    <a16:creationId xmlns:a16="http://schemas.microsoft.com/office/drawing/2014/main" id="{6B6BCC90-D3FD-4BA3-A013-A43E18A9F85A}"/>
                  </a:ext>
                </a:extLst>
              </p:cNvPr>
              <p:cNvGrpSpPr/>
              <p:nvPr/>
            </p:nvGrpSpPr>
            <p:grpSpPr>
              <a:xfrm>
                <a:off x="9899788" y="2819785"/>
                <a:ext cx="1236017" cy="551676"/>
                <a:chOff x="10350034" y="3228046"/>
                <a:chExt cx="1236017" cy="551676"/>
              </a:xfrm>
            </p:grpSpPr>
            <p:cxnSp>
              <p:nvCxnSpPr>
                <p:cNvPr id="58" name="Straight Connector 57">
                  <a:extLst>
                    <a:ext uri="{FF2B5EF4-FFF2-40B4-BE49-F238E27FC236}">
                      <a16:creationId xmlns:a16="http://schemas.microsoft.com/office/drawing/2014/main" id="{6F22E1B9-E692-4FF9-AD61-F75287676A52}"/>
                    </a:ext>
                  </a:extLst>
                </p:cNvPr>
                <p:cNvCxnSpPr>
                  <a:cxnSpLocks/>
                </p:cNvCxnSpPr>
                <p:nvPr/>
              </p:nvCxnSpPr>
              <p:spPr bwMode="auto">
                <a:xfrm flipH="1">
                  <a:off x="10356340" y="3228046"/>
                  <a:ext cx="1" cy="359437"/>
                </a:xfrm>
                <a:prstGeom prst="line">
                  <a:avLst/>
                </a:prstGeom>
                <a:noFill/>
                <a:ln w="25400" cap="flat" cmpd="sng" algn="ctr">
                  <a:solidFill>
                    <a:sysClr val="windowText" lastClr="000000"/>
                  </a:solidFill>
                  <a:prstDash val="solid"/>
                  <a:round/>
                  <a:headEnd type="none" w="med" len="med"/>
                  <a:tailEnd type="none" w="med" len="med"/>
                </a:ln>
                <a:effectLst/>
              </p:spPr>
            </p:cxnSp>
            <p:cxnSp>
              <p:nvCxnSpPr>
                <p:cNvPr id="59" name="Straight Connector 58">
                  <a:extLst>
                    <a:ext uri="{FF2B5EF4-FFF2-40B4-BE49-F238E27FC236}">
                      <a16:creationId xmlns:a16="http://schemas.microsoft.com/office/drawing/2014/main" id="{E7D67D14-4826-419C-A3CD-39D6E6800C22}"/>
                    </a:ext>
                  </a:extLst>
                </p:cNvPr>
                <p:cNvCxnSpPr>
                  <a:cxnSpLocks/>
                </p:cNvCxnSpPr>
                <p:nvPr/>
              </p:nvCxnSpPr>
              <p:spPr bwMode="auto">
                <a:xfrm>
                  <a:off x="10350034" y="3581177"/>
                  <a:ext cx="242730" cy="198545"/>
                </a:xfrm>
                <a:prstGeom prst="line">
                  <a:avLst/>
                </a:prstGeom>
                <a:noFill/>
                <a:ln w="25400" cap="flat" cmpd="sng" algn="ctr">
                  <a:solidFill>
                    <a:sysClr val="windowText" lastClr="000000"/>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3CCDACC8-A2B0-4113-8F48-6D89A85034AC}"/>
                    </a:ext>
                  </a:extLst>
                </p:cNvPr>
                <p:cNvCxnSpPr>
                  <a:cxnSpLocks/>
                </p:cNvCxnSpPr>
                <p:nvPr/>
              </p:nvCxnSpPr>
              <p:spPr bwMode="auto">
                <a:xfrm>
                  <a:off x="10586458" y="3779722"/>
                  <a:ext cx="999593" cy="0"/>
                </a:xfrm>
                <a:prstGeom prst="line">
                  <a:avLst/>
                </a:prstGeom>
                <a:noFill/>
                <a:ln w="25400" cap="flat" cmpd="sng" algn="ctr">
                  <a:solidFill>
                    <a:sysClr val="windowText" lastClr="000000"/>
                  </a:solidFill>
                  <a:prstDash val="solid"/>
                  <a:round/>
                  <a:headEnd type="none" w="med" len="med"/>
                  <a:tailEnd type="none" w="med" len="med"/>
                </a:ln>
                <a:effectLst/>
              </p:spPr>
            </p:cxnSp>
          </p:grpSp>
          <p:grpSp>
            <p:nvGrpSpPr>
              <p:cNvPr id="54" name="Group 53">
                <a:extLst>
                  <a:ext uri="{FF2B5EF4-FFF2-40B4-BE49-F238E27FC236}">
                    <a16:creationId xmlns:a16="http://schemas.microsoft.com/office/drawing/2014/main" id="{18CD783D-7E0A-463A-9F86-C3F6AEFAFD31}"/>
                  </a:ext>
                </a:extLst>
              </p:cNvPr>
              <p:cNvGrpSpPr/>
              <p:nvPr/>
            </p:nvGrpSpPr>
            <p:grpSpPr>
              <a:xfrm flipV="1">
                <a:off x="9899788" y="4261352"/>
                <a:ext cx="1236017" cy="551676"/>
                <a:chOff x="10034226" y="3266250"/>
                <a:chExt cx="1236017" cy="551676"/>
              </a:xfrm>
            </p:grpSpPr>
            <p:cxnSp>
              <p:nvCxnSpPr>
                <p:cNvPr id="55" name="Straight Connector 54">
                  <a:extLst>
                    <a:ext uri="{FF2B5EF4-FFF2-40B4-BE49-F238E27FC236}">
                      <a16:creationId xmlns:a16="http://schemas.microsoft.com/office/drawing/2014/main" id="{E12288B0-ADA5-4B95-A1FD-C05D157B4236}"/>
                    </a:ext>
                  </a:extLst>
                </p:cNvPr>
                <p:cNvCxnSpPr>
                  <a:cxnSpLocks/>
                </p:cNvCxnSpPr>
                <p:nvPr/>
              </p:nvCxnSpPr>
              <p:spPr bwMode="auto">
                <a:xfrm flipH="1">
                  <a:off x="10040532" y="3266250"/>
                  <a:ext cx="1" cy="359437"/>
                </a:xfrm>
                <a:prstGeom prst="line">
                  <a:avLst/>
                </a:prstGeom>
                <a:noFill/>
                <a:ln w="25400" cap="flat" cmpd="sng" algn="ctr">
                  <a:solidFill>
                    <a:sysClr val="windowText" lastClr="000000"/>
                  </a:solidFill>
                  <a:prstDash val="solid"/>
                  <a:round/>
                  <a:headEnd type="none" w="med" len="med"/>
                  <a:tailEnd type="none" w="med" len="med"/>
                </a:ln>
                <a:effectLst/>
              </p:spPr>
            </p:cxnSp>
            <p:cxnSp>
              <p:nvCxnSpPr>
                <p:cNvPr id="56" name="Straight Connector 55">
                  <a:extLst>
                    <a:ext uri="{FF2B5EF4-FFF2-40B4-BE49-F238E27FC236}">
                      <a16:creationId xmlns:a16="http://schemas.microsoft.com/office/drawing/2014/main" id="{6ACDCF13-05D6-4857-8290-86771DDAAC1A}"/>
                    </a:ext>
                  </a:extLst>
                </p:cNvPr>
                <p:cNvCxnSpPr>
                  <a:cxnSpLocks/>
                </p:cNvCxnSpPr>
                <p:nvPr/>
              </p:nvCxnSpPr>
              <p:spPr bwMode="auto">
                <a:xfrm>
                  <a:off x="10034226" y="3619381"/>
                  <a:ext cx="242730" cy="198545"/>
                </a:xfrm>
                <a:prstGeom prst="line">
                  <a:avLst/>
                </a:prstGeom>
                <a:noFill/>
                <a:ln w="25400" cap="flat" cmpd="sng" algn="ctr">
                  <a:solidFill>
                    <a:sysClr val="windowText" lastClr="000000"/>
                  </a:solidFill>
                  <a:prstDash val="solid"/>
                  <a:round/>
                  <a:headEnd type="none" w="med" len="med"/>
                  <a:tailEnd type="none" w="med" len="med"/>
                </a:ln>
                <a:effectLst/>
              </p:spPr>
            </p:cxnSp>
            <p:cxnSp>
              <p:nvCxnSpPr>
                <p:cNvPr id="57" name="Straight Connector 56">
                  <a:extLst>
                    <a:ext uri="{FF2B5EF4-FFF2-40B4-BE49-F238E27FC236}">
                      <a16:creationId xmlns:a16="http://schemas.microsoft.com/office/drawing/2014/main" id="{FEE63EBE-930B-40EA-94E9-4A27BF178818}"/>
                    </a:ext>
                  </a:extLst>
                </p:cNvPr>
                <p:cNvCxnSpPr>
                  <a:cxnSpLocks/>
                </p:cNvCxnSpPr>
                <p:nvPr/>
              </p:nvCxnSpPr>
              <p:spPr bwMode="auto">
                <a:xfrm>
                  <a:off x="10270650" y="3817926"/>
                  <a:ext cx="999593" cy="0"/>
                </a:xfrm>
                <a:prstGeom prst="line">
                  <a:avLst/>
                </a:prstGeom>
                <a:noFill/>
                <a:ln w="25400" cap="flat" cmpd="sng" algn="ctr">
                  <a:solidFill>
                    <a:sysClr val="windowText" lastClr="000000"/>
                  </a:solidFill>
                  <a:prstDash val="solid"/>
                  <a:round/>
                  <a:headEnd type="none" w="med" len="med"/>
                  <a:tailEnd type="none" w="med" len="med"/>
                </a:ln>
                <a:effectLst/>
              </p:spPr>
            </p:cxnSp>
          </p:grpSp>
        </p:grpSp>
        <p:sp>
          <p:nvSpPr>
            <p:cNvPr id="61" name="TextBox 60">
              <a:extLst>
                <a:ext uri="{FF2B5EF4-FFF2-40B4-BE49-F238E27FC236}">
                  <a16:creationId xmlns:a16="http://schemas.microsoft.com/office/drawing/2014/main" id="{73A52A1A-8E2D-4FAB-B560-127AB8A2C283}"/>
                </a:ext>
              </a:extLst>
            </p:cNvPr>
            <p:cNvSpPr txBox="1"/>
            <p:nvPr/>
          </p:nvSpPr>
          <p:spPr>
            <a:xfrm>
              <a:off x="8177907" y="3131356"/>
              <a:ext cx="1886720" cy="3857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rPr>
                <a:t>Chamfered hole</a:t>
              </a:r>
            </a:p>
          </p:txBody>
        </p:sp>
      </p:grpSp>
      <p:sp>
        <p:nvSpPr>
          <p:cNvPr id="64" name="TextBox 63">
            <a:extLst>
              <a:ext uri="{FF2B5EF4-FFF2-40B4-BE49-F238E27FC236}">
                <a16:creationId xmlns:a16="http://schemas.microsoft.com/office/drawing/2014/main" id="{876ADCC2-49D7-4968-A3BF-1E6E12349568}"/>
              </a:ext>
            </a:extLst>
          </p:cNvPr>
          <p:cNvSpPr txBox="1"/>
          <p:nvPr/>
        </p:nvSpPr>
        <p:spPr>
          <a:xfrm>
            <a:off x="2788458" y="936651"/>
            <a:ext cx="607865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SRL-STS Active Compliance Formulation</a:t>
            </a:r>
          </a:p>
        </p:txBody>
      </p:sp>
    </p:spTree>
    <p:extLst>
      <p:ext uri="{BB962C8B-B14F-4D97-AF65-F5344CB8AC3E}">
        <p14:creationId xmlns:p14="http://schemas.microsoft.com/office/powerpoint/2010/main" val="3533380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6A725-2013-4D58-A483-90530BC8B66A}"/>
              </a:ext>
            </a:extLst>
          </p:cNvPr>
          <p:cNvSpPr>
            <a:spLocks noGrp="1"/>
          </p:cNvSpPr>
          <p:nvPr>
            <p:ph type="title"/>
          </p:nvPr>
        </p:nvSpPr>
        <p:spPr/>
        <p:txBody>
          <a:bodyPr/>
          <a:lstStyle/>
          <a:p>
            <a:endParaRPr lang="en-US"/>
          </a:p>
        </p:txBody>
      </p:sp>
      <p:sp>
        <p:nvSpPr>
          <p:cNvPr id="3" name="Date Placeholder 2">
            <a:extLst>
              <a:ext uri="{FF2B5EF4-FFF2-40B4-BE49-F238E27FC236}">
                <a16:creationId xmlns:a16="http://schemas.microsoft.com/office/drawing/2014/main" id="{3C4A8245-3B9B-44D4-95D7-8FA71FA67D6A}"/>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744C83F1-7034-4340-829F-BAFD53F575E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F8146631-8359-4C1E-8A21-D14F1F0A94BA}"/>
              </a:ext>
            </a:extLst>
          </p:cNvPr>
          <p:cNvSpPr>
            <a:spLocks noGrp="1"/>
          </p:cNvSpPr>
          <p:nvPr>
            <p:ph type="sldNum" sz="quarter" idx="20"/>
          </p:nvPr>
        </p:nvSpPr>
        <p:spPr/>
        <p:txBody>
          <a:bodyPr/>
          <a:lstStyle/>
          <a:p>
            <a:fld id="{2D04F4CF-F641-6E4E-8F87-8EB8AA2BFA51}" type="slidenum">
              <a:rPr lang="en-US" smtClean="0"/>
              <a:pPr/>
              <a:t>9</a:t>
            </a:fld>
            <a:endParaRPr lang="en-US"/>
          </a:p>
        </p:txBody>
      </p:sp>
      <p:sp>
        <p:nvSpPr>
          <p:cNvPr id="6" name="Text Placeholder 5">
            <a:extLst>
              <a:ext uri="{FF2B5EF4-FFF2-40B4-BE49-F238E27FC236}">
                <a16:creationId xmlns:a16="http://schemas.microsoft.com/office/drawing/2014/main" id="{9FA6167B-B57D-44FD-970A-34F7AA34F0AF}"/>
              </a:ext>
            </a:extLst>
          </p:cNvPr>
          <p:cNvSpPr>
            <a:spLocks noGrp="1"/>
          </p:cNvSpPr>
          <p:nvPr>
            <p:ph type="body" sz="quarter" idx="10"/>
          </p:nvPr>
        </p:nvSpPr>
        <p:spPr>
          <a:xfrm>
            <a:off x="276225" y="772302"/>
            <a:ext cx="9066558" cy="239713"/>
          </a:xfrm>
        </p:spPr>
        <p:txBody>
          <a:bodyPr/>
          <a:lstStyle/>
          <a:p>
            <a:endParaRPr lang="en-US"/>
          </a:p>
        </p:txBody>
      </p:sp>
      <p:grpSp>
        <p:nvGrpSpPr>
          <p:cNvPr id="7" name="Group 6">
            <a:extLst>
              <a:ext uri="{FF2B5EF4-FFF2-40B4-BE49-F238E27FC236}">
                <a16:creationId xmlns:a16="http://schemas.microsoft.com/office/drawing/2014/main" id="{6B9EE2A5-1720-47E3-9C23-309B0015A9D3}"/>
              </a:ext>
            </a:extLst>
          </p:cNvPr>
          <p:cNvGrpSpPr/>
          <p:nvPr/>
        </p:nvGrpSpPr>
        <p:grpSpPr>
          <a:xfrm>
            <a:off x="820739" y="1771032"/>
            <a:ext cx="4310026" cy="3800573"/>
            <a:chOff x="6901566" y="1782859"/>
            <a:chExt cx="4035433" cy="3558437"/>
          </a:xfrm>
        </p:grpSpPr>
        <p:cxnSp>
          <p:nvCxnSpPr>
            <p:cNvPr id="8" name="Straight Connector 7">
              <a:extLst>
                <a:ext uri="{FF2B5EF4-FFF2-40B4-BE49-F238E27FC236}">
                  <a16:creationId xmlns:a16="http://schemas.microsoft.com/office/drawing/2014/main" id="{1DF3287C-5FDF-4E03-A841-7F9D10059050}"/>
                </a:ext>
              </a:extLst>
            </p:cNvPr>
            <p:cNvCxnSpPr>
              <a:cxnSpLocks/>
            </p:cNvCxnSpPr>
            <p:nvPr/>
          </p:nvCxnSpPr>
          <p:spPr bwMode="auto">
            <a:xfrm flipV="1">
              <a:off x="8128485" y="2749246"/>
              <a:ext cx="2259874" cy="1359508"/>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9" name="Group 8">
              <a:extLst>
                <a:ext uri="{FF2B5EF4-FFF2-40B4-BE49-F238E27FC236}">
                  <a16:creationId xmlns:a16="http://schemas.microsoft.com/office/drawing/2014/main" id="{F302ABFC-AEE8-4C89-BA1F-19238D13F5D2}"/>
                </a:ext>
              </a:extLst>
            </p:cNvPr>
            <p:cNvGrpSpPr/>
            <p:nvPr/>
          </p:nvGrpSpPr>
          <p:grpSpPr>
            <a:xfrm>
              <a:off x="9839719" y="1875822"/>
              <a:ext cx="1097280" cy="844731"/>
              <a:chOff x="2882537" y="3074126"/>
              <a:chExt cx="1097280" cy="844731"/>
            </a:xfrm>
          </p:grpSpPr>
          <p:cxnSp>
            <p:nvCxnSpPr>
              <p:cNvPr id="50" name="Straight Arrow Connector 49">
                <a:extLst>
                  <a:ext uri="{FF2B5EF4-FFF2-40B4-BE49-F238E27FC236}">
                    <a16:creationId xmlns:a16="http://schemas.microsoft.com/office/drawing/2014/main" id="{806212D2-B57E-415B-98D2-C6C916D797EF}"/>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42C2395B-A310-4859-932D-D97D4D43B8C4}"/>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8BD47F05-ED1F-42F6-9F09-822ABCBD2AB6}"/>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0" name="Group 9">
              <a:extLst>
                <a:ext uri="{FF2B5EF4-FFF2-40B4-BE49-F238E27FC236}">
                  <a16:creationId xmlns:a16="http://schemas.microsoft.com/office/drawing/2014/main" id="{3A73A5F7-BE59-4D2C-ADEB-B87FABAC9A9F}"/>
                </a:ext>
              </a:extLst>
            </p:cNvPr>
            <p:cNvGrpSpPr/>
            <p:nvPr/>
          </p:nvGrpSpPr>
          <p:grpSpPr>
            <a:xfrm>
              <a:off x="7562428" y="3292716"/>
              <a:ext cx="1097280" cy="844731"/>
              <a:chOff x="2882537" y="3074126"/>
              <a:chExt cx="1097280" cy="844731"/>
            </a:xfrm>
          </p:grpSpPr>
          <p:cxnSp>
            <p:nvCxnSpPr>
              <p:cNvPr id="47" name="Straight Arrow Connector 46">
                <a:extLst>
                  <a:ext uri="{FF2B5EF4-FFF2-40B4-BE49-F238E27FC236}">
                    <a16:creationId xmlns:a16="http://schemas.microsoft.com/office/drawing/2014/main" id="{91CA863B-9C89-4618-9C4A-A075380DE54A}"/>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5D20E876-4AE5-4A81-99F7-9505D6A9F71B}"/>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3827D056-84BC-4C48-B2E9-D0100C31C42E}"/>
                  </a:ext>
                </a:extLst>
              </p:cNvPr>
              <p:cNvCxnSpPr>
                <a:cxnSpLocks/>
              </p:cNvCxnSpPr>
              <p:nvPr/>
            </p:nvCxnSpPr>
            <p:spPr bwMode="auto">
              <a:xfrm flipV="1">
                <a:off x="3422609" y="3570515"/>
                <a:ext cx="557208" cy="34834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1" name="Group 10">
              <a:extLst>
                <a:ext uri="{FF2B5EF4-FFF2-40B4-BE49-F238E27FC236}">
                  <a16:creationId xmlns:a16="http://schemas.microsoft.com/office/drawing/2014/main" id="{2AADFFD1-D139-4EF3-AE77-7837CAD202AB}"/>
                </a:ext>
              </a:extLst>
            </p:cNvPr>
            <p:cNvGrpSpPr/>
            <p:nvPr/>
          </p:nvGrpSpPr>
          <p:grpSpPr>
            <a:xfrm>
              <a:off x="9311163" y="2561111"/>
              <a:ext cx="786430" cy="605426"/>
              <a:chOff x="2882537" y="3074126"/>
              <a:chExt cx="1097280" cy="844731"/>
            </a:xfrm>
          </p:grpSpPr>
          <p:cxnSp>
            <p:nvCxnSpPr>
              <p:cNvPr id="44" name="Straight Arrow Connector 43">
                <a:extLst>
                  <a:ext uri="{FF2B5EF4-FFF2-40B4-BE49-F238E27FC236}">
                    <a16:creationId xmlns:a16="http://schemas.microsoft.com/office/drawing/2014/main" id="{CC63E06A-BE2C-4F51-8CBB-C997D36BD080}"/>
                  </a:ext>
                </a:extLst>
              </p:cNvPr>
              <p:cNvCxnSpPr>
                <a:cxnSpLocks/>
              </p:cNvCxnSpPr>
              <p:nvPr/>
            </p:nvCxnSpPr>
            <p:spPr bwMode="auto">
              <a:xfrm flipV="1">
                <a:off x="3448594" y="3074126"/>
                <a:ext cx="0" cy="844731"/>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E87FCCC7-1DA1-4054-826F-7D9D21E52369}"/>
                  </a:ext>
                </a:extLst>
              </p:cNvPr>
              <p:cNvCxnSpPr>
                <a:cxnSpLocks/>
              </p:cNvCxnSpPr>
              <p:nvPr/>
            </p:nvCxnSpPr>
            <p:spPr bwMode="auto">
              <a:xfrm flipH="1" flipV="1">
                <a:off x="2882537" y="3570514"/>
                <a:ext cx="566057"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0C5DFF80-1825-460F-8491-2B7CA48573A6}"/>
                  </a:ext>
                </a:extLst>
              </p:cNvPr>
              <p:cNvCxnSpPr>
                <a:cxnSpLocks/>
              </p:cNvCxnSpPr>
              <p:nvPr/>
            </p:nvCxnSpPr>
            <p:spPr bwMode="auto">
              <a:xfrm flipV="1">
                <a:off x="3448594" y="3570514"/>
                <a:ext cx="531223"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2" name="Group 11">
              <a:extLst>
                <a:ext uri="{FF2B5EF4-FFF2-40B4-BE49-F238E27FC236}">
                  <a16:creationId xmlns:a16="http://schemas.microsoft.com/office/drawing/2014/main" id="{DCBEB50D-3E70-4E3C-8922-D7799CC48E60}"/>
                </a:ext>
              </a:extLst>
            </p:cNvPr>
            <p:cNvGrpSpPr/>
            <p:nvPr/>
          </p:nvGrpSpPr>
          <p:grpSpPr>
            <a:xfrm>
              <a:off x="7419432" y="1848281"/>
              <a:ext cx="786430" cy="605426"/>
              <a:chOff x="2882537" y="3074126"/>
              <a:chExt cx="1097280" cy="844731"/>
            </a:xfrm>
          </p:grpSpPr>
          <p:cxnSp>
            <p:nvCxnSpPr>
              <p:cNvPr id="41" name="Straight Arrow Connector 40">
                <a:extLst>
                  <a:ext uri="{FF2B5EF4-FFF2-40B4-BE49-F238E27FC236}">
                    <a16:creationId xmlns:a16="http://schemas.microsoft.com/office/drawing/2014/main" id="{96260601-A2AB-4D75-A43B-A5ABCA523838}"/>
                  </a:ext>
                </a:extLst>
              </p:cNvPr>
              <p:cNvCxnSpPr>
                <a:cxnSpLocks/>
              </p:cNvCxnSpPr>
              <p:nvPr/>
            </p:nvCxnSpPr>
            <p:spPr bwMode="auto">
              <a:xfrm flipV="1">
                <a:off x="3448594" y="3074126"/>
                <a:ext cx="0" cy="844731"/>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97E25638-4C07-422F-8915-F926B0853297}"/>
                  </a:ext>
                </a:extLst>
              </p:cNvPr>
              <p:cNvCxnSpPr>
                <a:cxnSpLocks/>
              </p:cNvCxnSpPr>
              <p:nvPr/>
            </p:nvCxnSpPr>
            <p:spPr bwMode="auto">
              <a:xfrm flipH="1" flipV="1">
                <a:off x="2882537" y="3570514"/>
                <a:ext cx="566057"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A0A72ED1-832E-4B11-A386-83E5CE33D0C3}"/>
                  </a:ext>
                </a:extLst>
              </p:cNvPr>
              <p:cNvCxnSpPr>
                <a:cxnSpLocks/>
              </p:cNvCxnSpPr>
              <p:nvPr/>
            </p:nvCxnSpPr>
            <p:spPr bwMode="auto">
              <a:xfrm flipV="1">
                <a:off x="3448594" y="3570514"/>
                <a:ext cx="531223"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4C4A711-4333-48E4-A9CA-CB7F15B31BE3}"/>
                    </a:ext>
                  </a:extLst>
                </p:cNvPr>
                <p:cNvSpPr txBox="1"/>
                <p:nvPr/>
              </p:nvSpPr>
              <p:spPr>
                <a:xfrm>
                  <a:off x="9358363" y="3109574"/>
                  <a:ext cx="133618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45" name="TextBox 44">
                  <a:extLst>
                    <a:ext uri="{FF2B5EF4-FFF2-40B4-BE49-F238E27FC236}">
                      <a16:creationId xmlns:a16="http://schemas.microsoft.com/office/drawing/2014/main" id="{E1F84891-79D5-4C49-9120-18258B30E4AD}"/>
                    </a:ext>
                  </a:extLst>
                </p:cNvPr>
                <p:cNvSpPr txBox="1">
                  <a:spLocks noRot="1" noChangeAspect="1" noMove="1" noResize="1" noEditPoints="1" noAdjustHandles="1" noChangeArrowheads="1" noChangeShapeType="1" noTextEdit="1"/>
                </p:cNvSpPr>
                <p:nvPr/>
              </p:nvSpPr>
              <p:spPr>
                <a:xfrm>
                  <a:off x="9358363" y="3109574"/>
                  <a:ext cx="1336187" cy="400110"/>
                </a:xfrm>
                <a:prstGeom prst="rect">
                  <a:avLst/>
                </a:prstGeom>
                <a:blipFill>
                  <a:blip r:embed="rId6"/>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033B514-2D68-4F6B-A877-E65D2843667D}"/>
                    </a:ext>
                  </a:extLst>
                </p:cNvPr>
                <p:cNvSpPr txBox="1"/>
                <p:nvPr/>
              </p:nvSpPr>
              <p:spPr>
                <a:xfrm>
                  <a:off x="7204503" y="2677195"/>
                  <a:ext cx="1242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7030A0"/>
                    </a:solidFill>
                    <a:effectLst/>
                    <a:uLnTx/>
                    <a:uFillTx/>
                    <a:latin typeface="Calibri"/>
                    <a:ea typeface="+mn-ea"/>
                    <a:cs typeface="+mn-cs"/>
                  </a:endParaRPr>
                </a:p>
              </p:txBody>
            </p:sp>
          </mc:Choice>
          <mc:Fallback xmlns="">
            <p:sp>
              <p:nvSpPr>
                <p:cNvPr id="46" name="TextBox 45">
                  <a:extLst>
                    <a:ext uri="{FF2B5EF4-FFF2-40B4-BE49-F238E27FC236}">
                      <a16:creationId xmlns:a16="http://schemas.microsoft.com/office/drawing/2014/main" id="{3DB797D6-1F24-4DA8-87C8-B673550E5202}"/>
                    </a:ext>
                  </a:extLst>
                </p:cNvPr>
                <p:cNvSpPr txBox="1">
                  <a:spLocks noRot="1" noChangeAspect="1" noMove="1" noResize="1" noEditPoints="1" noAdjustHandles="1" noChangeArrowheads="1" noChangeShapeType="1" noTextEdit="1"/>
                </p:cNvSpPr>
                <p:nvPr/>
              </p:nvSpPr>
              <p:spPr>
                <a:xfrm>
                  <a:off x="7204503" y="2677195"/>
                  <a:ext cx="1242102" cy="400110"/>
                </a:xfrm>
                <a:prstGeom prst="rect">
                  <a:avLst/>
                </a:prstGeom>
                <a:blipFill>
                  <a:blip r:embed="rId7"/>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817FC54-4D8B-4E66-8831-4462A19B21AB}"/>
                    </a:ext>
                  </a:extLst>
                </p:cNvPr>
                <p:cNvSpPr txBox="1"/>
                <p:nvPr/>
              </p:nvSpPr>
              <p:spPr>
                <a:xfrm>
                  <a:off x="7047902" y="1782859"/>
                  <a:ext cx="683068" cy="3746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92D050"/>
                    </a:solidFill>
                    <a:effectLst/>
                    <a:uLnTx/>
                    <a:uFillTx/>
                    <a:latin typeface="Calibri"/>
                    <a:ea typeface="+mn-ea"/>
                    <a:cs typeface="+mn-cs"/>
                  </a:endParaRPr>
                </a:p>
              </p:txBody>
            </p:sp>
          </mc:Choice>
          <mc:Fallback xmlns="">
            <p:sp>
              <p:nvSpPr>
                <p:cNvPr id="15" name="TextBox 14">
                  <a:extLst>
                    <a:ext uri="{FF2B5EF4-FFF2-40B4-BE49-F238E27FC236}">
                      <a16:creationId xmlns:a16="http://schemas.microsoft.com/office/drawing/2014/main" id="{2817FC54-4D8B-4E66-8831-4462A19B21AB}"/>
                    </a:ext>
                  </a:extLst>
                </p:cNvPr>
                <p:cNvSpPr txBox="1">
                  <a:spLocks noRot="1" noChangeAspect="1" noMove="1" noResize="1" noEditPoints="1" noAdjustHandles="1" noChangeArrowheads="1" noChangeShapeType="1" noTextEdit="1"/>
                </p:cNvSpPr>
                <p:nvPr/>
              </p:nvSpPr>
              <p:spPr>
                <a:xfrm>
                  <a:off x="7047902" y="1782859"/>
                  <a:ext cx="683068" cy="374619"/>
                </a:xfrm>
                <a:prstGeom prst="rect">
                  <a:avLst/>
                </a:prstGeom>
                <a:blipFill>
                  <a:blip r:embed="rId8"/>
                  <a:stretch>
                    <a:fillRect b="-15385"/>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DA41C6B3-8279-4A6B-9EDB-FF50146FCB6A}"/>
                </a:ext>
              </a:extLst>
            </p:cNvPr>
            <p:cNvCxnSpPr>
              <a:cxnSpLocks/>
            </p:cNvCxnSpPr>
            <p:nvPr/>
          </p:nvCxnSpPr>
          <p:spPr bwMode="auto">
            <a:xfrm flipH="1" flipV="1">
              <a:off x="7825131" y="2464206"/>
              <a:ext cx="729854" cy="264964"/>
            </a:xfrm>
            <a:prstGeom prst="straightConnector1">
              <a:avLst/>
            </a:prstGeom>
            <a:noFill/>
            <a:ln w="25400" cap="flat" cmpd="sng" algn="ctr">
              <a:solidFill>
                <a:srgbClr val="92D050"/>
              </a:solidFill>
              <a:prstDash val="sysDash"/>
              <a:round/>
              <a:headEnd type="none" w="med" len="med"/>
              <a:tailEnd type="triangle"/>
            </a:ln>
            <a:effectLst/>
          </p:spPr>
        </p:cxnSp>
        <p:cxnSp>
          <p:nvCxnSpPr>
            <p:cNvPr id="17" name="Straight Arrow Connector 16">
              <a:extLst>
                <a:ext uri="{FF2B5EF4-FFF2-40B4-BE49-F238E27FC236}">
                  <a16:creationId xmlns:a16="http://schemas.microsoft.com/office/drawing/2014/main" id="{332E629D-1427-41F0-B815-E563F8E5AF18}"/>
                </a:ext>
              </a:extLst>
            </p:cNvPr>
            <p:cNvCxnSpPr>
              <a:cxnSpLocks/>
            </p:cNvCxnSpPr>
            <p:nvPr/>
          </p:nvCxnSpPr>
          <p:spPr bwMode="auto">
            <a:xfrm flipH="1" flipV="1">
              <a:off x="9190638" y="2966073"/>
              <a:ext cx="531896" cy="206427"/>
            </a:xfrm>
            <a:prstGeom prst="straightConnector1">
              <a:avLst/>
            </a:prstGeom>
            <a:noFill/>
            <a:ln w="25400" cap="flat" cmpd="sng" algn="ctr">
              <a:solidFill>
                <a:srgbClr val="92D050"/>
              </a:solidFill>
              <a:prstDash val="sysDash"/>
              <a:round/>
              <a:headEnd type="none" w="med" len="med"/>
              <a:tailEnd type="none" w="med" len="med"/>
            </a:ln>
            <a:effectLst/>
          </p:spPr>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C2D4C5B-A6A7-4847-B842-F4647C4B3A33}"/>
                    </a:ext>
                  </a:extLst>
                </p:cNvPr>
                <p:cNvSpPr txBox="1"/>
                <p:nvPr/>
              </p:nvSpPr>
              <p:spPr>
                <a:xfrm>
                  <a:off x="8315706" y="2129855"/>
                  <a:ext cx="152563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oMath>
                    </m:oMathPara>
                  </a14:m>
                  <a:endParaRPr kumimoji="0" lang="en-US" sz="2000" b="0" i="0" u="none" strike="noStrike" kern="1200" cap="none" spc="0" normalizeH="0" baseline="0" noProof="0" dirty="0">
                    <a:ln>
                      <a:noFill/>
                    </a:ln>
                    <a:solidFill>
                      <a:srgbClr val="FFC000"/>
                    </a:solidFill>
                    <a:effectLst/>
                    <a:uLnTx/>
                    <a:uFillTx/>
                    <a:latin typeface="Calibri"/>
                    <a:ea typeface="+mn-ea"/>
                    <a:cs typeface="+mn-cs"/>
                  </a:endParaRPr>
                </a:p>
              </p:txBody>
            </p:sp>
          </mc:Choice>
          <mc:Fallback xmlns="">
            <p:sp>
              <p:nvSpPr>
                <p:cNvPr id="50" name="TextBox 49">
                  <a:extLst>
                    <a:ext uri="{FF2B5EF4-FFF2-40B4-BE49-F238E27FC236}">
                      <a16:creationId xmlns:a16="http://schemas.microsoft.com/office/drawing/2014/main" id="{527A4789-C32F-4D5B-8339-62DA7FA9EB50}"/>
                    </a:ext>
                  </a:extLst>
                </p:cNvPr>
                <p:cNvSpPr txBox="1">
                  <a:spLocks noRot="1" noChangeAspect="1" noMove="1" noResize="1" noEditPoints="1" noAdjustHandles="1" noChangeArrowheads="1" noChangeShapeType="1" noTextEdit="1"/>
                </p:cNvSpPr>
                <p:nvPr/>
              </p:nvSpPr>
              <p:spPr>
                <a:xfrm>
                  <a:off x="8315706" y="2129855"/>
                  <a:ext cx="1525633" cy="400110"/>
                </a:xfrm>
                <a:prstGeom prst="rect">
                  <a:avLst/>
                </a:prstGeom>
                <a:blipFill>
                  <a:blip r:embed="rId9"/>
                  <a:stretch>
                    <a:fillRect/>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3FD5C0E7-8D6E-4D71-B3EF-CB886DCCC3B2}"/>
                </a:ext>
              </a:extLst>
            </p:cNvPr>
            <p:cNvGrpSpPr/>
            <p:nvPr/>
          </p:nvGrpSpPr>
          <p:grpSpPr>
            <a:xfrm rot="21198835">
              <a:off x="8639976" y="2425976"/>
              <a:ext cx="627480" cy="360235"/>
              <a:chOff x="3835887" y="2265898"/>
              <a:chExt cx="627480" cy="360235"/>
            </a:xfrm>
          </p:grpSpPr>
          <p:cxnSp>
            <p:nvCxnSpPr>
              <p:cNvPr id="34" name="Straight Arrow Connector 33">
                <a:extLst>
                  <a:ext uri="{FF2B5EF4-FFF2-40B4-BE49-F238E27FC236}">
                    <a16:creationId xmlns:a16="http://schemas.microsoft.com/office/drawing/2014/main" id="{CEE5A925-69A1-4518-B03C-DAFFE192B03C}"/>
                  </a:ext>
                </a:extLst>
              </p:cNvPr>
              <p:cNvCxnSpPr>
                <a:cxnSpLocks/>
              </p:cNvCxnSpPr>
              <p:nvPr/>
            </p:nvCxnSpPr>
            <p:spPr bwMode="auto">
              <a:xfrm rot="20583514" flipV="1">
                <a:off x="3838826" y="2283680"/>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5" name="Straight Arrow Connector 34">
                <a:extLst>
                  <a:ext uri="{FF2B5EF4-FFF2-40B4-BE49-F238E27FC236}">
                    <a16:creationId xmlns:a16="http://schemas.microsoft.com/office/drawing/2014/main" id="{3EAFAD8F-8B4E-40E3-9AC3-FB1E187240F5}"/>
                  </a:ext>
                </a:extLst>
              </p:cNvPr>
              <p:cNvCxnSpPr>
                <a:cxnSpLocks/>
              </p:cNvCxnSpPr>
              <p:nvPr/>
            </p:nvCxnSpPr>
            <p:spPr bwMode="auto">
              <a:xfrm rot="20583514" flipH="1">
                <a:off x="3835887" y="229680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6" name="Straight Arrow Connector 35">
                <a:extLst>
                  <a:ext uri="{FF2B5EF4-FFF2-40B4-BE49-F238E27FC236}">
                    <a16:creationId xmlns:a16="http://schemas.microsoft.com/office/drawing/2014/main" id="{9C81599D-90BE-44C3-A151-CB96EA232C55}"/>
                  </a:ext>
                </a:extLst>
              </p:cNvPr>
              <p:cNvCxnSpPr>
                <a:cxnSpLocks/>
              </p:cNvCxnSpPr>
              <p:nvPr/>
            </p:nvCxnSpPr>
            <p:spPr bwMode="auto">
              <a:xfrm rot="20583514" flipV="1">
                <a:off x="3990637" y="2265898"/>
                <a:ext cx="131376" cy="258296"/>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7" name="Straight Arrow Connector 36">
                <a:extLst>
                  <a:ext uri="{FF2B5EF4-FFF2-40B4-BE49-F238E27FC236}">
                    <a16:creationId xmlns:a16="http://schemas.microsoft.com/office/drawing/2014/main" id="{794CF639-FBF7-435F-AA8A-F09E07C1482A}"/>
                  </a:ext>
                </a:extLst>
              </p:cNvPr>
              <p:cNvCxnSpPr>
                <a:cxnSpLocks/>
              </p:cNvCxnSpPr>
              <p:nvPr/>
            </p:nvCxnSpPr>
            <p:spPr bwMode="auto">
              <a:xfrm rot="20583514" flipH="1">
                <a:off x="4020866" y="2396940"/>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8" name="Straight Arrow Connector 37">
                <a:extLst>
                  <a:ext uri="{FF2B5EF4-FFF2-40B4-BE49-F238E27FC236}">
                    <a16:creationId xmlns:a16="http://schemas.microsoft.com/office/drawing/2014/main" id="{C1F99E39-558B-4DE8-92CF-4D88F21DB4EE}"/>
                  </a:ext>
                </a:extLst>
              </p:cNvPr>
              <p:cNvCxnSpPr>
                <a:cxnSpLocks/>
              </p:cNvCxnSpPr>
              <p:nvPr/>
            </p:nvCxnSpPr>
            <p:spPr bwMode="auto">
              <a:xfrm rot="20583514" flipV="1">
                <a:off x="4397369" y="2474087"/>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9" name="Straight Arrow Connector 38">
                <a:extLst>
                  <a:ext uri="{FF2B5EF4-FFF2-40B4-BE49-F238E27FC236}">
                    <a16:creationId xmlns:a16="http://schemas.microsoft.com/office/drawing/2014/main" id="{D13C993D-6D05-4532-BD32-F3EC48D1D3BF}"/>
                  </a:ext>
                </a:extLst>
              </p:cNvPr>
              <p:cNvCxnSpPr>
                <a:cxnSpLocks/>
              </p:cNvCxnSpPr>
              <p:nvPr/>
            </p:nvCxnSpPr>
            <p:spPr bwMode="auto">
              <a:xfrm rot="20583514" flipH="1">
                <a:off x="4192096" y="250396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40" name="Straight Arrow Connector 39">
                <a:extLst>
                  <a:ext uri="{FF2B5EF4-FFF2-40B4-BE49-F238E27FC236}">
                    <a16:creationId xmlns:a16="http://schemas.microsoft.com/office/drawing/2014/main" id="{0D673A0F-9691-40FD-9953-D7306999CDA0}"/>
                  </a:ext>
                </a:extLst>
              </p:cNvPr>
              <p:cNvCxnSpPr>
                <a:cxnSpLocks/>
              </p:cNvCxnSpPr>
              <p:nvPr/>
            </p:nvCxnSpPr>
            <p:spPr bwMode="auto">
              <a:xfrm rot="20583514" flipV="1">
                <a:off x="4175116" y="2367837"/>
                <a:ext cx="131376" cy="258296"/>
              </a:xfrm>
              <a:prstGeom prst="straightConnector1">
                <a:avLst/>
              </a:prstGeom>
              <a:noFill/>
              <a:ln w="25400" cap="flat" cmpd="sng" algn="ctr">
                <a:solidFill>
                  <a:srgbClr val="FFC000"/>
                </a:solidFill>
                <a:prstDash val="solid"/>
                <a:round/>
                <a:headEnd type="none" w="med" len="med"/>
                <a:tailEnd type="none" w="med" len="med"/>
              </a:ln>
              <a:effectLst/>
            </p:spPr>
          </p:cxnSp>
        </p:grpSp>
        <p:cxnSp>
          <p:nvCxnSpPr>
            <p:cNvPr id="20" name="Straight Arrow Connector 19">
              <a:extLst>
                <a:ext uri="{FF2B5EF4-FFF2-40B4-BE49-F238E27FC236}">
                  <a16:creationId xmlns:a16="http://schemas.microsoft.com/office/drawing/2014/main" id="{A2DCA0B1-A1E6-45C5-B89E-1C203D5F13C2}"/>
                </a:ext>
              </a:extLst>
            </p:cNvPr>
            <p:cNvCxnSpPr>
              <a:cxnSpLocks/>
            </p:cNvCxnSpPr>
            <p:nvPr/>
          </p:nvCxnSpPr>
          <p:spPr bwMode="auto">
            <a:xfrm flipV="1">
              <a:off x="8485151" y="2460491"/>
              <a:ext cx="167725" cy="495215"/>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21" name="Straight Arrow Connector 20">
              <a:extLst>
                <a:ext uri="{FF2B5EF4-FFF2-40B4-BE49-F238E27FC236}">
                  <a16:creationId xmlns:a16="http://schemas.microsoft.com/office/drawing/2014/main" id="{038C4BA8-60F1-459D-8CCD-4D4D3808FE47}"/>
                </a:ext>
              </a:extLst>
            </p:cNvPr>
            <p:cNvCxnSpPr>
              <a:cxnSpLocks/>
            </p:cNvCxnSpPr>
            <p:nvPr/>
          </p:nvCxnSpPr>
          <p:spPr bwMode="auto">
            <a:xfrm flipV="1">
              <a:off x="9105778" y="2699304"/>
              <a:ext cx="167725" cy="495215"/>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22" name="Straight Arrow Connector 21">
              <a:extLst>
                <a:ext uri="{FF2B5EF4-FFF2-40B4-BE49-F238E27FC236}">
                  <a16:creationId xmlns:a16="http://schemas.microsoft.com/office/drawing/2014/main" id="{2FC5676A-5FAF-49D7-8906-2B2A15719903}"/>
                </a:ext>
              </a:extLst>
            </p:cNvPr>
            <p:cNvCxnSpPr>
              <a:cxnSpLocks/>
            </p:cNvCxnSpPr>
            <p:nvPr/>
          </p:nvCxnSpPr>
          <p:spPr bwMode="auto">
            <a:xfrm flipH="1">
              <a:off x="8838212" y="2994813"/>
              <a:ext cx="59922" cy="17541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3" name="Straight Arrow Connector 22">
              <a:extLst>
                <a:ext uri="{FF2B5EF4-FFF2-40B4-BE49-F238E27FC236}">
                  <a16:creationId xmlns:a16="http://schemas.microsoft.com/office/drawing/2014/main" id="{9F531AEF-24F2-4786-BBA7-084DD16B0462}"/>
                </a:ext>
              </a:extLst>
            </p:cNvPr>
            <p:cNvCxnSpPr>
              <a:cxnSpLocks/>
            </p:cNvCxnSpPr>
            <p:nvPr/>
          </p:nvCxnSpPr>
          <p:spPr bwMode="auto">
            <a:xfrm flipH="1" flipV="1">
              <a:off x="8500684" y="2949542"/>
              <a:ext cx="242487" cy="90116"/>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4" name="Straight Arrow Connector 23">
              <a:extLst>
                <a:ext uri="{FF2B5EF4-FFF2-40B4-BE49-F238E27FC236}">
                  <a16:creationId xmlns:a16="http://schemas.microsoft.com/office/drawing/2014/main" id="{D17E638B-C525-492F-9F6B-6B706F53E3DA}"/>
                </a:ext>
              </a:extLst>
            </p:cNvPr>
            <p:cNvCxnSpPr>
              <a:cxnSpLocks/>
            </p:cNvCxnSpPr>
            <p:nvPr/>
          </p:nvCxnSpPr>
          <p:spPr bwMode="auto">
            <a:xfrm flipH="1">
              <a:off x="8700165" y="2946608"/>
              <a:ext cx="59922" cy="17541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5" name="Straight Arrow Connector 24">
              <a:extLst>
                <a:ext uri="{FF2B5EF4-FFF2-40B4-BE49-F238E27FC236}">
                  <a16:creationId xmlns:a16="http://schemas.microsoft.com/office/drawing/2014/main" id="{2875F31E-1E3B-45E3-BC3E-FA4ED2FDE9BA}"/>
                </a:ext>
              </a:extLst>
            </p:cNvPr>
            <p:cNvCxnSpPr>
              <a:cxnSpLocks/>
            </p:cNvCxnSpPr>
            <p:nvPr/>
          </p:nvCxnSpPr>
          <p:spPr bwMode="auto">
            <a:xfrm flipH="1" flipV="1">
              <a:off x="8652698" y="2914754"/>
              <a:ext cx="257099" cy="93050"/>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6" name="Straight Arrow Connector 25">
              <a:extLst>
                <a:ext uri="{FF2B5EF4-FFF2-40B4-BE49-F238E27FC236}">
                  <a16:creationId xmlns:a16="http://schemas.microsoft.com/office/drawing/2014/main" id="{3C1EB2B4-460F-4C06-BF02-CBE40F5D5684}"/>
                </a:ext>
              </a:extLst>
            </p:cNvPr>
            <p:cNvCxnSpPr>
              <a:cxnSpLocks/>
            </p:cNvCxnSpPr>
            <p:nvPr/>
          </p:nvCxnSpPr>
          <p:spPr bwMode="auto">
            <a:xfrm flipH="1" flipV="1">
              <a:off x="8596548" y="3071541"/>
              <a:ext cx="257099" cy="93050"/>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7" name="Straight Arrow Connector 26">
              <a:extLst>
                <a:ext uri="{FF2B5EF4-FFF2-40B4-BE49-F238E27FC236}">
                  <a16:creationId xmlns:a16="http://schemas.microsoft.com/office/drawing/2014/main" id="{F0CFA7AD-CF55-4099-BB61-DFC40ACA43FB}"/>
                </a:ext>
              </a:extLst>
            </p:cNvPr>
            <p:cNvCxnSpPr>
              <a:cxnSpLocks/>
            </p:cNvCxnSpPr>
            <p:nvPr/>
          </p:nvCxnSpPr>
          <p:spPr bwMode="auto">
            <a:xfrm flipH="1" flipV="1">
              <a:off x="8857849" y="3085857"/>
              <a:ext cx="242487" cy="90116"/>
            </a:xfrm>
            <a:prstGeom prst="straightConnector1">
              <a:avLst/>
            </a:prstGeom>
            <a:noFill/>
            <a:ln w="25400" cap="flat" cmpd="sng" algn="ctr">
              <a:solidFill>
                <a:srgbClr val="873624"/>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203D628-D0C2-48DC-90E6-DE08CD1E8955}"/>
                    </a:ext>
                  </a:extLst>
                </p:cNvPr>
                <p:cNvSpPr txBox="1"/>
                <p:nvPr/>
              </p:nvSpPr>
              <p:spPr>
                <a:xfrm>
                  <a:off x="7882521" y="3126871"/>
                  <a:ext cx="152563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oMath>
                    </m:oMathPara>
                  </a14:m>
                  <a:endParaRPr kumimoji="0" lang="en-US" sz="2000" b="0" i="0" u="none" strike="noStrike" kern="1200" cap="none" spc="0" normalizeH="0" baseline="0" noProof="0" dirty="0">
                    <a:ln>
                      <a:noFill/>
                    </a:ln>
                    <a:solidFill>
                      <a:srgbClr val="873624"/>
                    </a:solidFill>
                    <a:effectLst/>
                    <a:uLnTx/>
                    <a:uFillTx/>
                    <a:latin typeface="Calibri"/>
                    <a:ea typeface="+mn-ea"/>
                    <a:cs typeface="+mn-cs"/>
                  </a:endParaRPr>
                </a:p>
              </p:txBody>
            </p:sp>
          </mc:Choice>
          <mc:Fallback xmlns="">
            <p:sp>
              <p:nvSpPr>
                <p:cNvPr id="67" name="TextBox 66">
                  <a:extLst>
                    <a:ext uri="{FF2B5EF4-FFF2-40B4-BE49-F238E27FC236}">
                      <a16:creationId xmlns:a16="http://schemas.microsoft.com/office/drawing/2014/main" id="{BC317BDD-7A70-4A37-8AE0-796EAFCDD68A}"/>
                    </a:ext>
                  </a:extLst>
                </p:cNvPr>
                <p:cNvSpPr txBox="1">
                  <a:spLocks noRot="1" noChangeAspect="1" noMove="1" noResize="1" noEditPoints="1" noAdjustHandles="1" noChangeArrowheads="1" noChangeShapeType="1" noTextEdit="1"/>
                </p:cNvSpPr>
                <p:nvPr/>
              </p:nvSpPr>
              <p:spPr>
                <a:xfrm>
                  <a:off x="7882521" y="3126871"/>
                  <a:ext cx="1525633" cy="400110"/>
                </a:xfrm>
                <a:prstGeom prst="rect">
                  <a:avLst/>
                </a:prstGeom>
                <a:blipFill>
                  <a:blip r:embed="rId10"/>
                  <a:stretch>
                    <a:fillRect/>
                  </a:stretch>
                </a:blipFill>
              </p:spPr>
              <p:txBody>
                <a:bodyPr/>
                <a:lstStyle/>
                <a:p>
                  <a:r>
                    <a:rPr lang="en-US">
                      <a:noFill/>
                    </a:rPr>
                    <a:t> </a:t>
                  </a:r>
                </a:p>
              </p:txBody>
            </p:sp>
          </mc:Fallback>
        </mc:AlternateContent>
        <p:sp>
          <p:nvSpPr>
            <p:cNvPr id="29" name="Arrow: Right 28">
              <a:extLst>
                <a:ext uri="{FF2B5EF4-FFF2-40B4-BE49-F238E27FC236}">
                  <a16:creationId xmlns:a16="http://schemas.microsoft.com/office/drawing/2014/main" id="{FD5C3CBE-6622-40DC-B41F-449401855AD2}"/>
                </a:ext>
              </a:extLst>
            </p:cNvPr>
            <p:cNvSpPr/>
            <p:nvPr/>
          </p:nvSpPr>
          <p:spPr bwMode="auto">
            <a:xfrm rot="12012737">
              <a:off x="7815877" y="2409386"/>
              <a:ext cx="531217" cy="290716"/>
            </a:xfrm>
            <a:prstGeom prst="rightArrow">
              <a:avLst/>
            </a:prstGeom>
            <a:solidFill>
              <a:srgbClr val="7030A0"/>
            </a:solid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81E84917-2B5C-45C1-8909-0DBF9D796693}"/>
                    </a:ext>
                  </a:extLst>
                </p:cNvPr>
                <p:cNvSpPr/>
                <p:nvPr/>
              </p:nvSpPr>
              <p:spPr>
                <a:xfrm>
                  <a:off x="7796274" y="4759605"/>
                  <a:ext cx="3114105" cy="4898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acc>
                          <m:accPr>
                            <m:chr m:val="̇"/>
                            <m:ctrlP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a:ln>
                                  <a:noFill/>
                                </a:ln>
                                <a:solidFill>
                                  <a:srgbClr val="92D050"/>
                                </a:solidFill>
                                <a:effectLst/>
                                <a:uLnTx/>
                                <a:uFillTx/>
                                <a:latin typeface="Cambria Math" panose="02040503050406030204" pitchFamily="18" charset="0"/>
                                <a:ea typeface="+mn-ea"/>
                                <a:cs typeface="+mn-cs"/>
                              </a:rPr>
                              <m:t>𝑥</m:t>
                            </m:r>
                          </m:e>
                        </m:acc>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0</m:t>
                            </m:r>
                          </m:sub>
                        </m:s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0" name="Rectangle 29">
                  <a:extLst>
                    <a:ext uri="{FF2B5EF4-FFF2-40B4-BE49-F238E27FC236}">
                      <a16:creationId xmlns:a16="http://schemas.microsoft.com/office/drawing/2014/main" id="{81E84917-2B5C-45C1-8909-0DBF9D796693}"/>
                    </a:ext>
                  </a:extLst>
                </p:cNvPr>
                <p:cNvSpPr>
                  <a:spLocks noRot="1" noChangeAspect="1" noMove="1" noResize="1" noEditPoints="1" noAdjustHandles="1" noChangeArrowheads="1" noChangeShapeType="1" noTextEdit="1"/>
                </p:cNvSpPr>
                <p:nvPr/>
              </p:nvSpPr>
              <p:spPr>
                <a:xfrm>
                  <a:off x="7796274" y="4759605"/>
                  <a:ext cx="3114105" cy="489885"/>
                </a:xfrm>
                <a:prstGeom prst="rect">
                  <a:avLst/>
                </a:prstGeom>
                <a:blipFill>
                  <a:blip r:embed="rId11"/>
                  <a:stretch>
                    <a:fillRect/>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0E8F3924-60AA-4BF6-9CFE-3C0E326C02F2}"/>
                </a:ext>
              </a:extLst>
            </p:cNvPr>
            <p:cNvSpPr txBox="1"/>
            <p:nvPr/>
          </p:nvSpPr>
          <p:spPr>
            <a:xfrm>
              <a:off x="8015496" y="4469082"/>
              <a:ext cx="26308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Spring-Dashpot dynamics:</a:t>
              </a:r>
            </a:p>
          </p:txBody>
        </p:sp>
        <p:pic>
          <p:nvPicPr>
            <p:cNvPr id="32" name="Picture 31">
              <a:extLst>
                <a:ext uri="{FF2B5EF4-FFF2-40B4-BE49-F238E27FC236}">
                  <a16:creationId xmlns:a16="http://schemas.microsoft.com/office/drawing/2014/main" id="{191DC12B-CD81-4DA6-AD71-49BC73952155}"/>
                </a:ext>
              </a:extLst>
            </p:cNvPr>
            <p:cNvPicPr>
              <a:picLocks noChangeAspect="1"/>
            </p:cNvPicPr>
            <p:nvPr/>
          </p:nvPicPr>
          <p:blipFill rotWithShape="1">
            <a:blip r:embed="rId12">
              <a:extLst>
                <a:ext uri="{BEBA8EAE-BF5A-486C-A8C5-ECC9F3942E4B}">
                  <a14:imgProps xmlns:a14="http://schemas.microsoft.com/office/drawing/2010/main">
                    <a14:imgLayer r:embed="rId13">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rcRect l="21112" b="7395"/>
            <a:stretch/>
          </p:blipFill>
          <p:spPr>
            <a:xfrm>
              <a:off x="6901566" y="4085001"/>
              <a:ext cx="1275845" cy="1256295"/>
            </a:xfrm>
            <a:prstGeom prst="rect">
              <a:avLst/>
            </a:prstGeom>
          </p:spPr>
        </p:pic>
      </p:grpSp>
      <p:grpSp>
        <p:nvGrpSpPr>
          <p:cNvPr id="100" name="Group 99">
            <a:extLst>
              <a:ext uri="{FF2B5EF4-FFF2-40B4-BE49-F238E27FC236}">
                <a16:creationId xmlns:a16="http://schemas.microsoft.com/office/drawing/2014/main" id="{11225AC2-7970-4CA5-B9DE-52EC1955C45A}"/>
              </a:ext>
            </a:extLst>
          </p:cNvPr>
          <p:cNvGrpSpPr/>
          <p:nvPr/>
        </p:nvGrpSpPr>
        <p:grpSpPr>
          <a:xfrm>
            <a:off x="6737685" y="1773321"/>
            <a:ext cx="4484970" cy="3896721"/>
            <a:chOff x="6737685" y="1773321"/>
            <a:chExt cx="4484970" cy="3896721"/>
          </a:xfrm>
        </p:grpSpPr>
        <p:grpSp>
          <p:nvGrpSpPr>
            <p:cNvPr id="53" name="Group 52">
              <a:extLst>
                <a:ext uri="{FF2B5EF4-FFF2-40B4-BE49-F238E27FC236}">
                  <a16:creationId xmlns:a16="http://schemas.microsoft.com/office/drawing/2014/main" id="{E69E337C-BE8B-4D10-9D64-5ACE4B13C79F}"/>
                </a:ext>
              </a:extLst>
            </p:cNvPr>
            <p:cNvGrpSpPr/>
            <p:nvPr/>
          </p:nvGrpSpPr>
          <p:grpSpPr>
            <a:xfrm>
              <a:off x="6737685" y="1869469"/>
              <a:ext cx="4484970" cy="3800573"/>
              <a:chOff x="6901566" y="1782859"/>
              <a:chExt cx="4199231" cy="3558437"/>
            </a:xfrm>
          </p:grpSpPr>
          <p:cxnSp>
            <p:nvCxnSpPr>
              <p:cNvPr id="54" name="Straight Connector 53">
                <a:extLst>
                  <a:ext uri="{FF2B5EF4-FFF2-40B4-BE49-F238E27FC236}">
                    <a16:creationId xmlns:a16="http://schemas.microsoft.com/office/drawing/2014/main" id="{160EB1A8-B3E5-4335-9414-A2F049C01ED7}"/>
                  </a:ext>
                </a:extLst>
              </p:cNvPr>
              <p:cNvCxnSpPr>
                <a:cxnSpLocks/>
              </p:cNvCxnSpPr>
              <p:nvPr/>
            </p:nvCxnSpPr>
            <p:spPr bwMode="auto">
              <a:xfrm flipV="1">
                <a:off x="8128485" y="2749246"/>
                <a:ext cx="2259874" cy="1359508"/>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55" name="Group 54">
                <a:extLst>
                  <a:ext uri="{FF2B5EF4-FFF2-40B4-BE49-F238E27FC236}">
                    <a16:creationId xmlns:a16="http://schemas.microsoft.com/office/drawing/2014/main" id="{596527E1-6A5F-4BAF-8EC0-D53A30AF75F1}"/>
                  </a:ext>
                </a:extLst>
              </p:cNvPr>
              <p:cNvGrpSpPr/>
              <p:nvPr/>
            </p:nvGrpSpPr>
            <p:grpSpPr>
              <a:xfrm>
                <a:off x="9839719" y="1875822"/>
                <a:ext cx="1097280" cy="844731"/>
                <a:chOff x="2882537" y="3074126"/>
                <a:chExt cx="1097280" cy="844731"/>
              </a:xfrm>
            </p:grpSpPr>
            <p:cxnSp>
              <p:nvCxnSpPr>
                <p:cNvPr id="95" name="Straight Arrow Connector 94">
                  <a:extLst>
                    <a:ext uri="{FF2B5EF4-FFF2-40B4-BE49-F238E27FC236}">
                      <a16:creationId xmlns:a16="http://schemas.microsoft.com/office/drawing/2014/main" id="{8452B3BA-9490-4711-971E-633D25FA8CE5}"/>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6" name="Straight Arrow Connector 95">
                  <a:extLst>
                    <a:ext uri="{FF2B5EF4-FFF2-40B4-BE49-F238E27FC236}">
                      <a16:creationId xmlns:a16="http://schemas.microsoft.com/office/drawing/2014/main" id="{3BAFBB17-0D4F-4BF2-9A32-33964A9ADD9F}"/>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7" name="Straight Arrow Connector 96">
                  <a:extLst>
                    <a:ext uri="{FF2B5EF4-FFF2-40B4-BE49-F238E27FC236}">
                      <a16:creationId xmlns:a16="http://schemas.microsoft.com/office/drawing/2014/main" id="{A61F0A88-3294-4B6F-9CD7-8CF12A9899E2}"/>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56" name="Group 55">
                <a:extLst>
                  <a:ext uri="{FF2B5EF4-FFF2-40B4-BE49-F238E27FC236}">
                    <a16:creationId xmlns:a16="http://schemas.microsoft.com/office/drawing/2014/main" id="{59045A83-4F2C-4DFA-84C9-9D650A1F5DC6}"/>
                  </a:ext>
                </a:extLst>
              </p:cNvPr>
              <p:cNvGrpSpPr/>
              <p:nvPr/>
            </p:nvGrpSpPr>
            <p:grpSpPr>
              <a:xfrm>
                <a:off x="7562428" y="3292716"/>
                <a:ext cx="1097280" cy="844731"/>
                <a:chOff x="2882537" y="3074126"/>
                <a:chExt cx="1097280" cy="844731"/>
              </a:xfrm>
            </p:grpSpPr>
            <p:cxnSp>
              <p:nvCxnSpPr>
                <p:cNvPr id="92" name="Straight Arrow Connector 91">
                  <a:extLst>
                    <a:ext uri="{FF2B5EF4-FFF2-40B4-BE49-F238E27FC236}">
                      <a16:creationId xmlns:a16="http://schemas.microsoft.com/office/drawing/2014/main" id="{C810D546-DDB4-41BD-994A-96D2D7CB2FEC}"/>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3" name="Straight Arrow Connector 92">
                  <a:extLst>
                    <a:ext uri="{FF2B5EF4-FFF2-40B4-BE49-F238E27FC236}">
                      <a16:creationId xmlns:a16="http://schemas.microsoft.com/office/drawing/2014/main" id="{87EAEB2A-771D-4234-B070-64F768087157}"/>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4" name="Straight Arrow Connector 93">
                  <a:extLst>
                    <a:ext uri="{FF2B5EF4-FFF2-40B4-BE49-F238E27FC236}">
                      <a16:creationId xmlns:a16="http://schemas.microsoft.com/office/drawing/2014/main" id="{C424863F-6F2E-435C-88BA-BEF67950E1EB}"/>
                    </a:ext>
                  </a:extLst>
                </p:cNvPr>
                <p:cNvCxnSpPr>
                  <a:cxnSpLocks/>
                </p:cNvCxnSpPr>
                <p:nvPr/>
              </p:nvCxnSpPr>
              <p:spPr bwMode="auto">
                <a:xfrm flipV="1">
                  <a:off x="3422609" y="3570515"/>
                  <a:ext cx="557208" cy="34834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57" name="Group 56">
                <a:extLst>
                  <a:ext uri="{FF2B5EF4-FFF2-40B4-BE49-F238E27FC236}">
                    <a16:creationId xmlns:a16="http://schemas.microsoft.com/office/drawing/2014/main" id="{2E8FC2FE-34FD-4FB3-B198-FB2D159A19D1}"/>
                  </a:ext>
                </a:extLst>
              </p:cNvPr>
              <p:cNvGrpSpPr/>
              <p:nvPr/>
            </p:nvGrpSpPr>
            <p:grpSpPr>
              <a:xfrm>
                <a:off x="9311163" y="2561111"/>
                <a:ext cx="786430" cy="605426"/>
                <a:chOff x="2882537" y="3074126"/>
                <a:chExt cx="1097280" cy="844731"/>
              </a:xfrm>
            </p:grpSpPr>
            <p:cxnSp>
              <p:nvCxnSpPr>
                <p:cNvPr id="89" name="Straight Arrow Connector 88">
                  <a:extLst>
                    <a:ext uri="{FF2B5EF4-FFF2-40B4-BE49-F238E27FC236}">
                      <a16:creationId xmlns:a16="http://schemas.microsoft.com/office/drawing/2014/main" id="{805158FE-4A70-49DE-9C86-7BA6C8ACFD7B}"/>
                    </a:ext>
                  </a:extLst>
                </p:cNvPr>
                <p:cNvCxnSpPr>
                  <a:cxnSpLocks/>
                </p:cNvCxnSpPr>
                <p:nvPr/>
              </p:nvCxnSpPr>
              <p:spPr bwMode="auto">
                <a:xfrm flipV="1">
                  <a:off x="3448594" y="3074126"/>
                  <a:ext cx="0" cy="844731"/>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0" name="Straight Arrow Connector 89">
                  <a:extLst>
                    <a:ext uri="{FF2B5EF4-FFF2-40B4-BE49-F238E27FC236}">
                      <a16:creationId xmlns:a16="http://schemas.microsoft.com/office/drawing/2014/main" id="{84AA66D0-D55C-4C52-AE67-B456B1F49F10}"/>
                    </a:ext>
                  </a:extLst>
                </p:cNvPr>
                <p:cNvCxnSpPr>
                  <a:cxnSpLocks/>
                </p:cNvCxnSpPr>
                <p:nvPr/>
              </p:nvCxnSpPr>
              <p:spPr bwMode="auto">
                <a:xfrm flipH="1" flipV="1">
                  <a:off x="2882537" y="3570514"/>
                  <a:ext cx="566057"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A44006E2-8FD6-4F37-952D-231466149958}"/>
                    </a:ext>
                  </a:extLst>
                </p:cNvPr>
                <p:cNvCxnSpPr>
                  <a:cxnSpLocks/>
                </p:cNvCxnSpPr>
                <p:nvPr/>
              </p:nvCxnSpPr>
              <p:spPr bwMode="auto">
                <a:xfrm flipV="1">
                  <a:off x="3448594" y="3570514"/>
                  <a:ext cx="531223"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58" name="Group 57">
                <a:extLst>
                  <a:ext uri="{FF2B5EF4-FFF2-40B4-BE49-F238E27FC236}">
                    <a16:creationId xmlns:a16="http://schemas.microsoft.com/office/drawing/2014/main" id="{6555FB4E-1F07-4399-8B6D-95CB6256F64F}"/>
                  </a:ext>
                </a:extLst>
              </p:cNvPr>
              <p:cNvGrpSpPr/>
              <p:nvPr/>
            </p:nvGrpSpPr>
            <p:grpSpPr>
              <a:xfrm>
                <a:off x="7419432" y="1848281"/>
                <a:ext cx="786430" cy="605426"/>
                <a:chOff x="2882537" y="3074126"/>
                <a:chExt cx="1097280" cy="844731"/>
              </a:xfrm>
            </p:grpSpPr>
            <p:cxnSp>
              <p:nvCxnSpPr>
                <p:cNvPr id="86" name="Straight Arrow Connector 85">
                  <a:extLst>
                    <a:ext uri="{FF2B5EF4-FFF2-40B4-BE49-F238E27FC236}">
                      <a16:creationId xmlns:a16="http://schemas.microsoft.com/office/drawing/2014/main" id="{6E3C61E3-E55E-448D-9A31-35A17A41AD9E}"/>
                    </a:ext>
                  </a:extLst>
                </p:cNvPr>
                <p:cNvCxnSpPr>
                  <a:cxnSpLocks/>
                </p:cNvCxnSpPr>
                <p:nvPr/>
              </p:nvCxnSpPr>
              <p:spPr bwMode="auto">
                <a:xfrm flipV="1">
                  <a:off x="3448594" y="3074126"/>
                  <a:ext cx="0" cy="844731"/>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a:extLst>
                    <a:ext uri="{FF2B5EF4-FFF2-40B4-BE49-F238E27FC236}">
                      <a16:creationId xmlns:a16="http://schemas.microsoft.com/office/drawing/2014/main" id="{AF391F0A-8D3D-423C-A925-4A8B7BBE4582}"/>
                    </a:ext>
                  </a:extLst>
                </p:cNvPr>
                <p:cNvCxnSpPr>
                  <a:cxnSpLocks/>
                </p:cNvCxnSpPr>
                <p:nvPr/>
              </p:nvCxnSpPr>
              <p:spPr bwMode="auto">
                <a:xfrm flipH="1" flipV="1">
                  <a:off x="2882537" y="3570514"/>
                  <a:ext cx="566057"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642A5A89-78E8-4B60-A4E3-09BF85EAE0AA}"/>
                    </a:ext>
                  </a:extLst>
                </p:cNvPr>
                <p:cNvCxnSpPr>
                  <a:cxnSpLocks/>
                </p:cNvCxnSpPr>
                <p:nvPr/>
              </p:nvCxnSpPr>
              <p:spPr bwMode="auto">
                <a:xfrm flipV="1">
                  <a:off x="3448594" y="3570514"/>
                  <a:ext cx="531223"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EAB3EF5-B8BC-4F12-88A1-AD12909A5B83}"/>
                      </a:ext>
                    </a:extLst>
                  </p:cNvPr>
                  <p:cNvSpPr txBox="1"/>
                  <p:nvPr/>
                </p:nvSpPr>
                <p:spPr>
                  <a:xfrm>
                    <a:off x="9358363" y="3109574"/>
                    <a:ext cx="133618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45" name="TextBox 44">
                    <a:extLst>
                      <a:ext uri="{FF2B5EF4-FFF2-40B4-BE49-F238E27FC236}">
                        <a16:creationId xmlns:a16="http://schemas.microsoft.com/office/drawing/2014/main" id="{E1F84891-79D5-4C49-9120-18258B30E4AD}"/>
                      </a:ext>
                    </a:extLst>
                  </p:cNvPr>
                  <p:cNvSpPr txBox="1">
                    <a:spLocks noRot="1" noChangeAspect="1" noMove="1" noResize="1" noEditPoints="1" noAdjustHandles="1" noChangeArrowheads="1" noChangeShapeType="1" noTextEdit="1"/>
                  </p:cNvSpPr>
                  <p:nvPr/>
                </p:nvSpPr>
                <p:spPr>
                  <a:xfrm>
                    <a:off x="9358363" y="3109574"/>
                    <a:ext cx="1336187" cy="400110"/>
                  </a:xfrm>
                  <a:prstGeom prst="rect">
                    <a:avLst/>
                  </a:prstGeom>
                  <a:blipFill>
                    <a:blip r:embed="rId6"/>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E1D3F785-D539-4864-BC3D-2AF1B726E901}"/>
                      </a:ext>
                    </a:extLst>
                  </p:cNvPr>
                  <p:cNvSpPr txBox="1"/>
                  <p:nvPr/>
                </p:nvSpPr>
                <p:spPr>
                  <a:xfrm>
                    <a:off x="7204503" y="2677195"/>
                    <a:ext cx="1242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7030A0"/>
                      </a:solidFill>
                      <a:effectLst/>
                      <a:uLnTx/>
                      <a:uFillTx/>
                      <a:latin typeface="Calibri"/>
                      <a:ea typeface="+mn-ea"/>
                      <a:cs typeface="+mn-cs"/>
                    </a:endParaRPr>
                  </a:p>
                </p:txBody>
              </p:sp>
            </mc:Choice>
            <mc:Fallback xmlns="">
              <p:sp>
                <p:nvSpPr>
                  <p:cNvPr id="46" name="TextBox 45">
                    <a:extLst>
                      <a:ext uri="{FF2B5EF4-FFF2-40B4-BE49-F238E27FC236}">
                        <a16:creationId xmlns:a16="http://schemas.microsoft.com/office/drawing/2014/main" id="{3DB797D6-1F24-4DA8-87C8-B673550E5202}"/>
                      </a:ext>
                    </a:extLst>
                  </p:cNvPr>
                  <p:cNvSpPr txBox="1">
                    <a:spLocks noRot="1" noChangeAspect="1" noMove="1" noResize="1" noEditPoints="1" noAdjustHandles="1" noChangeArrowheads="1" noChangeShapeType="1" noTextEdit="1"/>
                  </p:cNvSpPr>
                  <p:nvPr/>
                </p:nvSpPr>
                <p:spPr>
                  <a:xfrm>
                    <a:off x="7204503" y="2677195"/>
                    <a:ext cx="1242102" cy="400110"/>
                  </a:xfrm>
                  <a:prstGeom prst="rect">
                    <a:avLst/>
                  </a:prstGeom>
                  <a:blipFill>
                    <a:blip r:embed="rId7"/>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F0E09C6-778C-401A-81C7-4936DAE74DC4}"/>
                      </a:ext>
                    </a:extLst>
                  </p:cNvPr>
                  <p:cNvSpPr txBox="1"/>
                  <p:nvPr/>
                </p:nvSpPr>
                <p:spPr>
                  <a:xfrm>
                    <a:off x="7159805" y="1782859"/>
                    <a:ext cx="620624" cy="3746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92D050"/>
                      </a:solidFill>
                      <a:effectLst/>
                      <a:uLnTx/>
                      <a:uFillTx/>
                      <a:latin typeface="Calibri"/>
                      <a:ea typeface="+mn-ea"/>
                      <a:cs typeface="+mn-cs"/>
                    </a:endParaRPr>
                  </a:p>
                </p:txBody>
              </p:sp>
            </mc:Choice>
            <mc:Fallback xmlns="">
              <p:sp>
                <p:nvSpPr>
                  <p:cNvPr id="61" name="TextBox 60">
                    <a:extLst>
                      <a:ext uri="{FF2B5EF4-FFF2-40B4-BE49-F238E27FC236}">
                        <a16:creationId xmlns:a16="http://schemas.microsoft.com/office/drawing/2014/main" id="{FF0E09C6-778C-401A-81C7-4936DAE74DC4}"/>
                      </a:ext>
                    </a:extLst>
                  </p:cNvPr>
                  <p:cNvSpPr txBox="1">
                    <a:spLocks noRot="1" noChangeAspect="1" noMove="1" noResize="1" noEditPoints="1" noAdjustHandles="1" noChangeArrowheads="1" noChangeShapeType="1" noTextEdit="1"/>
                  </p:cNvSpPr>
                  <p:nvPr/>
                </p:nvSpPr>
                <p:spPr>
                  <a:xfrm>
                    <a:off x="7159805" y="1782859"/>
                    <a:ext cx="620624" cy="374619"/>
                  </a:xfrm>
                  <a:prstGeom prst="rect">
                    <a:avLst/>
                  </a:prstGeom>
                  <a:blipFill>
                    <a:blip r:embed="rId14"/>
                    <a:stretch>
                      <a:fillRect r="-3704" b="-15385"/>
                    </a:stretch>
                  </a:blipFill>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B75A8D17-E26F-4C3A-BC2D-85337B4177E8}"/>
                  </a:ext>
                </a:extLst>
              </p:cNvPr>
              <p:cNvCxnSpPr>
                <a:cxnSpLocks/>
              </p:cNvCxnSpPr>
              <p:nvPr/>
            </p:nvCxnSpPr>
            <p:spPr bwMode="auto">
              <a:xfrm flipH="1" flipV="1">
                <a:off x="7825131" y="2464206"/>
                <a:ext cx="729854" cy="264964"/>
              </a:xfrm>
              <a:prstGeom prst="straightConnector1">
                <a:avLst/>
              </a:prstGeom>
              <a:noFill/>
              <a:ln w="25400" cap="flat" cmpd="sng" algn="ctr">
                <a:solidFill>
                  <a:srgbClr val="92D050"/>
                </a:solidFill>
                <a:prstDash val="sysDash"/>
                <a:round/>
                <a:headEnd type="none" w="med" len="med"/>
                <a:tailEnd type="triangle"/>
              </a:ln>
              <a:effectLst/>
            </p:spPr>
          </p:cxnSp>
          <p:cxnSp>
            <p:nvCxnSpPr>
              <p:cNvPr id="63" name="Straight Arrow Connector 62">
                <a:extLst>
                  <a:ext uri="{FF2B5EF4-FFF2-40B4-BE49-F238E27FC236}">
                    <a16:creationId xmlns:a16="http://schemas.microsoft.com/office/drawing/2014/main" id="{9CBDC4DC-1263-46CA-B761-271698E37F84}"/>
                  </a:ext>
                </a:extLst>
              </p:cNvPr>
              <p:cNvCxnSpPr>
                <a:cxnSpLocks/>
              </p:cNvCxnSpPr>
              <p:nvPr/>
            </p:nvCxnSpPr>
            <p:spPr bwMode="auto">
              <a:xfrm flipH="1" flipV="1">
                <a:off x="9190638" y="2966073"/>
                <a:ext cx="531896" cy="206427"/>
              </a:xfrm>
              <a:prstGeom prst="straightConnector1">
                <a:avLst/>
              </a:prstGeom>
              <a:noFill/>
              <a:ln w="25400" cap="flat" cmpd="sng" algn="ctr">
                <a:solidFill>
                  <a:srgbClr val="92D050"/>
                </a:solidFill>
                <a:prstDash val="sysDash"/>
                <a:round/>
                <a:headEnd type="none" w="med" len="med"/>
                <a:tailEnd type="none" w="med" len="med"/>
              </a:ln>
              <a:effectLst/>
            </p:spPr>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78D094C3-E4FD-4E80-98F4-F18EDB36E33A}"/>
                      </a:ext>
                    </a:extLst>
                  </p:cNvPr>
                  <p:cNvSpPr txBox="1"/>
                  <p:nvPr/>
                </p:nvSpPr>
                <p:spPr>
                  <a:xfrm>
                    <a:off x="8315706" y="2129855"/>
                    <a:ext cx="152563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oMath>
                      </m:oMathPara>
                    </a14:m>
                    <a:endParaRPr kumimoji="0" lang="en-US" sz="2000" b="0" i="0" u="none" strike="noStrike" kern="1200" cap="none" spc="0" normalizeH="0" baseline="0" noProof="0" dirty="0">
                      <a:ln>
                        <a:noFill/>
                      </a:ln>
                      <a:solidFill>
                        <a:srgbClr val="FFC000"/>
                      </a:solidFill>
                      <a:effectLst/>
                      <a:uLnTx/>
                      <a:uFillTx/>
                      <a:latin typeface="Calibri"/>
                      <a:ea typeface="+mn-ea"/>
                      <a:cs typeface="+mn-cs"/>
                    </a:endParaRPr>
                  </a:p>
                </p:txBody>
              </p:sp>
            </mc:Choice>
            <mc:Fallback xmlns="">
              <p:sp>
                <p:nvSpPr>
                  <p:cNvPr id="50" name="TextBox 49">
                    <a:extLst>
                      <a:ext uri="{FF2B5EF4-FFF2-40B4-BE49-F238E27FC236}">
                        <a16:creationId xmlns:a16="http://schemas.microsoft.com/office/drawing/2014/main" id="{527A4789-C32F-4D5B-8339-62DA7FA9EB50}"/>
                      </a:ext>
                    </a:extLst>
                  </p:cNvPr>
                  <p:cNvSpPr txBox="1">
                    <a:spLocks noRot="1" noChangeAspect="1" noMove="1" noResize="1" noEditPoints="1" noAdjustHandles="1" noChangeArrowheads="1" noChangeShapeType="1" noTextEdit="1"/>
                  </p:cNvSpPr>
                  <p:nvPr/>
                </p:nvSpPr>
                <p:spPr>
                  <a:xfrm>
                    <a:off x="8315706" y="2129855"/>
                    <a:ext cx="1525633" cy="400110"/>
                  </a:xfrm>
                  <a:prstGeom prst="rect">
                    <a:avLst/>
                  </a:prstGeom>
                  <a:blipFill>
                    <a:blip r:embed="rId9"/>
                    <a:stretch>
                      <a:fillRect/>
                    </a:stretch>
                  </a:blipFill>
                </p:spPr>
                <p:txBody>
                  <a:bodyPr/>
                  <a:lstStyle/>
                  <a:p>
                    <a:r>
                      <a:rPr lang="en-US">
                        <a:noFill/>
                      </a:rPr>
                      <a:t> </a:t>
                    </a:r>
                  </a:p>
                </p:txBody>
              </p:sp>
            </mc:Fallback>
          </mc:AlternateContent>
          <p:grpSp>
            <p:nvGrpSpPr>
              <p:cNvPr id="65" name="Group 64">
                <a:extLst>
                  <a:ext uri="{FF2B5EF4-FFF2-40B4-BE49-F238E27FC236}">
                    <a16:creationId xmlns:a16="http://schemas.microsoft.com/office/drawing/2014/main" id="{10A529B3-7D97-4F3A-BC1E-49EAEF167F48}"/>
                  </a:ext>
                </a:extLst>
              </p:cNvPr>
              <p:cNvGrpSpPr/>
              <p:nvPr/>
            </p:nvGrpSpPr>
            <p:grpSpPr>
              <a:xfrm rot="21198835">
                <a:off x="8639976" y="2425976"/>
                <a:ext cx="627480" cy="360235"/>
                <a:chOff x="3835887" y="2265898"/>
                <a:chExt cx="627480" cy="360235"/>
              </a:xfrm>
            </p:grpSpPr>
            <p:cxnSp>
              <p:nvCxnSpPr>
                <p:cNvPr id="79" name="Straight Arrow Connector 78">
                  <a:extLst>
                    <a:ext uri="{FF2B5EF4-FFF2-40B4-BE49-F238E27FC236}">
                      <a16:creationId xmlns:a16="http://schemas.microsoft.com/office/drawing/2014/main" id="{F386E28F-D290-46AD-B77C-13F1031A1C27}"/>
                    </a:ext>
                  </a:extLst>
                </p:cNvPr>
                <p:cNvCxnSpPr>
                  <a:cxnSpLocks/>
                </p:cNvCxnSpPr>
                <p:nvPr/>
              </p:nvCxnSpPr>
              <p:spPr bwMode="auto">
                <a:xfrm rot="20583514" flipV="1">
                  <a:off x="3838826" y="2283680"/>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80" name="Straight Arrow Connector 79">
                  <a:extLst>
                    <a:ext uri="{FF2B5EF4-FFF2-40B4-BE49-F238E27FC236}">
                      <a16:creationId xmlns:a16="http://schemas.microsoft.com/office/drawing/2014/main" id="{0C2431D1-C9BA-44C9-A9EB-3FBEA432488B}"/>
                    </a:ext>
                  </a:extLst>
                </p:cNvPr>
                <p:cNvCxnSpPr>
                  <a:cxnSpLocks/>
                </p:cNvCxnSpPr>
                <p:nvPr/>
              </p:nvCxnSpPr>
              <p:spPr bwMode="auto">
                <a:xfrm rot="20583514" flipH="1">
                  <a:off x="3835887" y="229680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81" name="Straight Arrow Connector 80">
                  <a:extLst>
                    <a:ext uri="{FF2B5EF4-FFF2-40B4-BE49-F238E27FC236}">
                      <a16:creationId xmlns:a16="http://schemas.microsoft.com/office/drawing/2014/main" id="{8CC21AF8-8F43-4ECB-82F8-AE498923050A}"/>
                    </a:ext>
                  </a:extLst>
                </p:cNvPr>
                <p:cNvCxnSpPr>
                  <a:cxnSpLocks/>
                </p:cNvCxnSpPr>
                <p:nvPr/>
              </p:nvCxnSpPr>
              <p:spPr bwMode="auto">
                <a:xfrm rot="20583514" flipV="1">
                  <a:off x="3990637" y="2265898"/>
                  <a:ext cx="131376" cy="258296"/>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82" name="Straight Arrow Connector 81">
                  <a:extLst>
                    <a:ext uri="{FF2B5EF4-FFF2-40B4-BE49-F238E27FC236}">
                      <a16:creationId xmlns:a16="http://schemas.microsoft.com/office/drawing/2014/main" id="{C4C5F385-330F-4853-8316-9274DFC9C1EE}"/>
                    </a:ext>
                  </a:extLst>
                </p:cNvPr>
                <p:cNvCxnSpPr>
                  <a:cxnSpLocks/>
                </p:cNvCxnSpPr>
                <p:nvPr/>
              </p:nvCxnSpPr>
              <p:spPr bwMode="auto">
                <a:xfrm rot="20583514" flipH="1">
                  <a:off x="4020866" y="2396940"/>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83" name="Straight Arrow Connector 82">
                  <a:extLst>
                    <a:ext uri="{FF2B5EF4-FFF2-40B4-BE49-F238E27FC236}">
                      <a16:creationId xmlns:a16="http://schemas.microsoft.com/office/drawing/2014/main" id="{160B23C2-7911-465F-B23F-2A5EAB101FA4}"/>
                    </a:ext>
                  </a:extLst>
                </p:cNvPr>
                <p:cNvCxnSpPr>
                  <a:cxnSpLocks/>
                </p:cNvCxnSpPr>
                <p:nvPr/>
              </p:nvCxnSpPr>
              <p:spPr bwMode="auto">
                <a:xfrm rot="20583514" flipV="1">
                  <a:off x="4397369" y="2474087"/>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84" name="Straight Arrow Connector 83">
                  <a:extLst>
                    <a:ext uri="{FF2B5EF4-FFF2-40B4-BE49-F238E27FC236}">
                      <a16:creationId xmlns:a16="http://schemas.microsoft.com/office/drawing/2014/main" id="{FC450340-2216-4873-8EE4-8B4B387EB646}"/>
                    </a:ext>
                  </a:extLst>
                </p:cNvPr>
                <p:cNvCxnSpPr>
                  <a:cxnSpLocks/>
                </p:cNvCxnSpPr>
                <p:nvPr/>
              </p:nvCxnSpPr>
              <p:spPr bwMode="auto">
                <a:xfrm rot="20583514" flipH="1">
                  <a:off x="4192096" y="250396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85" name="Straight Arrow Connector 84">
                  <a:extLst>
                    <a:ext uri="{FF2B5EF4-FFF2-40B4-BE49-F238E27FC236}">
                      <a16:creationId xmlns:a16="http://schemas.microsoft.com/office/drawing/2014/main" id="{F31F028C-4D80-491C-8FA2-A629C638A050}"/>
                    </a:ext>
                  </a:extLst>
                </p:cNvPr>
                <p:cNvCxnSpPr>
                  <a:cxnSpLocks/>
                </p:cNvCxnSpPr>
                <p:nvPr/>
              </p:nvCxnSpPr>
              <p:spPr bwMode="auto">
                <a:xfrm rot="20583514" flipV="1">
                  <a:off x="4175116" y="2367837"/>
                  <a:ext cx="131376" cy="258296"/>
                </a:xfrm>
                <a:prstGeom prst="straightConnector1">
                  <a:avLst/>
                </a:prstGeom>
                <a:noFill/>
                <a:ln w="25400" cap="flat" cmpd="sng" algn="ctr">
                  <a:solidFill>
                    <a:srgbClr val="FFC000"/>
                  </a:solidFill>
                  <a:prstDash val="solid"/>
                  <a:round/>
                  <a:headEnd type="none" w="med" len="med"/>
                  <a:tailEnd type="none" w="med" len="med"/>
                </a:ln>
                <a:effectLst/>
              </p:spPr>
            </p:cxnSp>
          </p:grpSp>
          <p:cxnSp>
            <p:nvCxnSpPr>
              <p:cNvPr id="66" name="Straight Arrow Connector 65">
                <a:extLst>
                  <a:ext uri="{FF2B5EF4-FFF2-40B4-BE49-F238E27FC236}">
                    <a16:creationId xmlns:a16="http://schemas.microsoft.com/office/drawing/2014/main" id="{52B75BF1-A785-4BC3-B4D3-1D6B38BF5CB3}"/>
                  </a:ext>
                </a:extLst>
              </p:cNvPr>
              <p:cNvCxnSpPr>
                <a:cxnSpLocks/>
              </p:cNvCxnSpPr>
              <p:nvPr/>
            </p:nvCxnSpPr>
            <p:spPr bwMode="auto">
              <a:xfrm flipV="1">
                <a:off x="8485151" y="2460491"/>
                <a:ext cx="167725" cy="495215"/>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67" name="Straight Arrow Connector 66">
                <a:extLst>
                  <a:ext uri="{FF2B5EF4-FFF2-40B4-BE49-F238E27FC236}">
                    <a16:creationId xmlns:a16="http://schemas.microsoft.com/office/drawing/2014/main" id="{C6AA9A0B-0322-4B0C-816B-0F9BAAF7B196}"/>
                  </a:ext>
                </a:extLst>
              </p:cNvPr>
              <p:cNvCxnSpPr>
                <a:cxnSpLocks/>
              </p:cNvCxnSpPr>
              <p:nvPr/>
            </p:nvCxnSpPr>
            <p:spPr bwMode="auto">
              <a:xfrm flipV="1">
                <a:off x="9105778" y="2699304"/>
                <a:ext cx="167725" cy="495215"/>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68" name="Straight Arrow Connector 67">
                <a:extLst>
                  <a:ext uri="{FF2B5EF4-FFF2-40B4-BE49-F238E27FC236}">
                    <a16:creationId xmlns:a16="http://schemas.microsoft.com/office/drawing/2014/main" id="{B962ECB9-E6E0-4E96-8E8E-AED5DF96ACF3}"/>
                  </a:ext>
                </a:extLst>
              </p:cNvPr>
              <p:cNvCxnSpPr>
                <a:cxnSpLocks/>
              </p:cNvCxnSpPr>
              <p:nvPr/>
            </p:nvCxnSpPr>
            <p:spPr bwMode="auto">
              <a:xfrm flipH="1">
                <a:off x="8838212" y="2994813"/>
                <a:ext cx="59922" cy="17541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69" name="Straight Arrow Connector 68">
                <a:extLst>
                  <a:ext uri="{FF2B5EF4-FFF2-40B4-BE49-F238E27FC236}">
                    <a16:creationId xmlns:a16="http://schemas.microsoft.com/office/drawing/2014/main" id="{484150FC-22CF-48A7-B7AE-632AC5345E7B}"/>
                  </a:ext>
                </a:extLst>
              </p:cNvPr>
              <p:cNvCxnSpPr>
                <a:cxnSpLocks/>
              </p:cNvCxnSpPr>
              <p:nvPr/>
            </p:nvCxnSpPr>
            <p:spPr bwMode="auto">
              <a:xfrm flipH="1" flipV="1">
                <a:off x="8500684" y="2949542"/>
                <a:ext cx="242487" cy="90116"/>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70" name="Straight Arrow Connector 69">
                <a:extLst>
                  <a:ext uri="{FF2B5EF4-FFF2-40B4-BE49-F238E27FC236}">
                    <a16:creationId xmlns:a16="http://schemas.microsoft.com/office/drawing/2014/main" id="{E538485E-4F6C-4810-A24F-3CFF03E056B4}"/>
                  </a:ext>
                </a:extLst>
              </p:cNvPr>
              <p:cNvCxnSpPr>
                <a:cxnSpLocks/>
              </p:cNvCxnSpPr>
              <p:nvPr/>
            </p:nvCxnSpPr>
            <p:spPr bwMode="auto">
              <a:xfrm flipH="1">
                <a:off x="8700165" y="2946608"/>
                <a:ext cx="59922" cy="17541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71" name="Straight Arrow Connector 70">
                <a:extLst>
                  <a:ext uri="{FF2B5EF4-FFF2-40B4-BE49-F238E27FC236}">
                    <a16:creationId xmlns:a16="http://schemas.microsoft.com/office/drawing/2014/main" id="{17A1B344-F2F5-468F-B87B-A07352C22083}"/>
                  </a:ext>
                </a:extLst>
              </p:cNvPr>
              <p:cNvCxnSpPr>
                <a:cxnSpLocks/>
              </p:cNvCxnSpPr>
              <p:nvPr/>
            </p:nvCxnSpPr>
            <p:spPr bwMode="auto">
              <a:xfrm flipH="1" flipV="1">
                <a:off x="8652698" y="2914754"/>
                <a:ext cx="257099" cy="93050"/>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72" name="Straight Arrow Connector 71">
                <a:extLst>
                  <a:ext uri="{FF2B5EF4-FFF2-40B4-BE49-F238E27FC236}">
                    <a16:creationId xmlns:a16="http://schemas.microsoft.com/office/drawing/2014/main" id="{57B3DC22-1919-45F0-82B6-F4639F545062}"/>
                  </a:ext>
                </a:extLst>
              </p:cNvPr>
              <p:cNvCxnSpPr>
                <a:cxnSpLocks/>
              </p:cNvCxnSpPr>
              <p:nvPr/>
            </p:nvCxnSpPr>
            <p:spPr bwMode="auto">
              <a:xfrm flipH="1" flipV="1">
                <a:off x="8596548" y="3071541"/>
                <a:ext cx="257099" cy="93050"/>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73" name="Straight Arrow Connector 72">
                <a:extLst>
                  <a:ext uri="{FF2B5EF4-FFF2-40B4-BE49-F238E27FC236}">
                    <a16:creationId xmlns:a16="http://schemas.microsoft.com/office/drawing/2014/main" id="{F1EE831B-A06A-40F3-9874-318D4530A8F6}"/>
                  </a:ext>
                </a:extLst>
              </p:cNvPr>
              <p:cNvCxnSpPr>
                <a:cxnSpLocks/>
              </p:cNvCxnSpPr>
              <p:nvPr/>
            </p:nvCxnSpPr>
            <p:spPr bwMode="auto">
              <a:xfrm flipH="1" flipV="1">
                <a:off x="8857849" y="3085857"/>
                <a:ext cx="242487" cy="90116"/>
              </a:xfrm>
              <a:prstGeom prst="straightConnector1">
                <a:avLst/>
              </a:prstGeom>
              <a:noFill/>
              <a:ln w="25400" cap="flat" cmpd="sng" algn="ctr">
                <a:solidFill>
                  <a:srgbClr val="873624"/>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791B734F-3A17-4C58-9452-DE8B6A010BBB}"/>
                      </a:ext>
                    </a:extLst>
                  </p:cNvPr>
                  <p:cNvSpPr txBox="1"/>
                  <p:nvPr/>
                </p:nvSpPr>
                <p:spPr>
                  <a:xfrm>
                    <a:off x="7882521" y="3126871"/>
                    <a:ext cx="152563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oMath>
                      </m:oMathPara>
                    </a14:m>
                    <a:endParaRPr kumimoji="0" lang="en-US" sz="2000" b="0" i="0" u="none" strike="noStrike" kern="1200" cap="none" spc="0" normalizeH="0" baseline="0" noProof="0" dirty="0">
                      <a:ln>
                        <a:noFill/>
                      </a:ln>
                      <a:solidFill>
                        <a:srgbClr val="873624"/>
                      </a:solidFill>
                      <a:effectLst/>
                      <a:uLnTx/>
                      <a:uFillTx/>
                      <a:latin typeface="Calibri"/>
                      <a:ea typeface="+mn-ea"/>
                      <a:cs typeface="+mn-cs"/>
                    </a:endParaRPr>
                  </a:p>
                </p:txBody>
              </p:sp>
            </mc:Choice>
            <mc:Fallback xmlns="">
              <p:sp>
                <p:nvSpPr>
                  <p:cNvPr id="67" name="TextBox 66">
                    <a:extLst>
                      <a:ext uri="{FF2B5EF4-FFF2-40B4-BE49-F238E27FC236}">
                        <a16:creationId xmlns:a16="http://schemas.microsoft.com/office/drawing/2014/main" id="{BC317BDD-7A70-4A37-8AE0-796EAFCDD68A}"/>
                      </a:ext>
                    </a:extLst>
                  </p:cNvPr>
                  <p:cNvSpPr txBox="1">
                    <a:spLocks noRot="1" noChangeAspect="1" noMove="1" noResize="1" noEditPoints="1" noAdjustHandles="1" noChangeArrowheads="1" noChangeShapeType="1" noTextEdit="1"/>
                  </p:cNvSpPr>
                  <p:nvPr/>
                </p:nvSpPr>
                <p:spPr>
                  <a:xfrm>
                    <a:off x="7882521" y="3126871"/>
                    <a:ext cx="1525633" cy="400110"/>
                  </a:xfrm>
                  <a:prstGeom prst="rect">
                    <a:avLst/>
                  </a:prstGeom>
                  <a:blipFill>
                    <a:blip r:embed="rId10"/>
                    <a:stretch>
                      <a:fillRect/>
                    </a:stretch>
                  </a:blipFill>
                </p:spPr>
                <p:txBody>
                  <a:bodyPr/>
                  <a:lstStyle/>
                  <a:p>
                    <a:r>
                      <a:rPr lang="en-US">
                        <a:noFill/>
                      </a:rPr>
                      <a:t> </a:t>
                    </a:r>
                  </a:p>
                </p:txBody>
              </p:sp>
            </mc:Fallback>
          </mc:AlternateContent>
          <p:sp>
            <p:nvSpPr>
              <p:cNvPr id="75" name="Arrow: Right 74">
                <a:extLst>
                  <a:ext uri="{FF2B5EF4-FFF2-40B4-BE49-F238E27FC236}">
                    <a16:creationId xmlns:a16="http://schemas.microsoft.com/office/drawing/2014/main" id="{B7041E41-1B93-48B1-BADD-06EC09EE9B8E}"/>
                  </a:ext>
                </a:extLst>
              </p:cNvPr>
              <p:cNvSpPr/>
              <p:nvPr/>
            </p:nvSpPr>
            <p:spPr bwMode="auto">
              <a:xfrm rot="12012737">
                <a:off x="7815877" y="2409386"/>
                <a:ext cx="531217" cy="290716"/>
              </a:xfrm>
              <a:prstGeom prst="rightArrow">
                <a:avLst/>
              </a:prstGeom>
              <a:solidFill>
                <a:srgbClr val="7030A0"/>
              </a:solid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BBA506C8-03FF-4F98-AED1-13CF4D0EA9FC}"/>
                      </a:ext>
                    </a:extLst>
                  </p:cNvPr>
                  <p:cNvSpPr/>
                  <p:nvPr/>
                </p:nvSpPr>
                <p:spPr>
                  <a:xfrm>
                    <a:off x="7715511" y="4759605"/>
                    <a:ext cx="3385286"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acc>
                            <m:accPr>
                              <m:chr m:val="̇"/>
                              <m:ctrlP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a:ln>
                                    <a:noFill/>
                                  </a:ln>
                                  <a:solidFill>
                                    <a:srgbClr val="92D050"/>
                                  </a:solidFill>
                                  <a:effectLst/>
                                  <a:uLnTx/>
                                  <a:uFillTx/>
                                  <a:latin typeface="Cambria Math" panose="02040503050406030204" pitchFamily="18" charset="0"/>
                                  <a:ea typeface="+mn-ea"/>
                                  <a:cs typeface="+mn-cs"/>
                                </a:rPr>
                                <m:t>𝑥</m:t>
                              </m:r>
                            </m:e>
                          </m:acc>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0</m:t>
                              </m:r>
                            </m:sub>
                          </m:s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69" name="Rectangle 68">
                    <a:extLst>
                      <a:ext uri="{FF2B5EF4-FFF2-40B4-BE49-F238E27FC236}">
                        <a16:creationId xmlns:a16="http://schemas.microsoft.com/office/drawing/2014/main" id="{1B80CEAA-CB35-4BD0-A12B-21A453D1A1A8}"/>
                      </a:ext>
                    </a:extLst>
                  </p:cNvPr>
                  <p:cNvSpPr>
                    <a:spLocks noRot="1" noChangeAspect="1" noMove="1" noResize="1" noEditPoints="1" noAdjustHandles="1" noChangeArrowheads="1" noChangeShapeType="1" noTextEdit="1"/>
                  </p:cNvSpPr>
                  <p:nvPr/>
                </p:nvSpPr>
                <p:spPr>
                  <a:xfrm>
                    <a:off x="7715511" y="4759605"/>
                    <a:ext cx="3385286" cy="523220"/>
                  </a:xfrm>
                  <a:prstGeom prst="rect">
                    <a:avLst/>
                  </a:prstGeom>
                  <a:blipFill>
                    <a:blip r:embed="rId15"/>
                    <a:stretch>
                      <a:fillRect/>
                    </a:stretch>
                  </a:blipFill>
                </p:spPr>
                <p:txBody>
                  <a:bodyPr/>
                  <a:lstStyle/>
                  <a:p>
                    <a:r>
                      <a:rPr lang="en-US">
                        <a:noFill/>
                      </a:rPr>
                      <a:t> </a:t>
                    </a:r>
                  </a:p>
                </p:txBody>
              </p:sp>
            </mc:Fallback>
          </mc:AlternateContent>
          <p:sp>
            <p:nvSpPr>
              <p:cNvPr id="77" name="TextBox 76">
                <a:extLst>
                  <a:ext uri="{FF2B5EF4-FFF2-40B4-BE49-F238E27FC236}">
                    <a16:creationId xmlns:a16="http://schemas.microsoft.com/office/drawing/2014/main" id="{EB4E3A66-E965-4D9B-AB04-158EAE942FFA}"/>
                  </a:ext>
                </a:extLst>
              </p:cNvPr>
              <p:cNvSpPr txBox="1"/>
              <p:nvPr/>
            </p:nvSpPr>
            <p:spPr>
              <a:xfrm>
                <a:off x="8015496" y="4469082"/>
                <a:ext cx="26308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Spring-Dashpot dynamics:</a:t>
                </a:r>
              </a:p>
            </p:txBody>
          </p:sp>
          <p:pic>
            <p:nvPicPr>
              <p:cNvPr id="78" name="Picture 77">
                <a:extLst>
                  <a:ext uri="{FF2B5EF4-FFF2-40B4-BE49-F238E27FC236}">
                    <a16:creationId xmlns:a16="http://schemas.microsoft.com/office/drawing/2014/main" id="{780C078D-CC0E-4023-AD46-11FCA8B3199B}"/>
                  </a:ext>
                </a:extLst>
              </p:cNvPr>
              <p:cNvPicPr>
                <a:picLocks noChangeAspect="1"/>
              </p:cNvPicPr>
              <p:nvPr/>
            </p:nvPicPr>
            <p:blipFill rotWithShape="1">
              <a:blip r:embed="rId12">
                <a:extLst>
                  <a:ext uri="{BEBA8EAE-BF5A-486C-A8C5-ECC9F3942E4B}">
                    <a14:imgProps xmlns:a14="http://schemas.microsoft.com/office/drawing/2010/main">
                      <a14:imgLayer r:embed="rId13">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rcRect l="21112" b="7395"/>
              <a:stretch/>
            </p:blipFill>
            <p:spPr>
              <a:xfrm>
                <a:off x="6901566" y="4085001"/>
                <a:ext cx="1275845" cy="1256295"/>
              </a:xfrm>
              <a:prstGeom prst="rect">
                <a:avLst/>
              </a:prstGeom>
            </p:spPr>
          </p:pic>
        </p:grpSp>
        <p:sp>
          <p:nvSpPr>
            <p:cNvPr id="98" name="TextBox 97">
              <a:extLst>
                <a:ext uri="{FF2B5EF4-FFF2-40B4-BE49-F238E27FC236}">
                  <a16:creationId xmlns:a16="http://schemas.microsoft.com/office/drawing/2014/main" id="{1DA08CFF-C8B8-4BC6-BC60-CB8CEACCAE8B}"/>
                </a:ext>
              </a:extLst>
            </p:cNvPr>
            <p:cNvSpPr txBox="1"/>
            <p:nvPr/>
          </p:nvSpPr>
          <p:spPr>
            <a:xfrm>
              <a:off x="6787098" y="4030465"/>
              <a:ext cx="787218" cy="646331"/>
            </a:xfrm>
            <a:prstGeom prst="rect">
              <a:avLst/>
            </a:prstGeom>
          </p:spPr>
          <p:txBody>
            <a:bodyPr wrap="square" rtlCol="0">
              <a:spAutoFit/>
            </a:bodyPr>
            <a:lstStyle/>
            <a:p>
              <a:pPr algn="ctr"/>
              <a:r>
                <a:rPr lang="en-US" dirty="0"/>
                <a:t>Initial Pose</a:t>
              </a:r>
            </a:p>
          </p:txBody>
        </p:sp>
        <p:sp>
          <p:nvSpPr>
            <p:cNvPr id="99" name="TextBox 98">
              <a:extLst>
                <a:ext uri="{FF2B5EF4-FFF2-40B4-BE49-F238E27FC236}">
                  <a16:creationId xmlns:a16="http://schemas.microsoft.com/office/drawing/2014/main" id="{866E4A57-83C9-4727-BC05-946BD008FFC6}"/>
                </a:ext>
              </a:extLst>
            </p:cNvPr>
            <p:cNvSpPr txBox="1"/>
            <p:nvPr/>
          </p:nvSpPr>
          <p:spPr>
            <a:xfrm>
              <a:off x="9166714" y="1773321"/>
              <a:ext cx="1387953" cy="646331"/>
            </a:xfrm>
            <a:prstGeom prst="rect">
              <a:avLst/>
            </a:prstGeom>
          </p:spPr>
          <p:txBody>
            <a:bodyPr wrap="square" rtlCol="0">
              <a:spAutoFit/>
            </a:bodyPr>
            <a:lstStyle/>
            <a:p>
              <a:pPr algn="ctr"/>
              <a:r>
                <a:rPr lang="en-US" dirty="0"/>
                <a:t>Nominal Goal Pose</a:t>
              </a:r>
            </a:p>
          </p:txBody>
        </p:sp>
      </p:grpSp>
    </p:spTree>
    <p:extLst>
      <p:ext uri="{BB962C8B-B14F-4D97-AF65-F5344CB8AC3E}">
        <p14:creationId xmlns:p14="http://schemas.microsoft.com/office/powerpoint/2010/main" val="2659360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6A725-2013-4D58-A483-90530BC8B66A}"/>
              </a:ext>
            </a:extLst>
          </p:cNvPr>
          <p:cNvSpPr>
            <a:spLocks noGrp="1"/>
          </p:cNvSpPr>
          <p:nvPr>
            <p:ph type="title"/>
          </p:nvPr>
        </p:nvSpPr>
        <p:spPr/>
        <p:txBody>
          <a:bodyPr/>
          <a:lstStyle/>
          <a:p>
            <a:endParaRPr lang="en-US"/>
          </a:p>
        </p:txBody>
      </p:sp>
      <p:sp>
        <p:nvSpPr>
          <p:cNvPr id="3" name="Date Placeholder 2">
            <a:extLst>
              <a:ext uri="{FF2B5EF4-FFF2-40B4-BE49-F238E27FC236}">
                <a16:creationId xmlns:a16="http://schemas.microsoft.com/office/drawing/2014/main" id="{3C4A8245-3B9B-44D4-95D7-8FA71FA67D6A}"/>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744C83F1-7034-4340-829F-BAFD53F575E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F8146631-8359-4C1E-8A21-D14F1F0A94BA}"/>
              </a:ext>
            </a:extLst>
          </p:cNvPr>
          <p:cNvSpPr>
            <a:spLocks noGrp="1"/>
          </p:cNvSpPr>
          <p:nvPr>
            <p:ph type="sldNum" sz="quarter" idx="20"/>
          </p:nvPr>
        </p:nvSpPr>
        <p:spPr/>
        <p:txBody>
          <a:bodyPr/>
          <a:lstStyle/>
          <a:p>
            <a:fld id="{2D04F4CF-F641-6E4E-8F87-8EB8AA2BFA51}" type="slidenum">
              <a:rPr lang="en-US" smtClean="0"/>
              <a:pPr/>
              <a:t>10</a:t>
            </a:fld>
            <a:endParaRPr lang="en-US"/>
          </a:p>
        </p:txBody>
      </p:sp>
      <p:sp>
        <p:nvSpPr>
          <p:cNvPr id="6" name="Text Placeholder 5">
            <a:extLst>
              <a:ext uri="{FF2B5EF4-FFF2-40B4-BE49-F238E27FC236}">
                <a16:creationId xmlns:a16="http://schemas.microsoft.com/office/drawing/2014/main" id="{9FA6167B-B57D-44FD-970A-34F7AA34F0AF}"/>
              </a:ext>
            </a:extLst>
          </p:cNvPr>
          <p:cNvSpPr>
            <a:spLocks noGrp="1"/>
          </p:cNvSpPr>
          <p:nvPr>
            <p:ph type="body" sz="quarter" idx="10"/>
          </p:nvPr>
        </p:nvSpPr>
        <p:spPr>
          <a:xfrm>
            <a:off x="276225" y="772302"/>
            <a:ext cx="9066558" cy="239713"/>
          </a:xfrm>
        </p:spPr>
        <p:txBody>
          <a:bodyPr/>
          <a:lstStyle/>
          <a:p>
            <a:endParaRPr lang="en-US"/>
          </a:p>
        </p:txBody>
      </p:sp>
      <p:grpSp>
        <p:nvGrpSpPr>
          <p:cNvPr id="102" name="Group 101">
            <a:extLst>
              <a:ext uri="{FF2B5EF4-FFF2-40B4-BE49-F238E27FC236}">
                <a16:creationId xmlns:a16="http://schemas.microsoft.com/office/drawing/2014/main" id="{89E1926C-5ED8-4BF0-B024-2F509AB5C9CF}"/>
              </a:ext>
            </a:extLst>
          </p:cNvPr>
          <p:cNvGrpSpPr/>
          <p:nvPr/>
        </p:nvGrpSpPr>
        <p:grpSpPr>
          <a:xfrm>
            <a:off x="820739" y="1771032"/>
            <a:ext cx="4873562" cy="3800573"/>
            <a:chOff x="820739" y="1771032"/>
            <a:chExt cx="4873562" cy="3800573"/>
          </a:xfrm>
        </p:grpSpPr>
        <p:cxnSp>
          <p:nvCxnSpPr>
            <p:cNvPr id="8" name="Straight Connector 7">
              <a:extLst>
                <a:ext uri="{FF2B5EF4-FFF2-40B4-BE49-F238E27FC236}">
                  <a16:creationId xmlns:a16="http://schemas.microsoft.com/office/drawing/2014/main" id="{1DF3287C-5FDF-4E03-A841-7F9D10059050}"/>
                </a:ext>
              </a:extLst>
            </p:cNvPr>
            <p:cNvCxnSpPr>
              <a:cxnSpLocks/>
            </p:cNvCxnSpPr>
            <p:nvPr/>
          </p:nvCxnSpPr>
          <p:spPr bwMode="auto">
            <a:xfrm flipV="1">
              <a:off x="2131144" y="2803177"/>
              <a:ext cx="2413648" cy="1452017"/>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9" name="Group 8">
              <a:extLst>
                <a:ext uri="{FF2B5EF4-FFF2-40B4-BE49-F238E27FC236}">
                  <a16:creationId xmlns:a16="http://schemas.microsoft.com/office/drawing/2014/main" id="{F302ABFC-AEE8-4C89-BA1F-19238D13F5D2}"/>
                </a:ext>
              </a:extLst>
            </p:cNvPr>
            <p:cNvGrpSpPr/>
            <p:nvPr/>
          </p:nvGrpSpPr>
          <p:grpSpPr>
            <a:xfrm>
              <a:off x="3958820" y="1870321"/>
              <a:ext cx="1171945" cy="902211"/>
              <a:chOff x="2882537" y="3074126"/>
              <a:chExt cx="1097280" cy="844731"/>
            </a:xfrm>
          </p:grpSpPr>
          <p:cxnSp>
            <p:nvCxnSpPr>
              <p:cNvPr id="50" name="Straight Arrow Connector 49">
                <a:extLst>
                  <a:ext uri="{FF2B5EF4-FFF2-40B4-BE49-F238E27FC236}">
                    <a16:creationId xmlns:a16="http://schemas.microsoft.com/office/drawing/2014/main" id="{806212D2-B57E-415B-98D2-C6C916D797EF}"/>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42C2395B-A310-4859-932D-D97D4D43B8C4}"/>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8BD47F05-ED1F-42F6-9F09-822ABCBD2AB6}"/>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0" name="Group 9">
              <a:extLst>
                <a:ext uri="{FF2B5EF4-FFF2-40B4-BE49-F238E27FC236}">
                  <a16:creationId xmlns:a16="http://schemas.microsoft.com/office/drawing/2014/main" id="{3A73A5F7-BE59-4D2C-ADEB-B87FABAC9A9F}"/>
                </a:ext>
              </a:extLst>
            </p:cNvPr>
            <p:cNvGrpSpPr/>
            <p:nvPr/>
          </p:nvGrpSpPr>
          <p:grpSpPr>
            <a:xfrm>
              <a:off x="1526570" y="3383628"/>
              <a:ext cx="1171945" cy="902211"/>
              <a:chOff x="2882537" y="3074126"/>
              <a:chExt cx="1097280" cy="844731"/>
            </a:xfrm>
          </p:grpSpPr>
          <p:cxnSp>
            <p:nvCxnSpPr>
              <p:cNvPr id="47" name="Straight Arrow Connector 46">
                <a:extLst>
                  <a:ext uri="{FF2B5EF4-FFF2-40B4-BE49-F238E27FC236}">
                    <a16:creationId xmlns:a16="http://schemas.microsoft.com/office/drawing/2014/main" id="{91CA863B-9C89-4618-9C4A-A075380DE54A}"/>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5D20E876-4AE5-4A81-99F7-9505D6A9F71B}"/>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3827D056-84BC-4C48-B2E9-D0100C31C42E}"/>
                  </a:ext>
                </a:extLst>
              </p:cNvPr>
              <p:cNvCxnSpPr>
                <a:cxnSpLocks/>
              </p:cNvCxnSpPr>
              <p:nvPr/>
            </p:nvCxnSpPr>
            <p:spPr bwMode="auto">
              <a:xfrm flipV="1">
                <a:off x="3422609" y="3570515"/>
                <a:ext cx="557208" cy="34834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1" name="Group 10">
              <a:extLst>
                <a:ext uri="{FF2B5EF4-FFF2-40B4-BE49-F238E27FC236}">
                  <a16:creationId xmlns:a16="http://schemas.microsoft.com/office/drawing/2014/main" id="{2AADFFD1-D139-4EF3-AE77-7837CAD202AB}"/>
                </a:ext>
              </a:extLst>
            </p:cNvPr>
            <p:cNvGrpSpPr/>
            <p:nvPr/>
          </p:nvGrpSpPr>
          <p:grpSpPr>
            <a:xfrm>
              <a:off x="3394298" y="2602241"/>
              <a:ext cx="839943" cy="646623"/>
              <a:chOff x="2882537" y="3074126"/>
              <a:chExt cx="1097280" cy="844731"/>
            </a:xfrm>
          </p:grpSpPr>
          <p:cxnSp>
            <p:nvCxnSpPr>
              <p:cNvPr id="44" name="Straight Arrow Connector 43">
                <a:extLst>
                  <a:ext uri="{FF2B5EF4-FFF2-40B4-BE49-F238E27FC236}">
                    <a16:creationId xmlns:a16="http://schemas.microsoft.com/office/drawing/2014/main" id="{CC63E06A-BE2C-4F51-8CBB-C997D36BD080}"/>
                  </a:ext>
                </a:extLst>
              </p:cNvPr>
              <p:cNvCxnSpPr>
                <a:cxnSpLocks/>
              </p:cNvCxnSpPr>
              <p:nvPr/>
            </p:nvCxnSpPr>
            <p:spPr bwMode="auto">
              <a:xfrm flipV="1">
                <a:off x="3448594" y="3074126"/>
                <a:ext cx="0" cy="844731"/>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E87FCCC7-1DA1-4054-826F-7D9D21E52369}"/>
                  </a:ext>
                </a:extLst>
              </p:cNvPr>
              <p:cNvCxnSpPr>
                <a:cxnSpLocks/>
              </p:cNvCxnSpPr>
              <p:nvPr/>
            </p:nvCxnSpPr>
            <p:spPr bwMode="auto">
              <a:xfrm flipH="1" flipV="1">
                <a:off x="2882537" y="3570514"/>
                <a:ext cx="566057"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0C5DFF80-1825-460F-8491-2B7CA48573A6}"/>
                  </a:ext>
                </a:extLst>
              </p:cNvPr>
              <p:cNvCxnSpPr>
                <a:cxnSpLocks/>
              </p:cNvCxnSpPr>
              <p:nvPr/>
            </p:nvCxnSpPr>
            <p:spPr bwMode="auto">
              <a:xfrm flipV="1">
                <a:off x="3461062" y="3570514"/>
                <a:ext cx="518755" cy="33333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2" name="Group 11">
              <a:extLst>
                <a:ext uri="{FF2B5EF4-FFF2-40B4-BE49-F238E27FC236}">
                  <a16:creationId xmlns:a16="http://schemas.microsoft.com/office/drawing/2014/main" id="{DCBEB50D-3E70-4E3C-8922-D7799CC48E60}"/>
                </a:ext>
              </a:extLst>
            </p:cNvPr>
            <p:cNvGrpSpPr/>
            <p:nvPr/>
          </p:nvGrpSpPr>
          <p:grpSpPr>
            <a:xfrm>
              <a:off x="1373843" y="1840906"/>
              <a:ext cx="839943" cy="646623"/>
              <a:chOff x="2882537" y="3074126"/>
              <a:chExt cx="1097280" cy="844731"/>
            </a:xfrm>
          </p:grpSpPr>
          <p:cxnSp>
            <p:nvCxnSpPr>
              <p:cNvPr id="41" name="Straight Arrow Connector 40">
                <a:extLst>
                  <a:ext uri="{FF2B5EF4-FFF2-40B4-BE49-F238E27FC236}">
                    <a16:creationId xmlns:a16="http://schemas.microsoft.com/office/drawing/2014/main" id="{96260601-A2AB-4D75-A43B-A5ABCA523838}"/>
                  </a:ext>
                </a:extLst>
              </p:cNvPr>
              <p:cNvCxnSpPr>
                <a:cxnSpLocks/>
              </p:cNvCxnSpPr>
              <p:nvPr/>
            </p:nvCxnSpPr>
            <p:spPr bwMode="auto">
              <a:xfrm flipV="1">
                <a:off x="3448594" y="3074126"/>
                <a:ext cx="0" cy="844731"/>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97E25638-4C07-422F-8915-F926B0853297}"/>
                  </a:ext>
                </a:extLst>
              </p:cNvPr>
              <p:cNvCxnSpPr>
                <a:cxnSpLocks/>
              </p:cNvCxnSpPr>
              <p:nvPr/>
            </p:nvCxnSpPr>
            <p:spPr bwMode="auto">
              <a:xfrm flipH="1" flipV="1">
                <a:off x="2882537" y="3570514"/>
                <a:ext cx="566057"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A0A72ED1-832E-4B11-A386-83E5CE33D0C3}"/>
                  </a:ext>
                </a:extLst>
              </p:cNvPr>
              <p:cNvCxnSpPr>
                <a:cxnSpLocks/>
              </p:cNvCxnSpPr>
              <p:nvPr/>
            </p:nvCxnSpPr>
            <p:spPr bwMode="auto">
              <a:xfrm flipV="1">
                <a:off x="3448594" y="3570514"/>
                <a:ext cx="531223"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4C4A711-4333-48E4-A9CA-CB7F15B31BE3}"/>
                    </a:ext>
                  </a:extLst>
                </p:cNvPr>
                <p:cNvSpPr txBox="1"/>
                <p:nvPr/>
              </p:nvSpPr>
              <p:spPr>
                <a:xfrm>
                  <a:off x="3444710" y="3188024"/>
                  <a:ext cx="1427108"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13" name="TextBox 12">
                  <a:extLst>
                    <a:ext uri="{FF2B5EF4-FFF2-40B4-BE49-F238E27FC236}">
                      <a16:creationId xmlns:a16="http://schemas.microsoft.com/office/drawing/2014/main" id="{74C4A711-4333-48E4-A9CA-CB7F15B31BE3}"/>
                    </a:ext>
                  </a:extLst>
                </p:cNvPr>
                <p:cNvSpPr txBox="1">
                  <a:spLocks noRot="1" noChangeAspect="1" noMove="1" noResize="1" noEditPoints="1" noAdjustHandles="1" noChangeArrowheads="1" noChangeShapeType="1" noTextEdit="1"/>
                </p:cNvSpPr>
                <p:nvPr/>
              </p:nvSpPr>
              <p:spPr>
                <a:xfrm>
                  <a:off x="3444710" y="3188024"/>
                  <a:ext cx="1427108" cy="427336"/>
                </a:xfrm>
                <a:prstGeom prst="rect">
                  <a:avLst/>
                </a:prstGeom>
                <a:blipFill>
                  <a:blip r:embed="rId2"/>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033B514-2D68-4F6B-A877-E65D2843667D}"/>
                    </a:ext>
                  </a:extLst>
                </p:cNvPr>
                <p:cNvSpPr txBox="1"/>
                <p:nvPr/>
              </p:nvSpPr>
              <p:spPr>
                <a:xfrm>
                  <a:off x="1450127" y="2707054"/>
                  <a:ext cx="1326621"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7030A0"/>
                    </a:solidFill>
                    <a:effectLst/>
                    <a:uLnTx/>
                    <a:uFillTx/>
                    <a:latin typeface="Calibri"/>
                    <a:ea typeface="+mn-ea"/>
                    <a:cs typeface="+mn-cs"/>
                  </a:endParaRPr>
                </a:p>
              </p:txBody>
            </p:sp>
          </mc:Choice>
          <mc:Fallback xmlns="">
            <p:sp>
              <p:nvSpPr>
                <p:cNvPr id="14" name="TextBox 13">
                  <a:extLst>
                    <a:ext uri="{FF2B5EF4-FFF2-40B4-BE49-F238E27FC236}">
                      <a16:creationId xmlns:a16="http://schemas.microsoft.com/office/drawing/2014/main" id="{9033B514-2D68-4F6B-A877-E65D2843667D}"/>
                    </a:ext>
                  </a:extLst>
                </p:cNvPr>
                <p:cNvSpPr txBox="1">
                  <a:spLocks noRot="1" noChangeAspect="1" noMove="1" noResize="1" noEditPoints="1" noAdjustHandles="1" noChangeArrowheads="1" noChangeShapeType="1" noTextEdit="1"/>
                </p:cNvSpPr>
                <p:nvPr/>
              </p:nvSpPr>
              <p:spPr>
                <a:xfrm>
                  <a:off x="1450127" y="2707054"/>
                  <a:ext cx="1326621" cy="427336"/>
                </a:xfrm>
                <a:prstGeom prst="rect">
                  <a:avLst/>
                </a:prstGeom>
                <a:blipFill>
                  <a:blip r:embed="rId20"/>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817FC54-4D8B-4E66-8831-4462A19B21AB}"/>
                    </a:ext>
                  </a:extLst>
                </p:cNvPr>
                <p:cNvSpPr txBox="1"/>
                <p:nvPr/>
              </p:nvSpPr>
              <p:spPr>
                <a:xfrm>
                  <a:off x="977033" y="1771032"/>
                  <a:ext cx="72954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92D050"/>
                    </a:solidFill>
                    <a:effectLst/>
                    <a:uLnTx/>
                    <a:uFillTx/>
                    <a:latin typeface="Calibri"/>
                    <a:ea typeface="+mn-ea"/>
                    <a:cs typeface="+mn-cs"/>
                  </a:endParaRPr>
                </a:p>
              </p:txBody>
            </p:sp>
          </mc:Choice>
          <mc:Fallback xmlns="">
            <p:sp>
              <p:nvSpPr>
                <p:cNvPr id="15" name="TextBox 14">
                  <a:extLst>
                    <a:ext uri="{FF2B5EF4-FFF2-40B4-BE49-F238E27FC236}">
                      <a16:creationId xmlns:a16="http://schemas.microsoft.com/office/drawing/2014/main" id="{2817FC54-4D8B-4E66-8831-4462A19B21AB}"/>
                    </a:ext>
                  </a:extLst>
                </p:cNvPr>
                <p:cNvSpPr txBox="1">
                  <a:spLocks noRot="1" noChangeAspect="1" noMove="1" noResize="1" noEditPoints="1" noAdjustHandles="1" noChangeArrowheads="1" noChangeShapeType="1" noTextEdit="1"/>
                </p:cNvSpPr>
                <p:nvPr/>
              </p:nvSpPr>
              <p:spPr>
                <a:xfrm>
                  <a:off x="977033" y="1771032"/>
                  <a:ext cx="729548" cy="400110"/>
                </a:xfrm>
                <a:prstGeom prst="rect">
                  <a:avLst/>
                </a:prstGeom>
                <a:blipFill>
                  <a:blip r:embed="rId4"/>
                  <a:stretch>
                    <a:fillRect b="-15385"/>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DA41C6B3-8279-4A6B-9EDB-FF50146FCB6A}"/>
                </a:ext>
              </a:extLst>
            </p:cNvPr>
            <p:cNvCxnSpPr>
              <a:cxnSpLocks/>
            </p:cNvCxnSpPr>
            <p:nvPr/>
          </p:nvCxnSpPr>
          <p:spPr bwMode="auto">
            <a:xfrm flipH="1" flipV="1">
              <a:off x="1807148" y="2498742"/>
              <a:ext cx="779517" cy="282994"/>
            </a:xfrm>
            <a:prstGeom prst="straightConnector1">
              <a:avLst/>
            </a:prstGeom>
            <a:noFill/>
            <a:ln w="25400" cap="flat" cmpd="sng" algn="ctr">
              <a:solidFill>
                <a:srgbClr val="92D050"/>
              </a:solidFill>
              <a:prstDash val="sysDash"/>
              <a:round/>
              <a:headEnd type="none" w="med" len="med"/>
              <a:tailEnd type="triangle"/>
            </a:ln>
            <a:effectLst/>
          </p:spPr>
        </p:cxnSp>
        <p:cxnSp>
          <p:nvCxnSpPr>
            <p:cNvPr id="17" name="Straight Arrow Connector 16">
              <a:extLst>
                <a:ext uri="{FF2B5EF4-FFF2-40B4-BE49-F238E27FC236}">
                  <a16:creationId xmlns:a16="http://schemas.microsoft.com/office/drawing/2014/main" id="{332E629D-1427-41F0-B815-E563F8E5AF18}"/>
                </a:ext>
              </a:extLst>
            </p:cNvPr>
            <p:cNvCxnSpPr>
              <a:cxnSpLocks/>
            </p:cNvCxnSpPr>
            <p:nvPr/>
          </p:nvCxnSpPr>
          <p:spPr bwMode="auto">
            <a:xfrm flipH="1" flipV="1">
              <a:off x="3265572" y="3034759"/>
              <a:ext cx="568089" cy="220473"/>
            </a:xfrm>
            <a:prstGeom prst="straightConnector1">
              <a:avLst/>
            </a:prstGeom>
            <a:noFill/>
            <a:ln w="25400" cap="flat" cmpd="sng" algn="ctr">
              <a:solidFill>
                <a:srgbClr val="92D050"/>
              </a:solidFill>
              <a:prstDash val="sysDash"/>
              <a:round/>
              <a:headEnd type="none" w="med" len="med"/>
              <a:tailEnd type="none" w="med" len="med"/>
            </a:ln>
            <a:effectLst/>
          </p:spPr>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C2D4C5B-A6A7-4847-B842-F4647C4B3A33}"/>
                    </a:ext>
                  </a:extLst>
                </p:cNvPr>
                <p:cNvSpPr txBox="1"/>
                <p:nvPr/>
              </p:nvSpPr>
              <p:spPr>
                <a:xfrm>
                  <a:off x="2331105" y="2141640"/>
                  <a:ext cx="1629445"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oMath>
                    </m:oMathPara>
                  </a14:m>
                  <a:endParaRPr kumimoji="0" lang="en-US" sz="2000" b="0" i="0" u="none" strike="noStrike" kern="1200" cap="none" spc="0" normalizeH="0" baseline="0" noProof="0" dirty="0">
                    <a:ln>
                      <a:noFill/>
                    </a:ln>
                    <a:solidFill>
                      <a:srgbClr val="FFC000"/>
                    </a:solidFill>
                    <a:effectLst/>
                    <a:uLnTx/>
                    <a:uFillTx/>
                    <a:latin typeface="Calibri"/>
                    <a:ea typeface="+mn-ea"/>
                    <a:cs typeface="+mn-cs"/>
                  </a:endParaRPr>
                </a:p>
              </p:txBody>
            </p:sp>
          </mc:Choice>
          <mc:Fallback xmlns="">
            <p:sp>
              <p:nvSpPr>
                <p:cNvPr id="18" name="TextBox 17">
                  <a:extLst>
                    <a:ext uri="{FF2B5EF4-FFF2-40B4-BE49-F238E27FC236}">
                      <a16:creationId xmlns:a16="http://schemas.microsoft.com/office/drawing/2014/main" id="{8C2D4C5B-A6A7-4847-B842-F4647C4B3A33}"/>
                    </a:ext>
                  </a:extLst>
                </p:cNvPr>
                <p:cNvSpPr txBox="1">
                  <a:spLocks noRot="1" noChangeAspect="1" noMove="1" noResize="1" noEditPoints="1" noAdjustHandles="1" noChangeArrowheads="1" noChangeShapeType="1" noTextEdit="1"/>
                </p:cNvSpPr>
                <p:nvPr/>
              </p:nvSpPr>
              <p:spPr>
                <a:xfrm>
                  <a:off x="2331105" y="2141640"/>
                  <a:ext cx="1629445" cy="427336"/>
                </a:xfrm>
                <a:prstGeom prst="rect">
                  <a:avLst/>
                </a:prstGeom>
                <a:blipFill>
                  <a:blip r:embed="rId5"/>
                  <a:stretch>
                    <a:fillRect/>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3FD5C0E7-8D6E-4D71-B3EF-CB886DCCC3B2}"/>
                </a:ext>
              </a:extLst>
            </p:cNvPr>
            <p:cNvGrpSpPr/>
            <p:nvPr/>
          </p:nvGrpSpPr>
          <p:grpSpPr>
            <a:xfrm rot="21198835">
              <a:off x="2677440" y="2457910"/>
              <a:ext cx="670177" cy="384747"/>
              <a:chOff x="3835887" y="2265898"/>
              <a:chExt cx="627480" cy="360235"/>
            </a:xfrm>
          </p:grpSpPr>
          <p:cxnSp>
            <p:nvCxnSpPr>
              <p:cNvPr id="34" name="Straight Arrow Connector 33">
                <a:extLst>
                  <a:ext uri="{FF2B5EF4-FFF2-40B4-BE49-F238E27FC236}">
                    <a16:creationId xmlns:a16="http://schemas.microsoft.com/office/drawing/2014/main" id="{CEE5A925-69A1-4518-B03C-DAFFE192B03C}"/>
                  </a:ext>
                </a:extLst>
              </p:cNvPr>
              <p:cNvCxnSpPr>
                <a:cxnSpLocks/>
              </p:cNvCxnSpPr>
              <p:nvPr/>
            </p:nvCxnSpPr>
            <p:spPr bwMode="auto">
              <a:xfrm rot="20583514" flipV="1">
                <a:off x="3838826" y="2283680"/>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5" name="Straight Arrow Connector 34">
                <a:extLst>
                  <a:ext uri="{FF2B5EF4-FFF2-40B4-BE49-F238E27FC236}">
                    <a16:creationId xmlns:a16="http://schemas.microsoft.com/office/drawing/2014/main" id="{3EAFAD8F-8B4E-40E3-9AC3-FB1E187240F5}"/>
                  </a:ext>
                </a:extLst>
              </p:cNvPr>
              <p:cNvCxnSpPr>
                <a:cxnSpLocks/>
              </p:cNvCxnSpPr>
              <p:nvPr/>
            </p:nvCxnSpPr>
            <p:spPr bwMode="auto">
              <a:xfrm rot="20583514" flipH="1">
                <a:off x="3835887" y="229680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6" name="Straight Arrow Connector 35">
                <a:extLst>
                  <a:ext uri="{FF2B5EF4-FFF2-40B4-BE49-F238E27FC236}">
                    <a16:creationId xmlns:a16="http://schemas.microsoft.com/office/drawing/2014/main" id="{9C81599D-90BE-44C3-A151-CB96EA232C55}"/>
                  </a:ext>
                </a:extLst>
              </p:cNvPr>
              <p:cNvCxnSpPr>
                <a:cxnSpLocks/>
              </p:cNvCxnSpPr>
              <p:nvPr/>
            </p:nvCxnSpPr>
            <p:spPr bwMode="auto">
              <a:xfrm rot="20583514" flipV="1">
                <a:off x="3990637" y="2265898"/>
                <a:ext cx="131376" cy="258296"/>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7" name="Straight Arrow Connector 36">
                <a:extLst>
                  <a:ext uri="{FF2B5EF4-FFF2-40B4-BE49-F238E27FC236}">
                    <a16:creationId xmlns:a16="http://schemas.microsoft.com/office/drawing/2014/main" id="{794CF639-FBF7-435F-AA8A-F09E07C1482A}"/>
                  </a:ext>
                </a:extLst>
              </p:cNvPr>
              <p:cNvCxnSpPr>
                <a:cxnSpLocks/>
              </p:cNvCxnSpPr>
              <p:nvPr/>
            </p:nvCxnSpPr>
            <p:spPr bwMode="auto">
              <a:xfrm rot="20583514" flipH="1">
                <a:off x="4020866" y="2396940"/>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8" name="Straight Arrow Connector 37">
                <a:extLst>
                  <a:ext uri="{FF2B5EF4-FFF2-40B4-BE49-F238E27FC236}">
                    <a16:creationId xmlns:a16="http://schemas.microsoft.com/office/drawing/2014/main" id="{C1F99E39-558B-4DE8-92CF-4D88F21DB4EE}"/>
                  </a:ext>
                </a:extLst>
              </p:cNvPr>
              <p:cNvCxnSpPr>
                <a:cxnSpLocks/>
              </p:cNvCxnSpPr>
              <p:nvPr/>
            </p:nvCxnSpPr>
            <p:spPr bwMode="auto">
              <a:xfrm rot="20583514" flipV="1">
                <a:off x="4397369" y="2474087"/>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9" name="Straight Arrow Connector 38">
                <a:extLst>
                  <a:ext uri="{FF2B5EF4-FFF2-40B4-BE49-F238E27FC236}">
                    <a16:creationId xmlns:a16="http://schemas.microsoft.com/office/drawing/2014/main" id="{D13C993D-6D05-4532-BD32-F3EC48D1D3BF}"/>
                  </a:ext>
                </a:extLst>
              </p:cNvPr>
              <p:cNvCxnSpPr>
                <a:cxnSpLocks/>
              </p:cNvCxnSpPr>
              <p:nvPr/>
            </p:nvCxnSpPr>
            <p:spPr bwMode="auto">
              <a:xfrm rot="20583514" flipH="1">
                <a:off x="4192096" y="250396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40" name="Straight Arrow Connector 39">
                <a:extLst>
                  <a:ext uri="{FF2B5EF4-FFF2-40B4-BE49-F238E27FC236}">
                    <a16:creationId xmlns:a16="http://schemas.microsoft.com/office/drawing/2014/main" id="{0D673A0F-9691-40FD-9953-D7306999CDA0}"/>
                  </a:ext>
                </a:extLst>
              </p:cNvPr>
              <p:cNvCxnSpPr>
                <a:cxnSpLocks/>
              </p:cNvCxnSpPr>
              <p:nvPr/>
            </p:nvCxnSpPr>
            <p:spPr bwMode="auto">
              <a:xfrm rot="20583514" flipV="1">
                <a:off x="4175116" y="2367837"/>
                <a:ext cx="131376" cy="258296"/>
              </a:xfrm>
              <a:prstGeom prst="straightConnector1">
                <a:avLst/>
              </a:prstGeom>
              <a:noFill/>
              <a:ln w="25400" cap="flat" cmpd="sng" algn="ctr">
                <a:solidFill>
                  <a:srgbClr val="FFC000"/>
                </a:solidFill>
                <a:prstDash val="solid"/>
                <a:round/>
                <a:headEnd type="none" w="med" len="med"/>
                <a:tailEnd type="none" w="med" len="med"/>
              </a:ln>
              <a:effectLst/>
            </p:spPr>
          </p:cxnSp>
        </p:grpSp>
        <p:cxnSp>
          <p:nvCxnSpPr>
            <p:cNvPr id="20" name="Straight Arrow Connector 19">
              <a:extLst>
                <a:ext uri="{FF2B5EF4-FFF2-40B4-BE49-F238E27FC236}">
                  <a16:creationId xmlns:a16="http://schemas.microsoft.com/office/drawing/2014/main" id="{A2DCA0B1-A1E6-45C5-B89E-1C203D5F13C2}"/>
                </a:ext>
              </a:extLst>
            </p:cNvPr>
            <p:cNvCxnSpPr>
              <a:cxnSpLocks/>
            </p:cNvCxnSpPr>
            <p:nvPr/>
          </p:nvCxnSpPr>
          <p:spPr bwMode="auto">
            <a:xfrm flipV="1">
              <a:off x="2512080" y="2494774"/>
              <a:ext cx="179138" cy="528912"/>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21" name="Straight Arrow Connector 20">
              <a:extLst>
                <a:ext uri="{FF2B5EF4-FFF2-40B4-BE49-F238E27FC236}">
                  <a16:creationId xmlns:a16="http://schemas.microsoft.com/office/drawing/2014/main" id="{038C4BA8-60F1-459D-8CCD-4D4D3808FE47}"/>
                </a:ext>
              </a:extLst>
            </p:cNvPr>
            <p:cNvCxnSpPr>
              <a:cxnSpLocks/>
            </p:cNvCxnSpPr>
            <p:nvPr/>
          </p:nvCxnSpPr>
          <p:spPr bwMode="auto">
            <a:xfrm flipV="1">
              <a:off x="3174938" y="2749837"/>
              <a:ext cx="179138" cy="528912"/>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22" name="Straight Arrow Connector 21">
              <a:extLst>
                <a:ext uri="{FF2B5EF4-FFF2-40B4-BE49-F238E27FC236}">
                  <a16:creationId xmlns:a16="http://schemas.microsoft.com/office/drawing/2014/main" id="{2FC5676A-5FAF-49D7-8906-2B2A15719903}"/>
                </a:ext>
              </a:extLst>
            </p:cNvPr>
            <p:cNvCxnSpPr>
              <a:cxnSpLocks/>
            </p:cNvCxnSpPr>
            <p:nvPr/>
          </p:nvCxnSpPr>
          <p:spPr bwMode="auto">
            <a:xfrm flipH="1">
              <a:off x="2889165" y="3065454"/>
              <a:ext cx="63999" cy="187348"/>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3" name="Straight Arrow Connector 22">
              <a:extLst>
                <a:ext uri="{FF2B5EF4-FFF2-40B4-BE49-F238E27FC236}">
                  <a16:creationId xmlns:a16="http://schemas.microsoft.com/office/drawing/2014/main" id="{9F531AEF-24F2-4786-BBA7-084DD16B0462}"/>
                </a:ext>
              </a:extLst>
            </p:cNvPr>
            <p:cNvCxnSpPr>
              <a:cxnSpLocks/>
            </p:cNvCxnSpPr>
            <p:nvPr/>
          </p:nvCxnSpPr>
          <p:spPr bwMode="auto">
            <a:xfrm flipH="1" flipV="1">
              <a:off x="2528670" y="3017103"/>
              <a:ext cx="258987" cy="96248"/>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4" name="Straight Arrow Connector 23">
              <a:extLst>
                <a:ext uri="{FF2B5EF4-FFF2-40B4-BE49-F238E27FC236}">
                  <a16:creationId xmlns:a16="http://schemas.microsoft.com/office/drawing/2014/main" id="{D17E638B-C525-492F-9F6B-6B706F53E3DA}"/>
                </a:ext>
              </a:extLst>
            </p:cNvPr>
            <p:cNvCxnSpPr>
              <a:cxnSpLocks/>
            </p:cNvCxnSpPr>
            <p:nvPr/>
          </p:nvCxnSpPr>
          <p:spPr bwMode="auto">
            <a:xfrm flipH="1">
              <a:off x="2741725" y="3013969"/>
              <a:ext cx="63999" cy="187348"/>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5" name="Straight Arrow Connector 24">
              <a:extLst>
                <a:ext uri="{FF2B5EF4-FFF2-40B4-BE49-F238E27FC236}">
                  <a16:creationId xmlns:a16="http://schemas.microsoft.com/office/drawing/2014/main" id="{2875F31E-1E3B-45E3-BC3E-FA4ED2FDE9BA}"/>
                </a:ext>
              </a:extLst>
            </p:cNvPr>
            <p:cNvCxnSpPr>
              <a:cxnSpLocks/>
            </p:cNvCxnSpPr>
            <p:nvPr/>
          </p:nvCxnSpPr>
          <p:spPr bwMode="auto">
            <a:xfrm flipH="1" flipV="1">
              <a:off x="2691028" y="2979947"/>
              <a:ext cx="274593" cy="9938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6" name="Straight Arrow Connector 25">
              <a:extLst>
                <a:ext uri="{FF2B5EF4-FFF2-40B4-BE49-F238E27FC236}">
                  <a16:creationId xmlns:a16="http://schemas.microsoft.com/office/drawing/2014/main" id="{3C1EB2B4-460F-4C06-BF02-CBE40F5D5684}"/>
                </a:ext>
              </a:extLst>
            </p:cNvPr>
            <p:cNvCxnSpPr>
              <a:cxnSpLocks/>
            </p:cNvCxnSpPr>
            <p:nvPr/>
          </p:nvCxnSpPr>
          <p:spPr bwMode="auto">
            <a:xfrm flipH="1" flipV="1">
              <a:off x="2631057" y="3147403"/>
              <a:ext cx="274593" cy="9938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7" name="Straight Arrow Connector 26">
              <a:extLst>
                <a:ext uri="{FF2B5EF4-FFF2-40B4-BE49-F238E27FC236}">
                  <a16:creationId xmlns:a16="http://schemas.microsoft.com/office/drawing/2014/main" id="{F0CFA7AD-CF55-4099-BB61-DFC40ACA43FB}"/>
                </a:ext>
              </a:extLst>
            </p:cNvPr>
            <p:cNvCxnSpPr>
              <a:cxnSpLocks/>
            </p:cNvCxnSpPr>
            <p:nvPr/>
          </p:nvCxnSpPr>
          <p:spPr bwMode="auto">
            <a:xfrm flipH="1" flipV="1">
              <a:off x="2910138" y="3162693"/>
              <a:ext cx="258987" cy="96248"/>
            </a:xfrm>
            <a:prstGeom prst="straightConnector1">
              <a:avLst/>
            </a:prstGeom>
            <a:noFill/>
            <a:ln w="25400" cap="flat" cmpd="sng" algn="ctr">
              <a:solidFill>
                <a:srgbClr val="873624"/>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203D628-D0C2-48DC-90E6-DE08CD1E8955}"/>
                    </a:ext>
                  </a:extLst>
                </p:cNvPr>
                <p:cNvSpPr txBox="1"/>
                <p:nvPr/>
              </p:nvSpPr>
              <p:spPr>
                <a:xfrm>
                  <a:off x="1868444" y="3206498"/>
                  <a:ext cx="1629445"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oMath>
                    </m:oMathPara>
                  </a14:m>
                  <a:endParaRPr kumimoji="0" lang="en-US" sz="2000" b="0" i="0" u="none" strike="noStrike" kern="1200" cap="none" spc="0" normalizeH="0" baseline="0" noProof="0" dirty="0">
                    <a:ln>
                      <a:noFill/>
                    </a:ln>
                    <a:solidFill>
                      <a:srgbClr val="873624"/>
                    </a:solidFill>
                    <a:effectLst/>
                    <a:uLnTx/>
                    <a:uFillTx/>
                    <a:latin typeface="Calibri"/>
                    <a:ea typeface="+mn-ea"/>
                    <a:cs typeface="+mn-cs"/>
                  </a:endParaRPr>
                </a:p>
              </p:txBody>
            </p:sp>
          </mc:Choice>
          <mc:Fallback xmlns="">
            <p:sp>
              <p:nvSpPr>
                <p:cNvPr id="28" name="TextBox 27">
                  <a:extLst>
                    <a:ext uri="{FF2B5EF4-FFF2-40B4-BE49-F238E27FC236}">
                      <a16:creationId xmlns:a16="http://schemas.microsoft.com/office/drawing/2014/main" id="{D203D628-D0C2-48DC-90E6-DE08CD1E8955}"/>
                    </a:ext>
                  </a:extLst>
                </p:cNvPr>
                <p:cNvSpPr txBox="1">
                  <a:spLocks noRot="1" noChangeAspect="1" noMove="1" noResize="1" noEditPoints="1" noAdjustHandles="1" noChangeArrowheads="1" noChangeShapeType="1" noTextEdit="1"/>
                </p:cNvSpPr>
                <p:nvPr/>
              </p:nvSpPr>
              <p:spPr>
                <a:xfrm>
                  <a:off x="1868444" y="3206498"/>
                  <a:ext cx="1629445" cy="42733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81E84917-2B5C-45C1-8909-0DBF9D796693}"/>
                    </a:ext>
                  </a:extLst>
                </p:cNvPr>
                <p:cNvSpPr/>
                <p:nvPr/>
              </p:nvSpPr>
              <p:spPr>
                <a:xfrm>
                  <a:off x="1301477" y="4773628"/>
                  <a:ext cx="439282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chemeClr val="accent2"/>
                            </a:solidFill>
                            <a:effectLst/>
                            <a:uLnTx/>
                            <a:uFillTx/>
                            <a:latin typeface="Cambria Math" panose="02040503050406030204" pitchFamily="18" charset="0"/>
                            <a:ea typeface="+mn-ea"/>
                            <a:cs typeface="+mn-cs"/>
                          </a:rPr>
                          <m:t>𝑚</m:t>
                        </m:r>
                        <m:acc>
                          <m:accPr>
                            <m:chr m:val="̈"/>
                            <m:ctrlP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e>
                        </m:acc>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acc>
                          <m:accPr>
                            <m:chr m:val="̇"/>
                            <m:ctrlP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a:ln>
                                  <a:noFill/>
                                </a:ln>
                                <a:solidFill>
                                  <a:srgbClr val="92D050"/>
                                </a:solidFill>
                                <a:effectLst/>
                                <a:uLnTx/>
                                <a:uFillTx/>
                                <a:latin typeface="Cambria Math" panose="02040503050406030204" pitchFamily="18" charset="0"/>
                                <a:ea typeface="+mn-ea"/>
                                <a:cs typeface="+mn-cs"/>
                              </a:rPr>
                              <m:t>𝑥</m:t>
                            </m:r>
                          </m:e>
                        </m:acc>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0</m:t>
                            </m:r>
                          </m:sub>
                        </m:s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0" name="Rectangle 29">
                  <a:extLst>
                    <a:ext uri="{FF2B5EF4-FFF2-40B4-BE49-F238E27FC236}">
                      <a16:creationId xmlns:a16="http://schemas.microsoft.com/office/drawing/2014/main" id="{81E84917-2B5C-45C1-8909-0DBF9D796693}"/>
                    </a:ext>
                  </a:extLst>
                </p:cNvPr>
                <p:cNvSpPr>
                  <a:spLocks noRot="1" noChangeAspect="1" noMove="1" noResize="1" noEditPoints="1" noAdjustHandles="1" noChangeArrowheads="1" noChangeShapeType="1" noTextEdit="1"/>
                </p:cNvSpPr>
                <p:nvPr/>
              </p:nvSpPr>
              <p:spPr>
                <a:xfrm>
                  <a:off x="1301477" y="4773628"/>
                  <a:ext cx="4392824" cy="523220"/>
                </a:xfrm>
                <a:prstGeom prst="rect">
                  <a:avLst/>
                </a:prstGeom>
                <a:blipFill>
                  <a:blip r:embed="rId21"/>
                  <a:stretch>
                    <a:fillRect/>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0E8F3924-60AA-4BF6-9CFE-3C0E326C02F2}"/>
                </a:ext>
              </a:extLst>
            </p:cNvPr>
            <p:cNvSpPr txBox="1"/>
            <p:nvPr/>
          </p:nvSpPr>
          <p:spPr>
            <a:xfrm>
              <a:off x="2005328" y="4498871"/>
              <a:ext cx="318869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Spring-Dashpot-Mass dynamics:</a:t>
              </a:r>
            </a:p>
          </p:txBody>
        </p:sp>
        <p:pic>
          <p:nvPicPr>
            <p:cNvPr id="32" name="Picture 31">
              <a:extLst>
                <a:ext uri="{FF2B5EF4-FFF2-40B4-BE49-F238E27FC236}">
                  <a16:creationId xmlns:a16="http://schemas.microsoft.com/office/drawing/2014/main" id="{191DC12B-CD81-4DA6-AD71-49BC73952155}"/>
                </a:ext>
              </a:extLst>
            </p:cNvPr>
            <p:cNvPicPr>
              <a:picLocks noChangeAspect="1"/>
            </p:cNvPicPr>
            <p:nvPr/>
          </p:nvPicPr>
          <p:blipFill rotWithShape="1">
            <a:blip r:embed="rId22">
              <a:extLst>
                <a:ext uri="{BEBA8EAE-BF5A-486C-A8C5-ECC9F3942E4B}">
                  <a14:imgProps xmlns:a14="http://schemas.microsoft.com/office/drawing/2010/main">
                    <a14:imgLayer r:embed="rId23">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rcRect l="21112" b="7395"/>
            <a:stretch/>
          </p:blipFill>
          <p:spPr>
            <a:xfrm>
              <a:off x="820739" y="4229825"/>
              <a:ext cx="1362660" cy="1341780"/>
            </a:xfrm>
            <a:prstGeom prst="rect">
              <a:avLst/>
            </a:prstGeom>
          </p:spPr>
        </p:pic>
        <p:sp>
          <p:nvSpPr>
            <p:cNvPr id="33" name="Oval 32">
              <a:extLst>
                <a:ext uri="{FF2B5EF4-FFF2-40B4-BE49-F238E27FC236}">
                  <a16:creationId xmlns:a16="http://schemas.microsoft.com/office/drawing/2014/main" id="{5E264E46-9A9F-4612-8A7B-40B99F05BE33}"/>
                </a:ext>
              </a:extLst>
            </p:cNvPr>
            <p:cNvSpPr/>
            <p:nvPr/>
          </p:nvSpPr>
          <p:spPr>
            <a:xfrm>
              <a:off x="1673219" y="2342881"/>
              <a:ext cx="262181" cy="248644"/>
            </a:xfrm>
            <a:prstGeom prst="ellipse">
              <a:avLst/>
            </a:prstGeom>
            <a:solidFill>
              <a:schemeClr val="accent3"/>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Arrow: Right 28">
              <a:extLst>
                <a:ext uri="{FF2B5EF4-FFF2-40B4-BE49-F238E27FC236}">
                  <a16:creationId xmlns:a16="http://schemas.microsoft.com/office/drawing/2014/main" id="{FD5C3CBE-6622-40DC-B41F-449401855AD2}"/>
                </a:ext>
              </a:extLst>
            </p:cNvPr>
            <p:cNvSpPr/>
            <p:nvPr/>
          </p:nvSpPr>
          <p:spPr bwMode="auto">
            <a:xfrm rot="12012737">
              <a:off x="1903853" y="2467697"/>
              <a:ext cx="567364" cy="310498"/>
            </a:xfrm>
            <a:prstGeom prst="rightArrow">
              <a:avLst/>
            </a:prstGeom>
            <a:solidFill>
              <a:srgbClr val="7030A0"/>
            </a:solid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D6284796-AC39-4E5A-8306-5DB22A6BA2D0}"/>
                    </a:ext>
                  </a:extLst>
                </p:cNvPr>
                <p:cNvSpPr txBox="1"/>
                <p:nvPr/>
              </p:nvSpPr>
              <p:spPr>
                <a:xfrm>
                  <a:off x="1243179" y="2403425"/>
                  <a:ext cx="5654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chemeClr val="accent2"/>
                            </a:solidFill>
                            <a:effectLst/>
                            <a:uLnTx/>
                            <a:uFillTx/>
                            <a:latin typeface="Cambria Math" panose="02040503050406030204" pitchFamily="18" charset="0"/>
                            <a:ea typeface="+mn-ea"/>
                            <a:cs typeface="+mn-cs"/>
                          </a:rPr>
                          <m:t>𝑚</m:t>
                        </m:r>
                      </m:oMath>
                    </m:oMathPara>
                  </a14:m>
                  <a:endParaRPr kumimoji="0" lang="en-US" sz="2000" b="0" i="0" u="none" strike="noStrike" kern="1200" cap="none" spc="0" normalizeH="0" baseline="0" noProof="0" dirty="0">
                    <a:ln>
                      <a:noFill/>
                    </a:ln>
                    <a:solidFill>
                      <a:schemeClr val="accent2"/>
                    </a:solidFill>
                    <a:effectLst/>
                    <a:uLnTx/>
                    <a:uFillTx/>
                    <a:latin typeface="Calibri"/>
                    <a:ea typeface="+mn-ea"/>
                    <a:cs typeface="+mn-cs"/>
                  </a:endParaRPr>
                </a:p>
              </p:txBody>
            </p:sp>
          </mc:Choice>
          <mc:Fallback xmlns="">
            <p:sp>
              <p:nvSpPr>
                <p:cNvPr id="101" name="TextBox 100">
                  <a:extLst>
                    <a:ext uri="{FF2B5EF4-FFF2-40B4-BE49-F238E27FC236}">
                      <a16:creationId xmlns:a16="http://schemas.microsoft.com/office/drawing/2014/main" id="{D6284796-AC39-4E5A-8306-5DB22A6BA2D0}"/>
                    </a:ext>
                  </a:extLst>
                </p:cNvPr>
                <p:cNvSpPr txBox="1">
                  <a:spLocks noRot="1" noChangeAspect="1" noMove="1" noResize="1" noEditPoints="1" noAdjustHandles="1" noChangeArrowheads="1" noChangeShapeType="1" noTextEdit="1"/>
                </p:cNvSpPr>
                <p:nvPr/>
              </p:nvSpPr>
              <p:spPr>
                <a:xfrm>
                  <a:off x="1243179" y="2403425"/>
                  <a:ext cx="565427" cy="400110"/>
                </a:xfrm>
                <a:prstGeom prst="rect">
                  <a:avLst/>
                </a:prstGeom>
                <a:blipFill>
                  <a:blip r:embed="rId24"/>
                  <a:stretch>
                    <a:fillRect/>
                  </a:stretch>
                </a:blipFill>
              </p:spPr>
              <p:txBody>
                <a:bodyPr/>
                <a:lstStyle/>
                <a:p>
                  <a:r>
                    <a:rPr lang="en-US">
                      <a:noFill/>
                    </a:rPr>
                    <a:t> </a:t>
                  </a:r>
                </a:p>
              </p:txBody>
            </p:sp>
          </mc:Fallback>
        </mc:AlternateContent>
      </p:grpSp>
      <p:grpSp>
        <p:nvGrpSpPr>
          <p:cNvPr id="149" name="Group 148">
            <a:extLst>
              <a:ext uri="{FF2B5EF4-FFF2-40B4-BE49-F238E27FC236}">
                <a16:creationId xmlns:a16="http://schemas.microsoft.com/office/drawing/2014/main" id="{AED36D0D-5A79-3022-F9D9-59E3606CEBFB}"/>
              </a:ext>
            </a:extLst>
          </p:cNvPr>
          <p:cNvGrpSpPr/>
          <p:nvPr/>
        </p:nvGrpSpPr>
        <p:grpSpPr>
          <a:xfrm>
            <a:off x="6759193" y="1733547"/>
            <a:ext cx="4742815" cy="3800573"/>
            <a:chOff x="6759193" y="1733547"/>
            <a:chExt cx="4742815" cy="3800573"/>
          </a:xfrm>
        </p:grpSpPr>
        <p:sp>
          <p:nvSpPr>
            <p:cNvPr id="98" name="TextBox 97">
              <a:extLst>
                <a:ext uri="{FF2B5EF4-FFF2-40B4-BE49-F238E27FC236}">
                  <a16:creationId xmlns:a16="http://schemas.microsoft.com/office/drawing/2014/main" id="{1DA08CFF-C8B8-4BC6-BC60-CB8CEACCAE8B}"/>
                </a:ext>
              </a:extLst>
            </p:cNvPr>
            <p:cNvSpPr txBox="1"/>
            <p:nvPr/>
          </p:nvSpPr>
          <p:spPr>
            <a:xfrm>
              <a:off x="6787098" y="4030465"/>
              <a:ext cx="787218" cy="646331"/>
            </a:xfrm>
            <a:prstGeom prst="rect">
              <a:avLst/>
            </a:prstGeom>
          </p:spPr>
          <p:txBody>
            <a:bodyPr wrap="square" rtlCol="0">
              <a:spAutoFit/>
            </a:bodyPr>
            <a:lstStyle/>
            <a:p>
              <a:pPr algn="ctr"/>
              <a:r>
                <a:rPr lang="en-US" dirty="0"/>
                <a:t>Initial Pose</a:t>
              </a:r>
            </a:p>
          </p:txBody>
        </p:sp>
        <p:sp>
          <p:nvSpPr>
            <p:cNvPr id="99" name="TextBox 98">
              <a:extLst>
                <a:ext uri="{FF2B5EF4-FFF2-40B4-BE49-F238E27FC236}">
                  <a16:creationId xmlns:a16="http://schemas.microsoft.com/office/drawing/2014/main" id="{866E4A57-83C9-4727-BC05-946BD008FFC6}"/>
                </a:ext>
              </a:extLst>
            </p:cNvPr>
            <p:cNvSpPr txBox="1"/>
            <p:nvPr/>
          </p:nvSpPr>
          <p:spPr>
            <a:xfrm>
              <a:off x="9166714" y="1773321"/>
              <a:ext cx="1387953" cy="646331"/>
            </a:xfrm>
            <a:prstGeom prst="rect">
              <a:avLst/>
            </a:prstGeom>
          </p:spPr>
          <p:txBody>
            <a:bodyPr wrap="square" rtlCol="0">
              <a:spAutoFit/>
            </a:bodyPr>
            <a:lstStyle/>
            <a:p>
              <a:pPr algn="ctr"/>
              <a:r>
                <a:rPr lang="en-US" dirty="0"/>
                <a:t>Nominal Goal Pose</a:t>
              </a:r>
            </a:p>
          </p:txBody>
        </p:sp>
        <p:grpSp>
          <p:nvGrpSpPr>
            <p:cNvPr id="7" name="Group 6">
              <a:extLst>
                <a:ext uri="{FF2B5EF4-FFF2-40B4-BE49-F238E27FC236}">
                  <a16:creationId xmlns:a16="http://schemas.microsoft.com/office/drawing/2014/main" id="{33C4AC8D-9F60-993D-6D37-810B9C613A31}"/>
                </a:ext>
              </a:extLst>
            </p:cNvPr>
            <p:cNvGrpSpPr/>
            <p:nvPr/>
          </p:nvGrpSpPr>
          <p:grpSpPr>
            <a:xfrm>
              <a:off x="6759193" y="1733547"/>
              <a:ext cx="4742815" cy="3800573"/>
              <a:chOff x="820739" y="1771032"/>
              <a:chExt cx="4742815" cy="3800573"/>
            </a:xfrm>
          </p:grpSpPr>
          <p:cxnSp>
            <p:nvCxnSpPr>
              <p:cNvPr id="103" name="Straight Connector 102">
                <a:extLst>
                  <a:ext uri="{FF2B5EF4-FFF2-40B4-BE49-F238E27FC236}">
                    <a16:creationId xmlns:a16="http://schemas.microsoft.com/office/drawing/2014/main" id="{786F87F4-ECC3-0960-76A8-08094EDBC395}"/>
                  </a:ext>
                </a:extLst>
              </p:cNvPr>
              <p:cNvCxnSpPr>
                <a:cxnSpLocks/>
              </p:cNvCxnSpPr>
              <p:nvPr/>
            </p:nvCxnSpPr>
            <p:spPr bwMode="auto">
              <a:xfrm flipV="1">
                <a:off x="2131144" y="2803177"/>
                <a:ext cx="2413648" cy="1452017"/>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104" name="Group 103">
                <a:extLst>
                  <a:ext uri="{FF2B5EF4-FFF2-40B4-BE49-F238E27FC236}">
                    <a16:creationId xmlns:a16="http://schemas.microsoft.com/office/drawing/2014/main" id="{F53DFDA2-64FF-6155-7920-3F5B2BE755EF}"/>
                  </a:ext>
                </a:extLst>
              </p:cNvPr>
              <p:cNvGrpSpPr/>
              <p:nvPr/>
            </p:nvGrpSpPr>
            <p:grpSpPr>
              <a:xfrm>
                <a:off x="3958820" y="1870321"/>
                <a:ext cx="1171945" cy="902211"/>
                <a:chOff x="2882537" y="3074126"/>
                <a:chExt cx="1097280" cy="844731"/>
              </a:xfrm>
            </p:grpSpPr>
            <p:cxnSp>
              <p:nvCxnSpPr>
                <p:cNvPr id="146" name="Straight Arrow Connector 145">
                  <a:extLst>
                    <a:ext uri="{FF2B5EF4-FFF2-40B4-BE49-F238E27FC236}">
                      <a16:creationId xmlns:a16="http://schemas.microsoft.com/office/drawing/2014/main" id="{19A3B24E-AB52-ADD7-6B55-6923FDD2EA62}"/>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7" name="Straight Arrow Connector 146">
                  <a:extLst>
                    <a:ext uri="{FF2B5EF4-FFF2-40B4-BE49-F238E27FC236}">
                      <a16:creationId xmlns:a16="http://schemas.microsoft.com/office/drawing/2014/main" id="{EED7C429-F18C-95FB-9188-632B55F9F13E}"/>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8" name="Straight Arrow Connector 147">
                  <a:extLst>
                    <a:ext uri="{FF2B5EF4-FFF2-40B4-BE49-F238E27FC236}">
                      <a16:creationId xmlns:a16="http://schemas.microsoft.com/office/drawing/2014/main" id="{5F648955-5CE1-1EE8-88D5-6D6C9ABEAB10}"/>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05" name="Group 104">
                <a:extLst>
                  <a:ext uri="{FF2B5EF4-FFF2-40B4-BE49-F238E27FC236}">
                    <a16:creationId xmlns:a16="http://schemas.microsoft.com/office/drawing/2014/main" id="{E92EAD62-D55C-6A13-5DE5-7E35BC3317D5}"/>
                  </a:ext>
                </a:extLst>
              </p:cNvPr>
              <p:cNvGrpSpPr/>
              <p:nvPr/>
            </p:nvGrpSpPr>
            <p:grpSpPr>
              <a:xfrm>
                <a:off x="1526570" y="3383628"/>
                <a:ext cx="1171945" cy="902211"/>
                <a:chOff x="2882537" y="3074126"/>
                <a:chExt cx="1097280" cy="844731"/>
              </a:xfrm>
            </p:grpSpPr>
            <p:cxnSp>
              <p:nvCxnSpPr>
                <p:cNvPr id="143" name="Straight Arrow Connector 142">
                  <a:extLst>
                    <a:ext uri="{FF2B5EF4-FFF2-40B4-BE49-F238E27FC236}">
                      <a16:creationId xmlns:a16="http://schemas.microsoft.com/office/drawing/2014/main" id="{6F8C1090-5484-4AD3-6E4F-B0F58617EDA9}"/>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4" name="Straight Arrow Connector 143">
                  <a:extLst>
                    <a:ext uri="{FF2B5EF4-FFF2-40B4-BE49-F238E27FC236}">
                      <a16:creationId xmlns:a16="http://schemas.microsoft.com/office/drawing/2014/main" id="{4FB170C2-E542-5D3C-7464-45AD70F3B902}"/>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5" name="Straight Arrow Connector 144">
                  <a:extLst>
                    <a:ext uri="{FF2B5EF4-FFF2-40B4-BE49-F238E27FC236}">
                      <a16:creationId xmlns:a16="http://schemas.microsoft.com/office/drawing/2014/main" id="{0920EC77-2C19-0A9E-341B-CA13ABF2A8E0}"/>
                    </a:ext>
                  </a:extLst>
                </p:cNvPr>
                <p:cNvCxnSpPr>
                  <a:cxnSpLocks/>
                </p:cNvCxnSpPr>
                <p:nvPr/>
              </p:nvCxnSpPr>
              <p:spPr bwMode="auto">
                <a:xfrm flipV="1">
                  <a:off x="3422609" y="3570515"/>
                  <a:ext cx="557208" cy="34834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06" name="Group 105">
                <a:extLst>
                  <a:ext uri="{FF2B5EF4-FFF2-40B4-BE49-F238E27FC236}">
                    <a16:creationId xmlns:a16="http://schemas.microsoft.com/office/drawing/2014/main" id="{973A53B3-5D60-1C7D-8AB9-BC5E33D75DA2}"/>
                  </a:ext>
                </a:extLst>
              </p:cNvPr>
              <p:cNvGrpSpPr/>
              <p:nvPr/>
            </p:nvGrpSpPr>
            <p:grpSpPr>
              <a:xfrm>
                <a:off x="3394298" y="2602241"/>
                <a:ext cx="839943" cy="646623"/>
                <a:chOff x="2882537" y="3074126"/>
                <a:chExt cx="1097280" cy="844731"/>
              </a:xfrm>
            </p:grpSpPr>
            <p:cxnSp>
              <p:nvCxnSpPr>
                <p:cNvPr id="140" name="Straight Arrow Connector 139">
                  <a:extLst>
                    <a:ext uri="{FF2B5EF4-FFF2-40B4-BE49-F238E27FC236}">
                      <a16:creationId xmlns:a16="http://schemas.microsoft.com/office/drawing/2014/main" id="{D52DBE4E-2F18-C5BF-B189-E2F7C995E110}"/>
                    </a:ext>
                  </a:extLst>
                </p:cNvPr>
                <p:cNvCxnSpPr>
                  <a:cxnSpLocks/>
                </p:cNvCxnSpPr>
                <p:nvPr/>
              </p:nvCxnSpPr>
              <p:spPr bwMode="auto">
                <a:xfrm flipV="1">
                  <a:off x="3448594" y="3074126"/>
                  <a:ext cx="0" cy="844731"/>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1941988F-F325-0B04-CB3F-0A5979DAEA03}"/>
                    </a:ext>
                  </a:extLst>
                </p:cNvPr>
                <p:cNvCxnSpPr>
                  <a:cxnSpLocks/>
                </p:cNvCxnSpPr>
                <p:nvPr/>
              </p:nvCxnSpPr>
              <p:spPr bwMode="auto">
                <a:xfrm flipH="1" flipV="1">
                  <a:off x="2882537" y="3570514"/>
                  <a:ext cx="566057"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5395A9C2-BE0D-6924-ECAD-F110B4996A18}"/>
                    </a:ext>
                  </a:extLst>
                </p:cNvPr>
                <p:cNvCxnSpPr>
                  <a:cxnSpLocks/>
                </p:cNvCxnSpPr>
                <p:nvPr/>
              </p:nvCxnSpPr>
              <p:spPr bwMode="auto">
                <a:xfrm flipV="1">
                  <a:off x="3461062" y="3570514"/>
                  <a:ext cx="518755" cy="33333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07" name="Group 106">
                <a:extLst>
                  <a:ext uri="{FF2B5EF4-FFF2-40B4-BE49-F238E27FC236}">
                    <a16:creationId xmlns:a16="http://schemas.microsoft.com/office/drawing/2014/main" id="{7E9CDF4A-A30B-6D34-6098-519F51DC322E}"/>
                  </a:ext>
                </a:extLst>
              </p:cNvPr>
              <p:cNvGrpSpPr/>
              <p:nvPr/>
            </p:nvGrpSpPr>
            <p:grpSpPr>
              <a:xfrm>
                <a:off x="1373843" y="1840906"/>
                <a:ext cx="839943" cy="646623"/>
                <a:chOff x="2882537" y="3074126"/>
                <a:chExt cx="1097280" cy="844731"/>
              </a:xfrm>
            </p:grpSpPr>
            <p:cxnSp>
              <p:nvCxnSpPr>
                <p:cNvPr id="137" name="Straight Arrow Connector 136">
                  <a:extLst>
                    <a:ext uri="{FF2B5EF4-FFF2-40B4-BE49-F238E27FC236}">
                      <a16:creationId xmlns:a16="http://schemas.microsoft.com/office/drawing/2014/main" id="{0F579128-C7FB-1A0A-5C65-71F7175C16FC}"/>
                    </a:ext>
                  </a:extLst>
                </p:cNvPr>
                <p:cNvCxnSpPr>
                  <a:cxnSpLocks/>
                </p:cNvCxnSpPr>
                <p:nvPr/>
              </p:nvCxnSpPr>
              <p:spPr bwMode="auto">
                <a:xfrm flipV="1">
                  <a:off x="3448594" y="3074126"/>
                  <a:ext cx="0" cy="844731"/>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38" name="Straight Arrow Connector 137">
                  <a:extLst>
                    <a:ext uri="{FF2B5EF4-FFF2-40B4-BE49-F238E27FC236}">
                      <a16:creationId xmlns:a16="http://schemas.microsoft.com/office/drawing/2014/main" id="{BD83DCAD-42F2-88F1-B069-1B2E4D9B2A94}"/>
                    </a:ext>
                  </a:extLst>
                </p:cNvPr>
                <p:cNvCxnSpPr>
                  <a:cxnSpLocks/>
                </p:cNvCxnSpPr>
                <p:nvPr/>
              </p:nvCxnSpPr>
              <p:spPr bwMode="auto">
                <a:xfrm flipH="1" flipV="1">
                  <a:off x="2882537" y="3570514"/>
                  <a:ext cx="566057"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6ECC56F9-94C6-8391-A3D0-FFA47392FD18}"/>
                    </a:ext>
                  </a:extLst>
                </p:cNvPr>
                <p:cNvCxnSpPr>
                  <a:cxnSpLocks/>
                </p:cNvCxnSpPr>
                <p:nvPr/>
              </p:nvCxnSpPr>
              <p:spPr bwMode="auto">
                <a:xfrm flipV="1">
                  <a:off x="3448594" y="3570514"/>
                  <a:ext cx="531223"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C39C0198-B74A-1D0E-EDF5-77502664357F}"/>
                      </a:ext>
                    </a:extLst>
                  </p:cNvPr>
                  <p:cNvSpPr txBox="1"/>
                  <p:nvPr/>
                </p:nvSpPr>
                <p:spPr>
                  <a:xfrm>
                    <a:off x="3444710" y="3188024"/>
                    <a:ext cx="1427108"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13" name="TextBox 12">
                    <a:extLst>
                      <a:ext uri="{FF2B5EF4-FFF2-40B4-BE49-F238E27FC236}">
                        <a16:creationId xmlns:a16="http://schemas.microsoft.com/office/drawing/2014/main" id="{74C4A711-4333-48E4-A9CA-CB7F15B31BE3}"/>
                      </a:ext>
                    </a:extLst>
                  </p:cNvPr>
                  <p:cNvSpPr txBox="1">
                    <a:spLocks noRot="1" noChangeAspect="1" noMove="1" noResize="1" noEditPoints="1" noAdjustHandles="1" noChangeArrowheads="1" noChangeShapeType="1" noTextEdit="1"/>
                  </p:cNvSpPr>
                  <p:nvPr/>
                </p:nvSpPr>
                <p:spPr>
                  <a:xfrm>
                    <a:off x="3444710" y="3188024"/>
                    <a:ext cx="1427108" cy="427336"/>
                  </a:xfrm>
                  <a:prstGeom prst="rect">
                    <a:avLst/>
                  </a:prstGeom>
                  <a:blipFill>
                    <a:blip r:embed="rId2"/>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35C4BC9B-ADDB-4EE2-E93F-9AE0852BB182}"/>
                      </a:ext>
                    </a:extLst>
                  </p:cNvPr>
                  <p:cNvSpPr txBox="1"/>
                  <p:nvPr/>
                </p:nvSpPr>
                <p:spPr>
                  <a:xfrm>
                    <a:off x="1450127" y="2707054"/>
                    <a:ext cx="1326621"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7030A0"/>
                      </a:solidFill>
                      <a:effectLst/>
                      <a:uLnTx/>
                      <a:uFillTx/>
                      <a:latin typeface="Calibri"/>
                      <a:ea typeface="+mn-ea"/>
                      <a:cs typeface="+mn-cs"/>
                    </a:endParaRPr>
                  </a:p>
                </p:txBody>
              </p:sp>
            </mc:Choice>
            <mc:Fallback xmlns="">
              <p:sp>
                <p:nvSpPr>
                  <p:cNvPr id="14" name="TextBox 13">
                    <a:extLst>
                      <a:ext uri="{FF2B5EF4-FFF2-40B4-BE49-F238E27FC236}">
                        <a16:creationId xmlns:a16="http://schemas.microsoft.com/office/drawing/2014/main" id="{9033B514-2D68-4F6B-A877-E65D2843667D}"/>
                      </a:ext>
                    </a:extLst>
                  </p:cNvPr>
                  <p:cNvSpPr txBox="1">
                    <a:spLocks noRot="1" noChangeAspect="1" noMove="1" noResize="1" noEditPoints="1" noAdjustHandles="1" noChangeArrowheads="1" noChangeShapeType="1" noTextEdit="1"/>
                  </p:cNvSpPr>
                  <p:nvPr/>
                </p:nvSpPr>
                <p:spPr>
                  <a:xfrm>
                    <a:off x="1450127" y="2707054"/>
                    <a:ext cx="1326621" cy="427336"/>
                  </a:xfrm>
                  <a:prstGeom prst="rect">
                    <a:avLst/>
                  </a:prstGeom>
                  <a:blipFill>
                    <a:blip r:embed="rId20"/>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0C47F4D9-66CA-C763-7076-542D0DFACC44}"/>
                      </a:ext>
                    </a:extLst>
                  </p:cNvPr>
                  <p:cNvSpPr txBox="1"/>
                  <p:nvPr/>
                </p:nvSpPr>
                <p:spPr>
                  <a:xfrm>
                    <a:off x="977033" y="1771032"/>
                    <a:ext cx="72954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92D050"/>
                      </a:solidFill>
                      <a:effectLst/>
                      <a:uLnTx/>
                      <a:uFillTx/>
                      <a:latin typeface="Calibri"/>
                      <a:ea typeface="+mn-ea"/>
                      <a:cs typeface="+mn-cs"/>
                    </a:endParaRPr>
                  </a:p>
                </p:txBody>
              </p:sp>
            </mc:Choice>
            <mc:Fallback xmlns="">
              <p:sp>
                <p:nvSpPr>
                  <p:cNvPr id="15" name="TextBox 14">
                    <a:extLst>
                      <a:ext uri="{FF2B5EF4-FFF2-40B4-BE49-F238E27FC236}">
                        <a16:creationId xmlns:a16="http://schemas.microsoft.com/office/drawing/2014/main" id="{2817FC54-4D8B-4E66-8831-4462A19B21AB}"/>
                      </a:ext>
                    </a:extLst>
                  </p:cNvPr>
                  <p:cNvSpPr txBox="1">
                    <a:spLocks noRot="1" noChangeAspect="1" noMove="1" noResize="1" noEditPoints="1" noAdjustHandles="1" noChangeArrowheads="1" noChangeShapeType="1" noTextEdit="1"/>
                  </p:cNvSpPr>
                  <p:nvPr/>
                </p:nvSpPr>
                <p:spPr>
                  <a:xfrm>
                    <a:off x="977033" y="1771032"/>
                    <a:ext cx="729548" cy="400110"/>
                  </a:xfrm>
                  <a:prstGeom prst="rect">
                    <a:avLst/>
                  </a:prstGeom>
                  <a:blipFill>
                    <a:blip r:embed="rId4"/>
                    <a:stretch>
                      <a:fillRect b="-15385"/>
                    </a:stretch>
                  </a:blipFill>
                </p:spPr>
                <p:txBody>
                  <a:bodyPr/>
                  <a:lstStyle/>
                  <a:p>
                    <a:r>
                      <a:rPr lang="en-US">
                        <a:noFill/>
                      </a:rPr>
                      <a:t> </a:t>
                    </a:r>
                  </a:p>
                </p:txBody>
              </p:sp>
            </mc:Fallback>
          </mc:AlternateContent>
          <p:cxnSp>
            <p:nvCxnSpPr>
              <p:cNvPr id="111" name="Straight Arrow Connector 110">
                <a:extLst>
                  <a:ext uri="{FF2B5EF4-FFF2-40B4-BE49-F238E27FC236}">
                    <a16:creationId xmlns:a16="http://schemas.microsoft.com/office/drawing/2014/main" id="{4AE8345D-C77E-93E9-4652-09797AD92B8D}"/>
                  </a:ext>
                </a:extLst>
              </p:cNvPr>
              <p:cNvCxnSpPr>
                <a:cxnSpLocks/>
              </p:cNvCxnSpPr>
              <p:nvPr/>
            </p:nvCxnSpPr>
            <p:spPr bwMode="auto">
              <a:xfrm flipH="1" flipV="1">
                <a:off x="1807148" y="2498742"/>
                <a:ext cx="779517" cy="282994"/>
              </a:xfrm>
              <a:prstGeom prst="straightConnector1">
                <a:avLst/>
              </a:prstGeom>
              <a:noFill/>
              <a:ln w="25400" cap="flat" cmpd="sng" algn="ctr">
                <a:solidFill>
                  <a:srgbClr val="92D050"/>
                </a:solidFill>
                <a:prstDash val="sysDash"/>
                <a:round/>
                <a:headEnd type="none" w="med" len="med"/>
                <a:tailEnd type="triangle"/>
              </a:ln>
              <a:effectLst/>
            </p:spPr>
          </p:cxnSp>
          <p:cxnSp>
            <p:nvCxnSpPr>
              <p:cNvPr id="112" name="Straight Arrow Connector 111">
                <a:extLst>
                  <a:ext uri="{FF2B5EF4-FFF2-40B4-BE49-F238E27FC236}">
                    <a16:creationId xmlns:a16="http://schemas.microsoft.com/office/drawing/2014/main" id="{E4226281-E726-B05D-2D3D-53C0A111C7C5}"/>
                  </a:ext>
                </a:extLst>
              </p:cNvPr>
              <p:cNvCxnSpPr>
                <a:cxnSpLocks/>
              </p:cNvCxnSpPr>
              <p:nvPr/>
            </p:nvCxnSpPr>
            <p:spPr bwMode="auto">
              <a:xfrm flipH="1" flipV="1">
                <a:off x="3265572" y="3034759"/>
                <a:ext cx="568089" cy="220473"/>
              </a:xfrm>
              <a:prstGeom prst="straightConnector1">
                <a:avLst/>
              </a:prstGeom>
              <a:noFill/>
              <a:ln w="25400" cap="flat" cmpd="sng" algn="ctr">
                <a:solidFill>
                  <a:srgbClr val="92D050"/>
                </a:solidFill>
                <a:prstDash val="sysDash"/>
                <a:round/>
                <a:headEnd type="none" w="med" len="med"/>
                <a:tailEnd type="none" w="med" len="med"/>
              </a:ln>
              <a:effectLst/>
            </p:spPr>
          </p:cxn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2BF19C35-8B7D-DE3D-1BED-BE2E76BC6CDD}"/>
                      </a:ext>
                    </a:extLst>
                  </p:cNvPr>
                  <p:cNvSpPr txBox="1"/>
                  <p:nvPr/>
                </p:nvSpPr>
                <p:spPr>
                  <a:xfrm>
                    <a:off x="2331105" y="2141640"/>
                    <a:ext cx="1629445"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oMath>
                      </m:oMathPara>
                    </a14:m>
                    <a:endParaRPr kumimoji="0" lang="en-US" sz="2000" b="0" i="0" u="none" strike="noStrike" kern="1200" cap="none" spc="0" normalizeH="0" baseline="0" noProof="0" dirty="0">
                      <a:ln>
                        <a:noFill/>
                      </a:ln>
                      <a:solidFill>
                        <a:srgbClr val="FFC000"/>
                      </a:solidFill>
                      <a:effectLst/>
                      <a:uLnTx/>
                      <a:uFillTx/>
                      <a:latin typeface="Calibri"/>
                      <a:ea typeface="+mn-ea"/>
                      <a:cs typeface="+mn-cs"/>
                    </a:endParaRPr>
                  </a:p>
                </p:txBody>
              </p:sp>
            </mc:Choice>
            <mc:Fallback xmlns="">
              <p:sp>
                <p:nvSpPr>
                  <p:cNvPr id="18" name="TextBox 17">
                    <a:extLst>
                      <a:ext uri="{FF2B5EF4-FFF2-40B4-BE49-F238E27FC236}">
                        <a16:creationId xmlns:a16="http://schemas.microsoft.com/office/drawing/2014/main" id="{8C2D4C5B-A6A7-4847-B842-F4647C4B3A33}"/>
                      </a:ext>
                    </a:extLst>
                  </p:cNvPr>
                  <p:cNvSpPr txBox="1">
                    <a:spLocks noRot="1" noChangeAspect="1" noMove="1" noResize="1" noEditPoints="1" noAdjustHandles="1" noChangeArrowheads="1" noChangeShapeType="1" noTextEdit="1"/>
                  </p:cNvSpPr>
                  <p:nvPr/>
                </p:nvSpPr>
                <p:spPr>
                  <a:xfrm>
                    <a:off x="2331105" y="2141640"/>
                    <a:ext cx="1629445" cy="427336"/>
                  </a:xfrm>
                  <a:prstGeom prst="rect">
                    <a:avLst/>
                  </a:prstGeom>
                  <a:blipFill>
                    <a:blip r:embed="rId5"/>
                    <a:stretch>
                      <a:fillRect/>
                    </a:stretch>
                  </a:blipFill>
                </p:spPr>
                <p:txBody>
                  <a:bodyPr/>
                  <a:lstStyle/>
                  <a:p>
                    <a:r>
                      <a:rPr lang="en-US">
                        <a:noFill/>
                      </a:rPr>
                      <a:t> </a:t>
                    </a:r>
                  </a:p>
                </p:txBody>
              </p:sp>
            </mc:Fallback>
          </mc:AlternateContent>
          <p:grpSp>
            <p:nvGrpSpPr>
              <p:cNvPr id="114" name="Group 113">
                <a:extLst>
                  <a:ext uri="{FF2B5EF4-FFF2-40B4-BE49-F238E27FC236}">
                    <a16:creationId xmlns:a16="http://schemas.microsoft.com/office/drawing/2014/main" id="{83C20108-5B98-5F82-38C9-3316B3EE01AC}"/>
                  </a:ext>
                </a:extLst>
              </p:cNvPr>
              <p:cNvGrpSpPr/>
              <p:nvPr/>
            </p:nvGrpSpPr>
            <p:grpSpPr>
              <a:xfrm rot="21198835">
                <a:off x="2677440" y="2457910"/>
                <a:ext cx="670177" cy="384747"/>
                <a:chOff x="3835887" y="2265898"/>
                <a:chExt cx="627480" cy="360235"/>
              </a:xfrm>
            </p:grpSpPr>
            <p:cxnSp>
              <p:nvCxnSpPr>
                <p:cNvPr id="130" name="Straight Arrow Connector 129">
                  <a:extLst>
                    <a:ext uri="{FF2B5EF4-FFF2-40B4-BE49-F238E27FC236}">
                      <a16:creationId xmlns:a16="http://schemas.microsoft.com/office/drawing/2014/main" id="{6621F818-32EA-F7B0-4A52-7C09FB1638E7}"/>
                    </a:ext>
                  </a:extLst>
                </p:cNvPr>
                <p:cNvCxnSpPr>
                  <a:cxnSpLocks/>
                </p:cNvCxnSpPr>
                <p:nvPr/>
              </p:nvCxnSpPr>
              <p:spPr bwMode="auto">
                <a:xfrm rot="20583514" flipV="1">
                  <a:off x="3838826" y="2283680"/>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131" name="Straight Arrow Connector 130">
                  <a:extLst>
                    <a:ext uri="{FF2B5EF4-FFF2-40B4-BE49-F238E27FC236}">
                      <a16:creationId xmlns:a16="http://schemas.microsoft.com/office/drawing/2014/main" id="{501B5207-9431-7F0C-27D3-62FFB0A1CD39}"/>
                    </a:ext>
                  </a:extLst>
                </p:cNvPr>
                <p:cNvCxnSpPr>
                  <a:cxnSpLocks/>
                </p:cNvCxnSpPr>
                <p:nvPr/>
              </p:nvCxnSpPr>
              <p:spPr bwMode="auto">
                <a:xfrm rot="20583514" flipH="1">
                  <a:off x="3835887" y="229680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132" name="Straight Arrow Connector 131">
                  <a:extLst>
                    <a:ext uri="{FF2B5EF4-FFF2-40B4-BE49-F238E27FC236}">
                      <a16:creationId xmlns:a16="http://schemas.microsoft.com/office/drawing/2014/main" id="{39FBC524-DFED-F985-3A42-515677AB2815}"/>
                    </a:ext>
                  </a:extLst>
                </p:cNvPr>
                <p:cNvCxnSpPr>
                  <a:cxnSpLocks/>
                </p:cNvCxnSpPr>
                <p:nvPr/>
              </p:nvCxnSpPr>
              <p:spPr bwMode="auto">
                <a:xfrm rot="20583514" flipV="1">
                  <a:off x="3990637" y="2265898"/>
                  <a:ext cx="131376" cy="258296"/>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133" name="Straight Arrow Connector 132">
                  <a:extLst>
                    <a:ext uri="{FF2B5EF4-FFF2-40B4-BE49-F238E27FC236}">
                      <a16:creationId xmlns:a16="http://schemas.microsoft.com/office/drawing/2014/main" id="{2ACB4F4A-D3B2-15C0-1C15-A4D46B113E30}"/>
                    </a:ext>
                  </a:extLst>
                </p:cNvPr>
                <p:cNvCxnSpPr>
                  <a:cxnSpLocks/>
                </p:cNvCxnSpPr>
                <p:nvPr/>
              </p:nvCxnSpPr>
              <p:spPr bwMode="auto">
                <a:xfrm rot="20583514" flipH="1">
                  <a:off x="4020866" y="2396940"/>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134" name="Straight Arrow Connector 133">
                  <a:extLst>
                    <a:ext uri="{FF2B5EF4-FFF2-40B4-BE49-F238E27FC236}">
                      <a16:creationId xmlns:a16="http://schemas.microsoft.com/office/drawing/2014/main" id="{130130F7-B6E3-9C02-2303-47DB644869E8}"/>
                    </a:ext>
                  </a:extLst>
                </p:cNvPr>
                <p:cNvCxnSpPr>
                  <a:cxnSpLocks/>
                </p:cNvCxnSpPr>
                <p:nvPr/>
              </p:nvCxnSpPr>
              <p:spPr bwMode="auto">
                <a:xfrm rot="20583514" flipV="1">
                  <a:off x="4397369" y="2474087"/>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135" name="Straight Arrow Connector 134">
                  <a:extLst>
                    <a:ext uri="{FF2B5EF4-FFF2-40B4-BE49-F238E27FC236}">
                      <a16:creationId xmlns:a16="http://schemas.microsoft.com/office/drawing/2014/main" id="{C649664F-EA8B-B03C-3E46-8739489AF416}"/>
                    </a:ext>
                  </a:extLst>
                </p:cNvPr>
                <p:cNvCxnSpPr>
                  <a:cxnSpLocks/>
                </p:cNvCxnSpPr>
                <p:nvPr/>
              </p:nvCxnSpPr>
              <p:spPr bwMode="auto">
                <a:xfrm rot="20583514" flipH="1">
                  <a:off x="4192096" y="250396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136" name="Straight Arrow Connector 135">
                  <a:extLst>
                    <a:ext uri="{FF2B5EF4-FFF2-40B4-BE49-F238E27FC236}">
                      <a16:creationId xmlns:a16="http://schemas.microsoft.com/office/drawing/2014/main" id="{6B5BEF5F-3860-8336-66B5-7E97C3D153C3}"/>
                    </a:ext>
                  </a:extLst>
                </p:cNvPr>
                <p:cNvCxnSpPr>
                  <a:cxnSpLocks/>
                </p:cNvCxnSpPr>
                <p:nvPr/>
              </p:nvCxnSpPr>
              <p:spPr bwMode="auto">
                <a:xfrm rot="20583514" flipV="1">
                  <a:off x="4175116" y="2367837"/>
                  <a:ext cx="131376" cy="258296"/>
                </a:xfrm>
                <a:prstGeom prst="straightConnector1">
                  <a:avLst/>
                </a:prstGeom>
                <a:noFill/>
                <a:ln w="25400" cap="flat" cmpd="sng" algn="ctr">
                  <a:solidFill>
                    <a:srgbClr val="FFC000"/>
                  </a:solidFill>
                  <a:prstDash val="solid"/>
                  <a:round/>
                  <a:headEnd type="none" w="med" len="med"/>
                  <a:tailEnd type="none" w="med" len="med"/>
                </a:ln>
                <a:effectLst/>
              </p:spPr>
            </p:cxnSp>
          </p:grpSp>
          <p:cxnSp>
            <p:nvCxnSpPr>
              <p:cNvPr id="115" name="Straight Arrow Connector 114">
                <a:extLst>
                  <a:ext uri="{FF2B5EF4-FFF2-40B4-BE49-F238E27FC236}">
                    <a16:creationId xmlns:a16="http://schemas.microsoft.com/office/drawing/2014/main" id="{1F0DC2DF-6F6C-FCEC-27D4-CC4091C9C59B}"/>
                  </a:ext>
                </a:extLst>
              </p:cNvPr>
              <p:cNvCxnSpPr>
                <a:cxnSpLocks/>
              </p:cNvCxnSpPr>
              <p:nvPr/>
            </p:nvCxnSpPr>
            <p:spPr bwMode="auto">
              <a:xfrm flipV="1">
                <a:off x="2512080" y="2494774"/>
                <a:ext cx="179138" cy="528912"/>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116" name="Straight Arrow Connector 115">
                <a:extLst>
                  <a:ext uri="{FF2B5EF4-FFF2-40B4-BE49-F238E27FC236}">
                    <a16:creationId xmlns:a16="http://schemas.microsoft.com/office/drawing/2014/main" id="{1D882A64-6AC8-E8C1-2BCD-C3447CD81C3E}"/>
                  </a:ext>
                </a:extLst>
              </p:cNvPr>
              <p:cNvCxnSpPr>
                <a:cxnSpLocks/>
              </p:cNvCxnSpPr>
              <p:nvPr/>
            </p:nvCxnSpPr>
            <p:spPr bwMode="auto">
              <a:xfrm flipV="1">
                <a:off x="3174938" y="2749837"/>
                <a:ext cx="179138" cy="528912"/>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117" name="Straight Arrow Connector 116">
                <a:extLst>
                  <a:ext uri="{FF2B5EF4-FFF2-40B4-BE49-F238E27FC236}">
                    <a16:creationId xmlns:a16="http://schemas.microsoft.com/office/drawing/2014/main" id="{DA98BB72-4E61-ABB3-886C-25857CCE86BA}"/>
                  </a:ext>
                </a:extLst>
              </p:cNvPr>
              <p:cNvCxnSpPr>
                <a:cxnSpLocks/>
              </p:cNvCxnSpPr>
              <p:nvPr/>
            </p:nvCxnSpPr>
            <p:spPr bwMode="auto">
              <a:xfrm flipH="1">
                <a:off x="2889165" y="3065454"/>
                <a:ext cx="63999" cy="187348"/>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118" name="Straight Arrow Connector 117">
                <a:extLst>
                  <a:ext uri="{FF2B5EF4-FFF2-40B4-BE49-F238E27FC236}">
                    <a16:creationId xmlns:a16="http://schemas.microsoft.com/office/drawing/2014/main" id="{875B2C68-B26A-AF5D-D9F7-89E3C5D176F6}"/>
                  </a:ext>
                </a:extLst>
              </p:cNvPr>
              <p:cNvCxnSpPr>
                <a:cxnSpLocks/>
              </p:cNvCxnSpPr>
              <p:nvPr/>
            </p:nvCxnSpPr>
            <p:spPr bwMode="auto">
              <a:xfrm flipH="1" flipV="1">
                <a:off x="2528670" y="3017103"/>
                <a:ext cx="258987" cy="96248"/>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119" name="Straight Arrow Connector 118">
                <a:extLst>
                  <a:ext uri="{FF2B5EF4-FFF2-40B4-BE49-F238E27FC236}">
                    <a16:creationId xmlns:a16="http://schemas.microsoft.com/office/drawing/2014/main" id="{C668A478-F8BC-1063-7BFB-DB8270D432CF}"/>
                  </a:ext>
                </a:extLst>
              </p:cNvPr>
              <p:cNvCxnSpPr>
                <a:cxnSpLocks/>
              </p:cNvCxnSpPr>
              <p:nvPr/>
            </p:nvCxnSpPr>
            <p:spPr bwMode="auto">
              <a:xfrm flipH="1">
                <a:off x="2741725" y="3013969"/>
                <a:ext cx="63999" cy="187348"/>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120" name="Straight Arrow Connector 119">
                <a:extLst>
                  <a:ext uri="{FF2B5EF4-FFF2-40B4-BE49-F238E27FC236}">
                    <a16:creationId xmlns:a16="http://schemas.microsoft.com/office/drawing/2014/main" id="{8ED94833-232C-2D95-CE40-594CB165C607}"/>
                  </a:ext>
                </a:extLst>
              </p:cNvPr>
              <p:cNvCxnSpPr>
                <a:cxnSpLocks/>
              </p:cNvCxnSpPr>
              <p:nvPr/>
            </p:nvCxnSpPr>
            <p:spPr bwMode="auto">
              <a:xfrm flipH="1" flipV="1">
                <a:off x="2691028" y="2979947"/>
                <a:ext cx="274593" cy="9938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121" name="Straight Arrow Connector 120">
                <a:extLst>
                  <a:ext uri="{FF2B5EF4-FFF2-40B4-BE49-F238E27FC236}">
                    <a16:creationId xmlns:a16="http://schemas.microsoft.com/office/drawing/2014/main" id="{E75F6CE3-529B-F6AB-A1B5-C17134D93BCF}"/>
                  </a:ext>
                </a:extLst>
              </p:cNvPr>
              <p:cNvCxnSpPr>
                <a:cxnSpLocks/>
              </p:cNvCxnSpPr>
              <p:nvPr/>
            </p:nvCxnSpPr>
            <p:spPr bwMode="auto">
              <a:xfrm flipH="1" flipV="1">
                <a:off x="2631057" y="3147403"/>
                <a:ext cx="274593" cy="9938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122" name="Straight Arrow Connector 121">
                <a:extLst>
                  <a:ext uri="{FF2B5EF4-FFF2-40B4-BE49-F238E27FC236}">
                    <a16:creationId xmlns:a16="http://schemas.microsoft.com/office/drawing/2014/main" id="{AE36FA03-3BBB-D81B-A26F-C24503ABB7B7}"/>
                  </a:ext>
                </a:extLst>
              </p:cNvPr>
              <p:cNvCxnSpPr>
                <a:cxnSpLocks/>
              </p:cNvCxnSpPr>
              <p:nvPr/>
            </p:nvCxnSpPr>
            <p:spPr bwMode="auto">
              <a:xfrm flipH="1" flipV="1">
                <a:off x="2910138" y="3162693"/>
                <a:ext cx="258987" cy="96248"/>
              </a:xfrm>
              <a:prstGeom prst="straightConnector1">
                <a:avLst/>
              </a:prstGeom>
              <a:noFill/>
              <a:ln w="25400" cap="flat" cmpd="sng" algn="ctr">
                <a:solidFill>
                  <a:srgbClr val="873624"/>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AE11E54F-AC33-4831-A09A-98B7CA77561D}"/>
                      </a:ext>
                    </a:extLst>
                  </p:cNvPr>
                  <p:cNvSpPr txBox="1"/>
                  <p:nvPr/>
                </p:nvSpPr>
                <p:spPr>
                  <a:xfrm>
                    <a:off x="1868444" y="3206498"/>
                    <a:ext cx="1629445"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oMath>
                      </m:oMathPara>
                    </a14:m>
                    <a:endParaRPr kumimoji="0" lang="en-US" sz="2000" b="0" i="0" u="none" strike="noStrike" kern="1200" cap="none" spc="0" normalizeH="0" baseline="0" noProof="0" dirty="0">
                      <a:ln>
                        <a:noFill/>
                      </a:ln>
                      <a:solidFill>
                        <a:srgbClr val="873624"/>
                      </a:solidFill>
                      <a:effectLst/>
                      <a:uLnTx/>
                      <a:uFillTx/>
                      <a:latin typeface="Calibri"/>
                      <a:ea typeface="+mn-ea"/>
                      <a:cs typeface="+mn-cs"/>
                    </a:endParaRPr>
                  </a:p>
                </p:txBody>
              </p:sp>
            </mc:Choice>
            <mc:Fallback xmlns="">
              <p:sp>
                <p:nvSpPr>
                  <p:cNvPr id="28" name="TextBox 27">
                    <a:extLst>
                      <a:ext uri="{FF2B5EF4-FFF2-40B4-BE49-F238E27FC236}">
                        <a16:creationId xmlns:a16="http://schemas.microsoft.com/office/drawing/2014/main" id="{D203D628-D0C2-48DC-90E6-DE08CD1E8955}"/>
                      </a:ext>
                    </a:extLst>
                  </p:cNvPr>
                  <p:cNvSpPr txBox="1">
                    <a:spLocks noRot="1" noChangeAspect="1" noMove="1" noResize="1" noEditPoints="1" noAdjustHandles="1" noChangeArrowheads="1" noChangeShapeType="1" noTextEdit="1"/>
                  </p:cNvSpPr>
                  <p:nvPr/>
                </p:nvSpPr>
                <p:spPr>
                  <a:xfrm>
                    <a:off x="1868444" y="3206498"/>
                    <a:ext cx="1629445" cy="42733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Rectangle 123">
                    <a:extLst>
                      <a:ext uri="{FF2B5EF4-FFF2-40B4-BE49-F238E27FC236}">
                        <a16:creationId xmlns:a16="http://schemas.microsoft.com/office/drawing/2014/main" id="{6155F08D-4D97-9C5C-F2A4-03D38C2E6853}"/>
                      </a:ext>
                    </a:extLst>
                  </p:cNvPr>
                  <p:cNvSpPr/>
                  <p:nvPr/>
                </p:nvSpPr>
                <p:spPr>
                  <a:xfrm>
                    <a:off x="1432224" y="4772987"/>
                    <a:ext cx="4131330"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chemeClr val="accent2"/>
                              </a:solidFill>
                              <a:effectLst/>
                              <a:uLnTx/>
                              <a:uFillTx/>
                              <a:latin typeface="Cambria Math" panose="02040503050406030204" pitchFamily="18" charset="0"/>
                              <a:ea typeface="+mn-ea"/>
                              <a:cs typeface="+mn-cs"/>
                            </a:rPr>
                            <m:t>𝑚</m:t>
                          </m:r>
                          <m:acc>
                            <m:accPr>
                              <m:chr m:val="̈"/>
                              <m:ctrlP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e>
                          </m:acc>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acc>
                            <m:accPr>
                              <m:chr m:val="̇"/>
                              <m:ctrlP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a:ln>
                                    <a:noFill/>
                                  </a:ln>
                                  <a:solidFill>
                                    <a:srgbClr val="92D050"/>
                                  </a:solidFill>
                                  <a:effectLst/>
                                  <a:uLnTx/>
                                  <a:uFillTx/>
                                  <a:latin typeface="Cambria Math" panose="02040503050406030204" pitchFamily="18" charset="0"/>
                                  <a:ea typeface="+mn-ea"/>
                                  <a:cs typeface="+mn-cs"/>
                                </a:rPr>
                                <m:t>𝑥</m:t>
                              </m:r>
                            </m:e>
                          </m:acc>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0</m:t>
                              </m:r>
                            </m:sub>
                          </m:s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124" name="Rectangle 123">
                    <a:extLst>
                      <a:ext uri="{FF2B5EF4-FFF2-40B4-BE49-F238E27FC236}">
                        <a16:creationId xmlns:a16="http://schemas.microsoft.com/office/drawing/2014/main" id="{6155F08D-4D97-9C5C-F2A4-03D38C2E6853}"/>
                      </a:ext>
                    </a:extLst>
                  </p:cNvPr>
                  <p:cNvSpPr>
                    <a:spLocks noRot="1" noChangeAspect="1" noMove="1" noResize="1" noEditPoints="1" noAdjustHandles="1" noChangeArrowheads="1" noChangeShapeType="1" noTextEdit="1"/>
                  </p:cNvSpPr>
                  <p:nvPr/>
                </p:nvSpPr>
                <p:spPr>
                  <a:xfrm>
                    <a:off x="1432224" y="4772987"/>
                    <a:ext cx="4131330" cy="523220"/>
                  </a:xfrm>
                  <a:prstGeom prst="rect">
                    <a:avLst/>
                  </a:prstGeom>
                  <a:blipFill>
                    <a:blip r:embed="rId25"/>
                    <a:stretch>
                      <a:fillRect/>
                    </a:stretch>
                  </a:blipFill>
                </p:spPr>
                <p:txBody>
                  <a:bodyPr/>
                  <a:lstStyle/>
                  <a:p>
                    <a:r>
                      <a:rPr lang="en-US">
                        <a:noFill/>
                      </a:rPr>
                      <a:t> </a:t>
                    </a:r>
                  </a:p>
                </p:txBody>
              </p:sp>
            </mc:Fallback>
          </mc:AlternateContent>
          <p:sp>
            <p:nvSpPr>
              <p:cNvPr id="125" name="TextBox 124">
                <a:extLst>
                  <a:ext uri="{FF2B5EF4-FFF2-40B4-BE49-F238E27FC236}">
                    <a16:creationId xmlns:a16="http://schemas.microsoft.com/office/drawing/2014/main" id="{18062CCA-AB7A-157E-D984-368E5BD54BBF}"/>
                  </a:ext>
                </a:extLst>
              </p:cNvPr>
              <p:cNvSpPr txBox="1"/>
              <p:nvPr/>
            </p:nvSpPr>
            <p:spPr>
              <a:xfrm>
                <a:off x="2005328" y="4498871"/>
                <a:ext cx="318869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Spring-Dashpot-Mass dynamics:</a:t>
                </a:r>
              </a:p>
            </p:txBody>
          </p:sp>
          <p:pic>
            <p:nvPicPr>
              <p:cNvPr id="126" name="Picture 125">
                <a:extLst>
                  <a:ext uri="{FF2B5EF4-FFF2-40B4-BE49-F238E27FC236}">
                    <a16:creationId xmlns:a16="http://schemas.microsoft.com/office/drawing/2014/main" id="{DE0F589F-C8DD-3BF9-5A5B-E11E0539C95B}"/>
                  </a:ext>
                </a:extLst>
              </p:cNvPr>
              <p:cNvPicPr>
                <a:picLocks noChangeAspect="1"/>
              </p:cNvPicPr>
              <p:nvPr/>
            </p:nvPicPr>
            <p:blipFill rotWithShape="1">
              <a:blip r:embed="rId22">
                <a:extLst>
                  <a:ext uri="{BEBA8EAE-BF5A-486C-A8C5-ECC9F3942E4B}">
                    <a14:imgProps xmlns:a14="http://schemas.microsoft.com/office/drawing/2010/main">
                      <a14:imgLayer r:embed="rId23">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rcRect l="21112" b="7395"/>
              <a:stretch/>
            </p:blipFill>
            <p:spPr>
              <a:xfrm>
                <a:off x="820739" y="4229825"/>
                <a:ext cx="1362660" cy="1341780"/>
              </a:xfrm>
              <a:prstGeom prst="rect">
                <a:avLst/>
              </a:prstGeom>
            </p:spPr>
          </p:pic>
          <p:sp>
            <p:nvSpPr>
              <p:cNvPr id="127" name="Oval 126">
                <a:extLst>
                  <a:ext uri="{FF2B5EF4-FFF2-40B4-BE49-F238E27FC236}">
                    <a16:creationId xmlns:a16="http://schemas.microsoft.com/office/drawing/2014/main" id="{CC391729-B5F9-7C05-E722-76548D41800D}"/>
                  </a:ext>
                </a:extLst>
              </p:cNvPr>
              <p:cNvSpPr/>
              <p:nvPr/>
            </p:nvSpPr>
            <p:spPr>
              <a:xfrm>
                <a:off x="1673219" y="2342881"/>
                <a:ext cx="262181" cy="248644"/>
              </a:xfrm>
              <a:prstGeom prst="ellipse">
                <a:avLst/>
              </a:prstGeom>
              <a:solidFill>
                <a:schemeClr val="accent3"/>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8" name="Arrow: Right 127">
                <a:extLst>
                  <a:ext uri="{FF2B5EF4-FFF2-40B4-BE49-F238E27FC236}">
                    <a16:creationId xmlns:a16="http://schemas.microsoft.com/office/drawing/2014/main" id="{2F1D9966-ED92-6996-AB86-A28379352AF9}"/>
                  </a:ext>
                </a:extLst>
              </p:cNvPr>
              <p:cNvSpPr/>
              <p:nvPr/>
            </p:nvSpPr>
            <p:spPr bwMode="auto">
              <a:xfrm rot="12012737">
                <a:off x="1903853" y="2467697"/>
                <a:ext cx="567364" cy="310498"/>
              </a:xfrm>
              <a:prstGeom prst="rightArrow">
                <a:avLst/>
              </a:prstGeom>
              <a:solidFill>
                <a:srgbClr val="7030A0"/>
              </a:solid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27B84EE0-F2F7-C6D5-787F-F8788A4DFF52}"/>
                      </a:ext>
                    </a:extLst>
                  </p:cNvPr>
                  <p:cNvSpPr txBox="1"/>
                  <p:nvPr/>
                </p:nvSpPr>
                <p:spPr>
                  <a:xfrm>
                    <a:off x="1243179" y="2403425"/>
                    <a:ext cx="5654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chemeClr val="accent2"/>
                              </a:solidFill>
                              <a:effectLst/>
                              <a:uLnTx/>
                              <a:uFillTx/>
                              <a:latin typeface="Cambria Math" panose="02040503050406030204" pitchFamily="18" charset="0"/>
                              <a:ea typeface="+mn-ea"/>
                              <a:cs typeface="+mn-cs"/>
                            </a:rPr>
                            <m:t>𝑚</m:t>
                          </m:r>
                        </m:oMath>
                      </m:oMathPara>
                    </a14:m>
                    <a:endParaRPr kumimoji="0" lang="en-US" sz="2000" b="0" i="0" u="none" strike="noStrike" kern="1200" cap="none" spc="0" normalizeH="0" baseline="0" noProof="0" dirty="0">
                      <a:ln>
                        <a:noFill/>
                      </a:ln>
                      <a:solidFill>
                        <a:schemeClr val="accent2"/>
                      </a:solidFill>
                      <a:effectLst/>
                      <a:uLnTx/>
                      <a:uFillTx/>
                      <a:latin typeface="Calibri"/>
                      <a:ea typeface="+mn-ea"/>
                      <a:cs typeface="+mn-cs"/>
                    </a:endParaRPr>
                  </a:p>
                </p:txBody>
              </p:sp>
            </mc:Choice>
            <mc:Fallback xmlns="">
              <p:sp>
                <p:nvSpPr>
                  <p:cNvPr id="101" name="TextBox 100">
                    <a:extLst>
                      <a:ext uri="{FF2B5EF4-FFF2-40B4-BE49-F238E27FC236}">
                        <a16:creationId xmlns:a16="http://schemas.microsoft.com/office/drawing/2014/main" id="{D6284796-AC39-4E5A-8306-5DB22A6BA2D0}"/>
                      </a:ext>
                    </a:extLst>
                  </p:cNvPr>
                  <p:cNvSpPr txBox="1">
                    <a:spLocks noRot="1" noChangeAspect="1" noMove="1" noResize="1" noEditPoints="1" noAdjustHandles="1" noChangeArrowheads="1" noChangeShapeType="1" noTextEdit="1"/>
                  </p:cNvSpPr>
                  <p:nvPr/>
                </p:nvSpPr>
                <p:spPr>
                  <a:xfrm>
                    <a:off x="1243179" y="2403425"/>
                    <a:ext cx="565427" cy="400110"/>
                  </a:xfrm>
                  <a:prstGeom prst="rect">
                    <a:avLst/>
                  </a:prstGeom>
                  <a:blipFill>
                    <a:blip r:embed="rId24"/>
                    <a:stretch>
                      <a:fillRect/>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567993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6A725-2013-4D58-A483-90530BC8B66A}"/>
              </a:ext>
            </a:extLst>
          </p:cNvPr>
          <p:cNvSpPr>
            <a:spLocks noGrp="1"/>
          </p:cNvSpPr>
          <p:nvPr>
            <p:ph type="title"/>
          </p:nvPr>
        </p:nvSpPr>
        <p:spPr/>
        <p:txBody>
          <a:bodyPr/>
          <a:lstStyle/>
          <a:p>
            <a:endParaRPr lang="en-US"/>
          </a:p>
        </p:txBody>
      </p:sp>
      <p:sp>
        <p:nvSpPr>
          <p:cNvPr id="3" name="Date Placeholder 2">
            <a:extLst>
              <a:ext uri="{FF2B5EF4-FFF2-40B4-BE49-F238E27FC236}">
                <a16:creationId xmlns:a16="http://schemas.microsoft.com/office/drawing/2014/main" id="{3C4A8245-3B9B-44D4-95D7-8FA71FA67D6A}"/>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744C83F1-7034-4340-829F-BAFD53F575E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F8146631-8359-4C1E-8A21-D14F1F0A94BA}"/>
              </a:ext>
            </a:extLst>
          </p:cNvPr>
          <p:cNvSpPr>
            <a:spLocks noGrp="1"/>
          </p:cNvSpPr>
          <p:nvPr>
            <p:ph type="sldNum" sz="quarter" idx="20"/>
          </p:nvPr>
        </p:nvSpPr>
        <p:spPr/>
        <p:txBody>
          <a:bodyPr/>
          <a:lstStyle/>
          <a:p>
            <a:fld id="{2D04F4CF-F641-6E4E-8F87-8EB8AA2BFA51}" type="slidenum">
              <a:rPr lang="en-US" smtClean="0"/>
              <a:pPr/>
              <a:t>11</a:t>
            </a:fld>
            <a:endParaRPr lang="en-US"/>
          </a:p>
        </p:txBody>
      </p:sp>
      <p:sp>
        <p:nvSpPr>
          <p:cNvPr id="6" name="Text Placeholder 5">
            <a:extLst>
              <a:ext uri="{FF2B5EF4-FFF2-40B4-BE49-F238E27FC236}">
                <a16:creationId xmlns:a16="http://schemas.microsoft.com/office/drawing/2014/main" id="{9FA6167B-B57D-44FD-970A-34F7AA34F0AF}"/>
              </a:ext>
            </a:extLst>
          </p:cNvPr>
          <p:cNvSpPr>
            <a:spLocks noGrp="1"/>
          </p:cNvSpPr>
          <p:nvPr>
            <p:ph type="body" sz="quarter" idx="10"/>
          </p:nvPr>
        </p:nvSpPr>
        <p:spPr>
          <a:xfrm>
            <a:off x="276225" y="772302"/>
            <a:ext cx="9066558" cy="239713"/>
          </a:xfrm>
        </p:spPr>
        <p:txBody>
          <a:bodyPr/>
          <a:lstStyle/>
          <a:p>
            <a:endParaRPr lang="en-US"/>
          </a:p>
        </p:txBody>
      </p:sp>
      <p:grpSp>
        <p:nvGrpSpPr>
          <p:cNvPr id="102" name="Group 101">
            <a:extLst>
              <a:ext uri="{FF2B5EF4-FFF2-40B4-BE49-F238E27FC236}">
                <a16:creationId xmlns:a16="http://schemas.microsoft.com/office/drawing/2014/main" id="{89E1926C-5ED8-4BF0-B024-2F509AB5C9CF}"/>
              </a:ext>
            </a:extLst>
          </p:cNvPr>
          <p:cNvGrpSpPr/>
          <p:nvPr/>
        </p:nvGrpSpPr>
        <p:grpSpPr>
          <a:xfrm>
            <a:off x="820739" y="1771032"/>
            <a:ext cx="4873562" cy="3800573"/>
            <a:chOff x="820739" y="1771032"/>
            <a:chExt cx="4873562" cy="3800573"/>
          </a:xfrm>
        </p:grpSpPr>
        <p:cxnSp>
          <p:nvCxnSpPr>
            <p:cNvPr id="8" name="Straight Connector 7">
              <a:extLst>
                <a:ext uri="{FF2B5EF4-FFF2-40B4-BE49-F238E27FC236}">
                  <a16:creationId xmlns:a16="http://schemas.microsoft.com/office/drawing/2014/main" id="{1DF3287C-5FDF-4E03-A841-7F9D10059050}"/>
                </a:ext>
              </a:extLst>
            </p:cNvPr>
            <p:cNvCxnSpPr>
              <a:cxnSpLocks/>
            </p:cNvCxnSpPr>
            <p:nvPr/>
          </p:nvCxnSpPr>
          <p:spPr bwMode="auto">
            <a:xfrm flipV="1">
              <a:off x="2131144" y="2803177"/>
              <a:ext cx="2413648" cy="1452017"/>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9" name="Group 8">
              <a:extLst>
                <a:ext uri="{FF2B5EF4-FFF2-40B4-BE49-F238E27FC236}">
                  <a16:creationId xmlns:a16="http://schemas.microsoft.com/office/drawing/2014/main" id="{F302ABFC-AEE8-4C89-BA1F-19238D13F5D2}"/>
                </a:ext>
              </a:extLst>
            </p:cNvPr>
            <p:cNvGrpSpPr/>
            <p:nvPr/>
          </p:nvGrpSpPr>
          <p:grpSpPr>
            <a:xfrm>
              <a:off x="3958820" y="1870321"/>
              <a:ext cx="1171945" cy="902211"/>
              <a:chOff x="2882537" y="3074126"/>
              <a:chExt cx="1097280" cy="844731"/>
            </a:xfrm>
          </p:grpSpPr>
          <p:cxnSp>
            <p:nvCxnSpPr>
              <p:cNvPr id="50" name="Straight Arrow Connector 49">
                <a:extLst>
                  <a:ext uri="{FF2B5EF4-FFF2-40B4-BE49-F238E27FC236}">
                    <a16:creationId xmlns:a16="http://schemas.microsoft.com/office/drawing/2014/main" id="{806212D2-B57E-415B-98D2-C6C916D797EF}"/>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42C2395B-A310-4859-932D-D97D4D43B8C4}"/>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8BD47F05-ED1F-42F6-9F09-822ABCBD2AB6}"/>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0" name="Group 9">
              <a:extLst>
                <a:ext uri="{FF2B5EF4-FFF2-40B4-BE49-F238E27FC236}">
                  <a16:creationId xmlns:a16="http://schemas.microsoft.com/office/drawing/2014/main" id="{3A73A5F7-BE59-4D2C-ADEB-B87FABAC9A9F}"/>
                </a:ext>
              </a:extLst>
            </p:cNvPr>
            <p:cNvGrpSpPr/>
            <p:nvPr/>
          </p:nvGrpSpPr>
          <p:grpSpPr>
            <a:xfrm>
              <a:off x="1531947" y="3372870"/>
              <a:ext cx="1161187" cy="902211"/>
              <a:chOff x="2887573" y="3064054"/>
              <a:chExt cx="1087208" cy="844731"/>
            </a:xfrm>
          </p:grpSpPr>
          <p:cxnSp>
            <p:nvCxnSpPr>
              <p:cNvPr id="47" name="Straight Arrow Connector 46">
                <a:extLst>
                  <a:ext uri="{FF2B5EF4-FFF2-40B4-BE49-F238E27FC236}">
                    <a16:creationId xmlns:a16="http://schemas.microsoft.com/office/drawing/2014/main" id="{91CA863B-9C89-4618-9C4A-A075380DE54A}"/>
                  </a:ext>
                </a:extLst>
              </p:cNvPr>
              <p:cNvCxnSpPr>
                <a:cxnSpLocks/>
              </p:cNvCxnSpPr>
              <p:nvPr/>
            </p:nvCxnSpPr>
            <p:spPr bwMode="auto">
              <a:xfrm flipV="1">
                <a:off x="3448594" y="3064054"/>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5D20E876-4AE5-4A81-99F7-9505D6A9F71B}"/>
                  </a:ext>
                </a:extLst>
              </p:cNvPr>
              <p:cNvCxnSpPr>
                <a:cxnSpLocks/>
              </p:cNvCxnSpPr>
              <p:nvPr/>
            </p:nvCxnSpPr>
            <p:spPr bwMode="auto">
              <a:xfrm flipH="1" flipV="1">
                <a:off x="2887573" y="3560442"/>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3827D056-84BC-4C48-B2E9-D0100C31C42E}"/>
                  </a:ext>
                </a:extLst>
              </p:cNvPr>
              <p:cNvCxnSpPr>
                <a:cxnSpLocks/>
              </p:cNvCxnSpPr>
              <p:nvPr/>
            </p:nvCxnSpPr>
            <p:spPr bwMode="auto">
              <a:xfrm flipV="1">
                <a:off x="3443556" y="3565479"/>
                <a:ext cx="531225" cy="33183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1" name="Group 10">
              <a:extLst>
                <a:ext uri="{FF2B5EF4-FFF2-40B4-BE49-F238E27FC236}">
                  <a16:creationId xmlns:a16="http://schemas.microsoft.com/office/drawing/2014/main" id="{2AADFFD1-D139-4EF3-AE77-7837CAD202AB}"/>
                </a:ext>
              </a:extLst>
            </p:cNvPr>
            <p:cNvGrpSpPr/>
            <p:nvPr/>
          </p:nvGrpSpPr>
          <p:grpSpPr>
            <a:xfrm>
              <a:off x="3394298" y="2602241"/>
              <a:ext cx="839943" cy="646623"/>
              <a:chOff x="2882537" y="3074126"/>
              <a:chExt cx="1097280" cy="844731"/>
            </a:xfrm>
          </p:grpSpPr>
          <p:cxnSp>
            <p:nvCxnSpPr>
              <p:cNvPr id="44" name="Straight Arrow Connector 43">
                <a:extLst>
                  <a:ext uri="{FF2B5EF4-FFF2-40B4-BE49-F238E27FC236}">
                    <a16:creationId xmlns:a16="http://schemas.microsoft.com/office/drawing/2014/main" id="{CC63E06A-BE2C-4F51-8CBB-C997D36BD080}"/>
                  </a:ext>
                </a:extLst>
              </p:cNvPr>
              <p:cNvCxnSpPr>
                <a:cxnSpLocks/>
              </p:cNvCxnSpPr>
              <p:nvPr/>
            </p:nvCxnSpPr>
            <p:spPr bwMode="auto">
              <a:xfrm flipV="1">
                <a:off x="3448594" y="3074126"/>
                <a:ext cx="0" cy="844731"/>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E87FCCC7-1DA1-4054-826F-7D9D21E52369}"/>
                  </a:ext>
                </a:extLst>
              </p:cNvPr>
              <p:cNvCxnSpPr>
                <a:cxnSpLocks/>
              </p:cNvCxnSpPr>
              <p:nvPr/>
            </p:nvCxnSpPr>
            <p:spPr bwMode="auto">
              <a:xfrm flipH="1" flipV="1">
                <a:off x="2882537" y="3570514"/>
                <a:ext cx="566057"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0C5DFF80-1825-460F-8491-2B7CA48573A6}"/>
                  </a:ext>
                </a:extLst>
              </p:cNvPr>
              <p:cNvCxnSpPr>
                <a:cxnSpLocks/>
              </p:cNvCxnSpPr>
              <p:nvPr/>
            </p:nvCxnSpPr>
            <p:spPr bwMode="auto">
              <a:xfrm flipV="1">
                <a:off x="3461062" y="3570514"/>
                <a:ext cx="518755" cy="33333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2" name="Group 11">
              <a:extLst>
                <a:ext uri="{FF2B5EF4-FFF2-40B4-BE49-F238E27FC236}">
                  <a16:creationId xmlns:a16="http://schemas.microsoft.com/office/drawing/2014/main" id="{DCBEB50D-3E70-4E3C-8922-D7799CC48E60}"/>
                </a:ext>
              </a:extLst>
            </p:cNvPr>
            <p:cNvGrpSpPr/>
            <p:nvPr/>
          </p:nvGrpSpPr>
          <p:grpSpPr>
            <a:xfrm>
              <a:off x="1373843" y="1840906"/>
              <a:ext cx="839943" cy="646623"/>
              <a:chOff x="2882537" y="3074126"/>
              <a:chExt cx="1097280" cy="844731"/>
            </a:xfrm>
          </p:grpSpPr>
          <p:cxnSp>
            <p:nvCxnSpPr>
              <p:cNvPr id="41" name="Straight Arrow Connector 40">
                <a:extLst>
                  <a:ext uri="{FF2B5EF4-FFF2-40B4-BE49-F238E27FC236}">
                    <a16:creationId xmlns:a16="http://schemas.microsoft.com/office/drawing/2014/main" id="{96260601-A2AB-4D75-A43B-A5ABCA523838}"/>
                  </a:ext>
                </a:extLst>
              </p:cNvPr>
              <p:cNvCxnSpPr>
                <a:cxnSpLocks/>
              </p:cNvCxnSpPr>
              <p:nvPr/>
            </p:nvCxnSpPr>
            <p:spPr bwMode="auto">
              <a:xfrm flipV="1">
                <a:off x="3448594" y="3074126"/>
                <a:ext cx="0" cy="844731"/>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97E25638-4C07-422F-8915-F926B0853297}"/>
                  </a:ext>
                </a:extLst>
              </p:cNvPr>
              <p:cNvCxnSpPr>
                <a:cxnSpLocks/>
              </p:cNvCxnSpPr>
              <p:nvPr/>
            </p:nvCxnSpPr>
            <p:spPr bwMode="auto">
              <a:xfrm flipH="1" flipV="1">
                <a:off x="2882537" y="3570514"/>
                <a:ext cx="566057"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A0A72ED1-832E-4B11-A386-83E5CE33D0C3}"/>
                  </a:ext>
                </a:extLst>
              </p:cNvPr>
              <p:cNvCxnSpPr>
                <a:cxnSpLocks/>
              </p:cNvCxnSpPr>
              <p:nvPr/>
            </p:nvCxnSpPr>
            <p:spPr bwMode="auto">
              <a:xfrm flipV="1">
                <a:off x="3448594" y="3570514"/>
                <a:ext cx="531223"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4C4A711-4333-48E4-A9CA-CB7F15B31BE3}"/>
                    </a:ext>
                  </a:extLst>
                </p:cNvPr>
                <p:cNvSpPr txBox="1"/>
                <p:nvPr/>
              </p:nvSpPr>
              <p:spPr>
                <a:xfrm>
                  <a:off x="3444710" y="3188024"/>
                  <a:ext cx="1427108"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13" name="TextBox 12">
                  <a:extLst>
                    <a:ext uri="{FF2B5EF4-FFF2-40B4-BE49-F238E27FC236}">
                      <a16:creationId xmlns:a16="http://schemas.microsoft.com/office/drawing/2014/main" id="{74C4A711-4333-48E4-A9CA-CB7F15B31BE3}"/>
                    </a:ext>
                  </a:extLst>
                </p:cNvPr>
                <p:cNvSpPr txBox="1">
                  <a:spLocks noRot="1" noChangeAspect="1" noMove="1" noResize="1" noEditPoints="1" noAdjustHandles="1" noChangeArrowheads="1" noChangeShapeType="1" noTextEdit="1"/>
                </p:cNvSpPr>
                <p:nvPr/>
              </p:nvSpPr>
              <p:spPr>
                <a:xfrm>
                  <a:off x="3444710" y="3188024"/>
                  <a:ext cx="1427108" cy="427336"/>
                </a:xfrm>
                <a:prstGeom prst="rect">
                  <a:avLst/>
                </a:prstGeom>
                <a:blipFill>
                  <a:blip r:embed="rId2"/>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033B514-2D68-4F6B-A877-E65D2843667D}"/>
                    </a:ext>
                  </a:extLst>
                </p:cNvPr>
                <p:cNvSpPr txBox="1"/>
                <p:nvPr/>
              </p:nvSpPr>
              <p:spPr>
                <a:xfrm>
                  <a:off x="1450127" y="2707054"/>
                  <a:ext cx="1326621"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7030A0"/>
                    </a:solidFill>
                    <a:effectLst/>
                    <a:uLnTx/>
                    <a:uFillTx/>
                    <a:latin typeface="Calibri"/>
                    <a:ea typeface="+mn-ea"/>
                    <a:cs typeface="+mn-cs"/>
                  </a:endParaRPr>
                </a:p>
              </p:txBody>
            </p:sp>
          </mc:Choice>
          <mc:Fallback xmlns="">
            <p:sp>
              <p:nvSpPr>
                <p:cNvPr id="14" name="TextBox 13">
                  <a:extLst>
                    <a:ext uri="{FF2B5EF4-FFF2-40B4-BE49-F238E27FC236}">
                      <a16:creationId xmlns:a16="http://schemas.microsoft.com/office/drawing/2014/main" id="{9033B514-2D68-4F6B-A877-E65D2843667D}"/>
                    </a:ext>
                  </a:extLst>
                </p:cNvPr>
                <p:cNvSpPr txBox="1">
                  <a:spLocks noRot="1" noChangeAspect="1" noMove="1" noResize="1" noEditPoints="1" noAdjustHandles="1" noChangeArrowheads="1" noChangeShapeType="1" noTextEdit="1"/>
                </p:cNvSpPr>
                <p:nvPr/>
              </p:nvSpPr>
              <p:spPr>
                <a:xfrm>
                  <a:off x="1450127" y="2707054"/>
                  <a:ext cx="1326621" cy="427336"/>
                </a:xfrm>
                <a:prstGeom prst="rect">
                  <a:avLst/>
                </a:prstGeom>
                <a:blipFill>
                  <a:blip r:embed="rId3"/>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817FC54-4D8B-4E66-8831-4462A19B21AB}"/>
                    </a:ext>
                  </a:extLst>
                </p:cNvPr>
                <p:cNvSpPr txBox="1"/>
                <p:nvPr/>
              </p:nvSpPr>
              <p:spPr>
                <a:xfrm>
                  <a:off x="977033" y="1771032"/>
                  <a:ext cx="72954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92D050"/>
                    </a:solidFill>
                    <a:effectLst/>
                    <a:uLnTx/>
                    <a:uFillTx/>
                    <a:latin typeface="Calibri"/>
                    <a:ea typeface="+mn-ea"/>
                    <a:cs typeface="+mn-cs"/>
                  </a:endParaRPr>
                </a:p>
              </p:txBody>
            </p:sp>
          </mc:Choice>
          <mc:Fallback xmlns="">
            <p:sp>
              <p:nvSpPr>
                <p:cNvPr id="15" name="TextBox 14">
                  <a:extLst>
                    <a:ext uri="{FF2B5EF4-FFF2-40B4-BE49-F238E27FC236}">
                      <a16:creationId xmlns:a16="http://schemas.microsoft.com/office/drawing/2014/main" id="{2817FC54-4D8B-4E66-8831-4462A19B21AB}"/>
                    </a:ext>
                  </a:extLst>
                </p:cNvPr>
                <p:cNvSpPr txBox="1">
                  <a:spLocks noRot="1" noChangeAspect="1" noMove="1" noResize="1" noEditPoints="1" noAdjustHandles="1" noChangeArrowheads="1" noChangeShapeType="1" noTextEdit="1"/>
                </p:cNvSpPr>
                <p:nvPr/>
              </p:nvSpPr>
              <p:spPr>
                <a:xfrm>
                  <a:off x="977033" y="1771032"/>
                  <a:ext cx="729548" cy="400110"/>
                </a:xfrm>
                <a:prstGeom prst="rect">
                  <a:avLst/>
                </a:prstGeom>
                <a:blipFill>
                  <a:blip r:embed="rId4"/>
                  <a:stretch>
                    <a:fillRect b="-15385"/>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DA41C6B3-8279-4A6B-9EDB-FF50146FCB6A}"/>
                </a:ext>
              </a:extLst>
            </p:cNvPr>
            <p:cNvCxnSpPr>
              <a:cxnSpLocks/>
            </p:cNvCxnSpPr>
            <p:nvPr/>
          </p:nvCxnSpPr>
          <p:spPr bwMode="auto">
            <a:xfrm flipH="1" flipV="1">
              <a:off x="1807148" y="2498742"/>
              <a:ext cx="779517" cy="282994"/>
            </a:xfrm>
            <a:prstGeom prst="straightConnector1">
              <a:avLst/>
            </a:prstGeom>
            <a:noFill/>
            <a:ln w="25400" cap="flat" cmpd="sng" algn="ctr">
              <a:solidFill>
                <a:srgbClr val="92D050"/>
              </a:solidFill>
              <a:prstDash val="sysDash"/>
              <a:round/>
              <a:headEnd type="none" w="med" len="med"/>
              <a:tailEnd type="triangle"/>
            </a:ln>
            <a:effectLst/>
          </p:spPr>
        </p:cxnSp>
        <p:cxnSp>
          <p:nvCxnSpPr>
            <p:cNvPr id="17" name="Straight Arrow Connector 16">
              <a:extLst>
                <a:ext uri="{FF2B5EF4-FFF2-40B4-BE49-F238E27FC236}">
                  <a16:creationId xmlns:a16="http://schemas.microsoft.com/office/drawing/2014/main" id="{332E629D-1427-41F0-B815-E563F8E5AF18}"/>
                </a:ext>
              </a:extLst>
            </p:cNvPr>
            <p:cNvCxnSpPr>
              <a:cxnSpLocks/>
            </p:cNvCxnSpPr>
            <p:nvPr/>
          </p:nvCxnSpPr>
          <p:spPr bwMode="auto">
            <a:xfrm flipH="1" flipV="1">
              <a:off x="3265572" y="3034759"/>
              <a:ext cx="568089" cy="220473"/>
            </a:xfrm>
            <a:prstGeom prst="straightConnector1">
              <a:avLst/>
            </a:prstGeom>
            <a:noFill/>
            <a:ln w="25400" cap="flat" cmpd="sng" algn="ctr">
              <a:solidFill>
                <a:srgbClr val="92D050"/>
              </a:solidFill>
              <a:prstDash val="sysDash"/>
              <a:round/>
              <a:headEnd type="none" w="med" len="med"/>
              <a:tailEnd type="none" w="med" len="med"/>
            </a:ln>
            <a:effectLst/>
          </p:spPr>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C2D4C5B-A6A7-4847-B842-F4647C4B3A33}"/>
                    </a:ext>
                  </a:extLst>
                </p:cNvPr>
                <p:cNvSpPr txBox="1"/>
                <p:nvPr/>
              </p:nvSpPr>
              <p:spPr>
                <a:xfrm>
                  <a:off x="2331105" y="2141640"/>
                  <a:ext cx="1629445"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oMath>
                    </m:oMathPara>
                  </a14:m>
                  <a:endParaRPr kumimoji="0" lang="en-US" sz="2000" b="0" i="0" u="none" strike="noStrike" kern="1200" cap="none" spc="0" normalizeH="0" baseline="0" noProof="0" dirty="0">
                    <a:ln>
                      <a:noFill/>
                    </a:ln>
                    <a:solidFill>
                      <a:srgbClr val="FFC000"/>
                    </a:solidFill>
                    <a:effectLst/>
                    <a:uLnTx/>
                    <a:uFillTx/>
                    <a:latin typeface="Calibri"/>
                    <a:ea typeface="+mn-ea"/>
                    <a:cs typeface="+mn-cs"/>
                  </a:endParaRPr>
                </a:p>
              </p:txBody>
            </p:sp>
          </mc:Choice>
          <mc:Fallback xmlns="">
            <p:sp>
              <p:nvSpPr>
                <p:cNvPr id="18" name="TextBox 17">
                  <a:extLst>
                    <a:ext uri="{FF2B5EF4-FFF2-40B4-BE49-F238E27FC236}">
                      <a16:creationId xmlns:a16="http://schemas.microsoft.com/office/drawing/2014/main" id="{8C2D4C5B-A6A7-4847-B842-F4647C4B3A33}"/>
                    </a:ext>
                  </a:extLst>
                </p:cNvPr>
                <p:cNvSpPr txBox="1">
                  <a:spLocks noRot="1" noChangeAspect="1" noMove="1" noResize="1" noEditPoints="1" noAdjustHandles="1" noChangeArrowheads="1" noChangeShapeType="1" noTextEdit="1"/>
                </p:cNvSpPr>
                <p:nvPr/>
              </p:nvSpPr>
              <p:spPr>
                <a:xfrm>
                  <a:off x="2331105" y="2141640"/>
                  <a:ext cx="1629445" cy="427336"/>
                </a:xfrm>
                <a:prstGeom prst="rect">
                  <a:avLst/>
                </a:prstGeom>
                <a:blipFill>
                  <a:blip r:embed="rId5"/>
                  <a:stretch>
                    <a:fillRect/>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3FD5C0E7-8D6E-4D71-B3EF-CB886DCCC3B2}"/>
                </a:ext>
              </a:extLst>
            </p:cNvPr>
            <p:cNvGrpSpPr/>
            <p:nvPr/>
          </p:nvGrpSpPr>
          <p:grpSpPr>
            <a:xfrm rot="21198835">
              <a:off x="2677440" y="2457910"/>
              <a:ext cx="670177" cy="384747"/>
              <a:chOff x="3835887" y="2265898"/>
              <a:chExt cx="627480" cy="360235"/>
            </a:xfrm>
          </p:grpSpPr>
          <p:cxnSp>
            <p:nvCxnSpPr>
              <p:cNvPr id="34" name="Straight Arrow Connector 33">
                <a:extLst>
                  <a:ext uri="{FF2B5EF4-FFF2-40B4-BE49-F238E27FC236}">
                    <a16:creationId xmlns:a16="http://schemas.microsoft.com/office/drawing/2014/main" id="{CEE5A925-69A1-4518-B03C-DAFFE192B03C}"/>
                  </a:ext>
                </a:extLst>
              </p:cNvPr>
              <p:cNvCxnSpPr>
                <a:cxnSpLocks/>
              </p:cNvCxnSpPr>
              <p:nvPr/>
            </p:nvCxnSpPr>
            <p:spPr bwMode="auto">
              <a:xfrm rot="20583514" flipV="1">
                <a:off x="3838826" y="2283680"/>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5" name="Straight Arrow Connector 34">
                <a:extLst>
                  <a:ext uri="{FF2B5EF4-FFF2-40B4-BE49-F238E27FC236}">
                    <a16:creationId xmlns:a16="http://schemas.microsoft.com/office/drawing/2014/main" id="{3EAFAD8F-8B4E-40E3-9AC3-FB1E187240F5}"/>
                  </a:ext>
                </a:extLst>
              </p:cNvPr>
              <p:cNvCxnSpPr>
                <a:cxnSpLocks/>
              </p:cNvCxnSpPr>
              <p:nvPr/>
            </p:nvCxnSpPr>
            <p:spPr bwMode="auto">
              <a:xfrm rot="20583514" flipH="1">
                <a:off x="3835887" y="229680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6" name="Straight Arrow Connector 35">
                <a:extLst>
                  <a:ext uri="{FF2B5EF4-FFF2-40B4-BE49-F238E27FC236}">
                    <a16:creationId xmlns:a16="http://schemas.microsoft.com/office/drawing/2014/main" id="{9C81599D-90BE-44C3-A151-CB96EA232C55}"/>
                  </a:ext>
                </a:extLst>
              </p:cNvPr>
              <p:cNvCxnSpPr>
                <a:cxnSpLocks/>
              </p:cNvCxnSpPr>
              <p:nvPr/>
            </p:nvCxnSpPr>
            <p:spPr bwMode="auto">
              <a:xfrm rot="20583514" flipV="1">
                <a:off x="3990637" y="2265898"/>
                <a:ext cx="131376" cy="258296"/>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7" name="Straight Arrow Connector 36">
                <a:extLst>
                  <a:ext uri="{FF2B5EF4-FFF2-40B4-BE49-F238E27FC236}">
                    <a16:creationId xmlns:a16="http://schemas.microsoft.com/office/drawing/2014/main" id="{794CF639-FBF7-435F-AA8A-F09E07C1482A}"/>
                  </a:ext>
                </a:extLst>
              </p:cNvPr>
              <p:cNvCxnSpPr>
                <a:cxnSpLocks/>
              </p:cNvCxnSpPr>
              <p:nvPr/>
            </p:nvCxnSpPr>
            <p:spPr bwMode="auto">
              <a:xfrm rot="20583514" flipH="1">
                <a:off x="4020866" y="2396940"/>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8" name="Straight Arrow Connector 37">
                <a:extLst>
                  <a:ext uri="{FF2B5EF4-FFF2-40B4-BE49-F238E27FC236}">
                    <a16:creationId xmlns:a16="http://schemas.microsoft.com/office/drawing/2014/main" id="{C1F99E39-558B-4DE8-92CF-4D88F21DB4EE}"/>
                  </a:ext>
                </a:extLst>
              </p:cNvPr>
              <p:cNvCxnSpPr>
                <a:cxnSpLocks/>
              </p:cNvCxnSpPr>
              <p:nvPr/>
            </p:nvCxnSpPr>
            <p:spPr bwMode="auto">
              <a:xfrm rot="20583514" flipV="1">
                <a:off x="4397369" y="2474087"/>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39" name="Straight Arrow Connector 38">
                <a:extLst>
                  <a:ext uri="{FF2B5EF4-FFF2-40B4-BE49-F238E27FC236}">
                    <a16:creationId xmlns:a16="http://schemas.microsoft.com/office/drawing/2014/main" id="{D13C993D-6D05-4532-BD32-F3EC48D1D3BF}"/>
                  </a:ext>
                </a:extLst>
              </p:cNvPr>
              <p:cNvCxnSpPr>
                <a:cxnSpLocks/>
              </p:cNvCxnSpPr>
              <p:nvPr/>
            </p:nvCxnSpPr>
            <p:spPr bwMode="auto">
              <a:xfrm rot="20583514" flipH="1">
                <a:off x="4192096" y="250396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40" name="Straight Arrow Connector 39">
                <a:extLst>
                  <a:ext uri="{FF2B5EF4-FFF2-40B4-BE49-F238E27FC236}">
                    <a16:creationId xmlns:a16="http://schemas.microsoft.com/office/drawing/2014/main" id="{0D673A0F-9691-40FD-9953-D7306999CDA0}"/>
                  </a:ext>
                </a:extLst>
              </p:cNvPr>
              <p:cNvCxnSpPr>
                <a:cxnSpLocks/>
              </p:cNvCxnSpPr>
              <p:nvPr/>
            </p:nvCxnSpPr>
            <p:spPr bwMode="auto">
              <a:xfrm rot="20583514" flipV="1">
                <a:off x="4175116" y="2367837"/>
                <a:ext cx="131376" cy="258296"/>
              </a:xfrm>
              <a:prstGeom prst="straightConnector1">
                <a:avLst/>
              </a:prstGeom>
              <a:noFill/>
              <a:ln w="25400" cap="flat" cmpd="sng" algn="ctr">
                <a:solidFill>
                  <a:srgbClr val="FFC000"/>
                </a:solidFill>
                <a:prstDash val="solid"/>
                <a:round/>
                <a:headEnd type="none" w="med" len="med"/>
                <a:tailEnd type="none" w="med" len="med"/>
              </a:ln>
              <a:effectLst/>
            </p:spPr>
          </p:cxnSp>
        </p:grpSp>
        <p:cxnSp>
          <p:nvCxnSpPr>
            <p:cNvPr id="20" name="Straight Arrow Connector 19">
              <a:extLst>
                <a:ext uri="{FF2B5EF4-FFF2-40B4-BE49-F238E27FC236}">
                  <a16:creationId xmlns:a16="http://schemas.microsoft.com/office/drawing/2014/main" id="{A2DCA0B1-A1E6-45C5-B89E-1C203D5F13C2}"/>
                </a:ext>
              </a:extLst>
            </p:cNvPr>
            <p:cNvCxnSpPr>
              <a:cxnSpLocks/>
            </p:cNvCxnSpPr>
            <p:nvPr/>
          </p:nvCxnSpPr>
          <p:spPr bwMode="auto">
            <a:xfrm flipV="1">
              <a:off x="2512080" y="2494774"/>
              <a:ext cx="179138" cy="528912"/>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21" name="Straight Arrow Connector 20">
              <a:extLst>
                <a:ext uri="{FF2B5EF4-FFF2-40B4-BE49-F238E27FC236}">
                  <a16:creationId xmlns:a16="http://schemas.microsoft.com/office/drawing/2014/main" id="{038C4BA8-60F1-459D-8CCD-4D4D3808FE47}"/>
                </a:ext>
              </a:extLst>
            </p:cNvPr>
            <p:cNvCxnSpPr>
              <a:cxnSpLocks/>
            </p:cNvCxnSpPr>
            <p:nvPr/>
          </p:nvCxnSpPr>
          <p:spPr bwMode="auto">
            <a:xfrm flipV="1">
              <a:off x="3174938" y="2749837"/>
              <a:ext cx="179138" cy="528912"/>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22" name="Straight Arrow Connector 21">
              <a:extLst>
                <a:ext uri="{FF2B5EF4-FFF2-40B4-BE49-F238E27FC236}">
                  <a16:creationId xmlns:a16="http://schemas.microsoft.com/office/drawing/2014/main" id="{2FC5676A-5FAF-49D7-8906-2B2A15719903}"/>
                </a:ext>
              </a:extLst>
            </p:cNvPr>
            <p:cNvCxnSpPr>
              <a:cxnSpLocks/>
            </p:cNvCxnSpPr>
            <p:nvPr/>
          </p:nvCxnSpPr>
          <p:spPr bwMode="auto">
            <a:xfrm flipH="1">
              <a:off x="2889165" y="3065454"/>
              <a:ext cx="63999" cy="187348"/>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3" name="Straight Arrow Connector 22">
              <a:extLst>
                <a:ext uri="{FF2B5EF4-FFF2-40B4-BE49-F238E27FC236}">
                  <a16:creationId xmlns:a16="http://schemas.microsoft.com/office/drawing/2014/main" id="{9F531AEF-24F2-4786-BBA7-084DD16B0462}"/>
                </a:ext>
              </a:extLst>
            </p:cNvPr>
            <p:cNvCxnSpPr>
              <a:cxnSpLocks/>
            </p:cNvCxnSpPr>
            <p:nvPr/>
          </p:nvCxnSpPr>
          <p:spPr bwMode="auto">
            <a:xfrm flipH="1" flipV="1">
              <a:off x="2528670" y="3017103"/>
              <a:ext cx="258987" cy="96248"/>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4" name="Straight Arrow Connector 23">
              <a:extLst>
                <a:ext uri="{FF2B5EF4-FFF2-40B4-BE49-F238E27FC236}">
                  <a16:creationId xmlns:a16="http://schemas.microsoft.com/office/drawing/2014/main" id="{D17E638B-C525-492F-9F6B-6B706F53E3DA}"/>
                </a:ext>
              </a:extLst>
            </p:cNvPr>
            <p:cNvCxnSpPr>
              <a:cxnSpLocks/>
            </p:cNvCxnSpPr>
            <p:nvPr/>
          </p:nvCxnSpPr>
          <p:spPr bwMode="auto">
            <a:xfrm flipH="1">
              <a:off x="2741725" y="3013969"/>
              <a:ext cx="63999" cy="187348"/>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5" name="Straight Arrow Connector 24">
              <a:extLst>
                <a:ext uri="{FF2B5EF4-FFF2-40B4-BE49-F238E27FC236}">
                  <a16:creationId xmlns:a16="http://schemas.microsoft.com/office/drawing/2014/main" id="{2875F31E-1E3B-45E3-BC3E-FA4ED2FDE9BA}"/>
                </a:ext>
              </a:extLst>
            </p:cNvPr>
            <p:cNvCxnSpPr>
              <a:cxnSpLocks/>
            </p:cNvCxnSpPr>
            <p:nvPr/>
          </p:nvCxnSpPr>
          <p:spPr bwMode="auto">
            <a:xfrm flipH="1" flipV="1">
              <a:off x="2691028" y="2979947"/>
              <a:ext cx="274593" cy="9938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6" name="Straight Arrow Connector 25">
              <a:extLst>
                <a:ext uri="{FF2B5EF4-FFF2-40B4-BE49-F238E27FC236}">
                  <a16:creationId xmlns:a16="http://schemas.microsoft.com/office/drawing/2014/main" id="{3C1EB2B4-460F-4C06-BF02-CBE40F5D5684}"/>
                </a:ext>
              </a:extLst>
            </p:cNvPr>
            <p:cNvCxnSpPr>
              <a:cxnSpLocks/>
            </p:cNvCxnSpPr>
            <p:nvPr/>
          </p:nvCxnSpPr>
          <p:spPr bwMode="auto">
            <a:xfrm flipH="1" flipV="1">
              <a:off x="2631057" y="3147403"/>
              <a:ext cx="274593" cy="9938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27" name="Straight Arrow Connector 26">
              <a:extLst>
                <a:ext uri="{FF2B5EF4-FFF2-40B4-BE49-F238E27FC236}">
                  <a16:creationId xmlns:a16="http://schemas.microsoft.com/office/drawing/2014/main" id="{F0CFA7AD-CF55-4099-BB61-DFC40ACA43FB}"/>
                </a:ext>
              </a:extLst>
            </p:cNvPr>
            <p:cNvCxnSpPr>
              <a:cxnSpLocks/>
            </p:cNvCxnSpPr>
            <p:nvPr/>
          </p:nvCxnSpPr>
          <p:spPr bwMode="auto">
            <a:xfrm flipH="1" flipV="1">
              <a:off x="2910138" y="3162693"/>
              <a:ext cx="258987" cy="96248"/>
            </a:xfrm>
            <a:prstGeom prst="straightConnector1">
              <a:avLst/>
            </a:prstGeom>
            <a:noFill/>
            <a:ln w="25400" cap="flat" cmpd="sng" algn="ctr">
              <a:solidFill>
                <a:srgbClr val="873624"/>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203D628-D0C2-48DC-90E6-DE08CD1E8955}"/>
                    </a:ext>
                  </a:extLst>
                </p:cNvPr>
                <p:cNvSpPr txBox="1"/>
                <p:nvPr/>
              </p:nvSpPr>
              <p:spPr>
                <a:xfrm>
                  <a:off x="1868444" y="3206498"/>
                  <a:ext cx="1629445"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oMath>
                    </m:oMathPara>
                  </a14:m>
                  <a:endParaRPr kumimoji="0" lang="en-US" sz="2000" b="0" i="0" u="none" strike="noStrike" kern="1200" cap="none" spc="0" normalizeH="0" baseline="0" noProof="0" dirty="0">
                    <a:ln>
                      <a:noFill/>
                    </a:ln>
                    <a:solidFill>
                      <a:srgbClr val="873624"/>
                    </a:solidFill>
                    <a:effectLst/>
                    <a:uLnTx/>
                    <a:uFillTx/>
                    <a:latin typeface="Calibri"/>
                    <a:ea typeface="+mn-ea"/>
                    <a:cs typeface="+mn-cs"/>
                  </a:endParaRPr>
                </a:p>
              </p:txBody>
            </p:sp>
          </mc:Choice>
          <mc:Fallback xmlns="">
            <p:sp>
              <p:nvSpPr>
                <p:cNvPr id="28" name="TextBox 27">
                  <a:extLst>
                    <a:ext uri="{FF2B5EF4-FFF2-40B4-BE49-F238E27FC236}">
                      <a16:creationId xmlns:a16="http://schemas.microsoft.com/office/drawing/2014/main" id="{D203D628-D0C2-48DC-90E6-DE08CD1E8955}"/>
                    </a:ext>
                  </a:extLst>
                </p:cNvPr>
                <p:cNvSpPr txBox="1">
                  <a:spLocks noRot="1" noChangeAspect="1" noMove="1" noResize="1" noEditPoints="1" noAdjustHandles="1" noChangeArrowheads="1" noChangeShapeType="1" noTextEdit="1"/>
                </p:cNvSpPr>
                <p:nvPr/>
              </p:nvSpPr>
              <p:spPr>
                <a:xfrm>
                  <a:off x="1868444" y="3206498"/>
                  <a:ext cx="1629445" cy="42733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81E84917-2B5C-45C1-8909-0DBF9D796693}"/>
                    </a:ext>
                  </a:extLst>
                </p:cNvPr>
                <p:cNvSpPr/>
                <p:nvPr/>
              </p:nvSpPr>
              <p:spPr>
                <a:xfrm>
                  <a:off x="1301477" y="4773628"/>
                  <a:ext cx="439282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chemeClr val="accent2"/>
                            </a:solidFill>
                            <a:effectLst/>
                            <a:uLnTx/>
                            <a:uFillTx/>
                            <a:latin typeface="Cambria Math" panose="02040503050406030204" pitchFamily="18" charset="0"/>
                            <a:ea typeface="+mn-ea"/>
                            <a:cs typeface="+mn-cs"/>
                          </a:rPr>
                          <m:t>𝑚</m:t>
                        </m:r>
                        <m:acc>
                          <m:accPr>
                            <m:chr m:val="̈"/>
                            <m:ctrlP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e>
                        </m:acc>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acc>
                          <m:accPr>
                            <m:chr m:val="̇"/>
                            <m:ctrlP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a:ln>
                                  <a:noFill/>
                                </a:ln>
                                <a:solidFill>
                                  <a:srgbClr val="92D050"/>
                                </a:solidFill>
                                <a:effectLst/>
                                <a:uLnTx/>
                                <a:uFillTx/>
                                <a:latin typeface="Cambria Math" panose="02040503050406030204" pitchFamily="18" charset="0"/>
                                <a:ea typeface="+mn-ea"/>
                                <a:cs typeface="+mn-cs"/>
                              </a:rPr>
                              <m:t>𝑥</m:t>
                            </m:r>
                          </m:e>
                        </m:acc>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0</m:t>
                            </m:r>
                          </m:sub>
                        </m:s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0" name="Rectangle 29">
                  <a:extLst>
                    <a:ext uri="{FF2B5EF4-FFF2-40B4-BE49-F238E27FC236}">
                      <a16:creationId xmlns:a16="http://schemas.microsoft.com/office/drawing/2014/main" id="{81E84917-2B5C-45C1-8909-0DBF9D796693}"/>
                    </a:ext>
                  </a:extLst>
                </p:cNvPr>
                <p:cNvSpPr>
                  <a:spLocks noRot="1" noChangeAspect="1" noMove="1" noResize="1" noEditPoints="1" noAdjustHandles="1" noChangeArrowheads="1" noChangeShapeType="1" noTextEdit="1"/>
                </p:cNvSpPr>
                <p:nvPr/>
              </p:nvSpPr>
              <p:spPr>
                <a:xfrm>
                  <a:off x="1301477" y="4773628"/>
                  <a:ext cx="4392824" cy="523220"/>
                </a:xfrm>
                <a:prstGeom prst="rect">
                  <a:avLst/>
                </a:prstGeom>
                <a:blipFill>
                  <a:blip r:embed="rId20"/>
                  <a:stretch>
                    <a:fillRect/>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0E8F3924-60AA-4BF6-9CFE-3C0E326C02F2}"/>
                </a:ext>
              </a:extLst>
            </p:cNvPr>
            <p:cNvSpPr txBox="1"/>
            <p:nvPr/>
          </p:nvSpPr>
          <p:spPr>
            <a:xfrm>
              <a:off x="2005328" y="4498871"/>
              <a:ext cx="31582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Mass-Spring-Damper dynamics:</a:t>
              </a:r>
            </a:p>
          </p:txBody>
        </p:sp>
        <p:pic>
          <p:nvPicPr>
            <p:cNvPr id="32" name="Picture 31">
              <a:extLst>
                <a:ext uri="{FF2B5EF4-FFF2-40B4-BE49-F238E27FC236}">
                  <a16:creationId xmlns:a16="http://schemas.microsoft.com/office/drawing/2014/main" id="{191DC12B-CD81-4DA6-AD71-49BC73952155}"/>
                </a:ext>
              </a:extLst>
            </p:cNvPr>
            <p:cNvPicPr>
              <a:picLocks noChangeAspect="1"/>
            </p:cNvPicPr>
            <p:nvPr/>
          </p:nvPicPr>
          <p:blipFill rotWithShape="1">
            <a:blip r:embed="rId21">
              <a:extLst>
                <a:ext uri="{BEBA8EAE-BF5A-486C-A8C5-ECC9F3942E4B}">
                  <a14:imgProps xmlns:a14="http://schemas.microsoft.com/office/drawing/2010/main">
                    <a14:imgLayer r:embed="rId22">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rcRect l="21112" b="7395"/>
            <a:stretch/>
          </p:blipFill>
          <p:spPr>
            <a:xfrm>
              <a:off x="820739" y="4229825"/>
              <a:ext cx="1362660" cy="1341780"/>
            </a:xfrm>
            <a:prstGeom prst="rect">
              <a:avLst/>
            </a:prstGeom>
          </p:spPr>
        </p:pic>
        <p:sp>
          <p:nvSpPr>
            <p:cNvPr id="33" name="Oval 32">
              <a:extLst>
                <a:ext uri="{FF2B5EF4-FFF2-40B4-BE49-F238E27FC236}">
                  <a16:creationId xmlns:a16="http://schemas.microsoft.com/office/drawing/2014/main" id="{5E264E46-9A9F-4612-8A7B-40B99F05BE33}"/>
                </a:ext>
              </a:extLst>
            </p:cNvPr>
            <p:cNvSpPr/>
            <p:nvPr/>
          </p:nvSpPr>
          <p:spPr>
            <a:xfrm>
              <a:off x="1673219" y="2342881"/>
              <a:ext cx="262181" cy="248644"/>
            </a:xfrm>
            <a:prstGeom prst="ellipse">
              <a:avLst/>
            </a:prstGeom>
            <a:solidFill>
              <a:schemeClr val="accent3"/>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Arrow: Right 28">
              <a:extLst>
                <a:ext uri="{FF2B5EF4-FFF2-40B4-BE49-F238E27FC236}">
                  <a16:creationId xmlns:a16="http://schemas.microsoft.com/office/drawing/2014/main" id="{FD5C3CBE-6622-40DC-B41F-449401855AD2}"/>
                </a:ext>
              </a:extLst>
            </p:cNvPr>
            <p:cNvSpPr/>
            <p:nvPr/>
          </p:nvSpPr>
          <p:spPr bwMode="auto">
            <a:xfrm rot="12012737">
              <a:off x="1903853" y="2467697"/>
              <a:ext cx="567364" cy="310498"/>
            </a:xfrm>
            <a:prstGeom prst="rightArrow">
              <a:avLst/>
            </a:prstGeom>
            <a:solidFill>
              <a:srgbClr val="7030A0"/>
            </a:solid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D6284796-AC39-4E5A-8306-5DB22A6BA2D0}"/>
                    </a:ext>
                  </a:extLst>
                </p:cNvPr>
                <p:cNvSpPr txBox="1"/>
                <p:nvPr/>
              </p:nvSpPr>
              <p:spPr>
                <a:xfrm>
                  <a:off x="1243179" y="2403425"/>
                  <a:ext cx="56542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chemeClr val="accent2"/>
                            </a:solidFill>
                            <a:effectLst/>
                            <a:uLnTx/>
                            <a:uFillTx/>
                            <a:latin typeface="Cambria Math" panose="02040503050406030204" pitchFamily="18" charset="0"/>
                            <a:ea typeface="+mn-ea"/>
                            <a:cs typeface="+mn-cs"/>
                          </a:rPr>
                          <m:t>𝑚</m:t>
                        </m:r>
                      </m:oMath>
                    </m:oMathPara>
                  </a14:m>
                  <a:endParaRPr kumimoji="0" lang="en-US" sz="2000" b="0" i="0" u="none" strike="noStrike" kern="1200" cap="none" spc="0" normalizeH="0" baseline="0" noProof="0" dirty="0">
                    <a:ln>
                      <a:noFill/>
                    </a:ln>
                    <a:solidFill>
                      <a:schemeClr val="accent2"/>
                    </a:solidFill>
                    <a:effectLst/>
                    <a:uLnTx/>
                    <a:uFillTx/>
                    <a:latin typeface="Calibri"/>
                    <a:ea typeface="+mn-ea"/>
                    <a:cs typeface="+mn-cs"/>
                  </a:endParaRPr>
                </a:p>
              </p:txBody>
            </p:sp>
          </mc:Choice>
          <mc:Fallback xmlns="">
            <p:sp>
              <p:nvSpPr>
                <p:cNvPr id="101" name="TextBox 100">
                  <a:extLst>
                    <a:ext uri="{FF2B5EF4-FFF2-40B4-BE49-F238E27FC236}">
                      <a16:creationId xmlns:a16="http://schemas.microsoft.com/office/drawing/2014/main" id="{D6284796-AC39-4E5A-8306-5DB22A6BA2D0}"/>
                    </a:ext>
                  </a:extLst>
                </p:cNvPr>
                <p:cNvSpPr txBox="1">
                  <a:spLocks noRot="1" noChangeAspect="1" noMove="1" noResize="1" noEditPoints="1" noAdjustHandles="1" noChangeArrowheads="1" noChangeShapeType="1" noTextEdit="1"/>
                </p:cNvSpPr>
                <p:nvPr/>
              </p:nvSpPr>
              <p:spPr>
                <a:xfrm>
                  <a:off x="1243179" y="2403425"/>
                  <a:ext cx="565427" cy="400110"/>
                </a:xfrm>
                <a:prstGeom prst="rect">
                  <a:avLst/>
                </a:prstGeom>
                <a:blipFill>
                  <a:blip r:embed="rId23"/>
                  <a:stretch>
                    <a:fillRect/>
                  </a:stretch>
                </a:blipFill>
              </p:spPr>
              <p:txBody>
                <a:bodyPr/>
                <a:lstStyle/>
                <a:p>
                  <a:r>
                    <a:rPr lang="en-US">
                      <a:noFill/>
                    </a:rPr>
                    <a:t> </a:t>
                  </a:r>
                </a:p>
              </p:txBody>
            </p:sp>
          </mc:Fallback>
        </mc:AlternateContent>
      </p:grpSp>
      <p:sp>
        <p:nvSpPr>
          <p:cNvPr id="7" name="TextBox 6">
            <a:extLst>
              <a:ext uri="{FF2B5EF4-FFF2-40B4-BE49-F238E27FC236}">
                <a16:creationId xmlns:a16="http://schemas.microsoft.com/office/drawing/2014/main" id="{59897F87-D7A2-A25C-3AE6-FC43F321DB4B}"/>
              </a:ext>
            </a:extLst>
          </p:cNvPr>
          <p:cNvSpPr txBox="1"/>
          <p:nvPr/>
        </p:nvSpPr>
        <p:spPr>
          <a:xfrm>
            <a:off x="849570" y="3883402"/>
            <a:ext cx="787218" cy="646331"/>
          </a:xfrm>
          <a:prstGeom prst="rect">
            <a:avLst/>
          </a:prstGeom>
        </p:spPr>
        <p:txBody>
          <a:bodyPr wrap="square" rtlCol="0">
            <a:spAutoFit/>
          </a:bodyPr>
          <a:lstStyle/>
          <a:p>
            <a:pPr algn="ctr"/>
            <a:r>
              <a:rPr lang="en-US" dirty="0"/>
              <a:t>Initial Pose</a:t>
            </a:r>
          </a:p>
        </p:txBody>
      </p:sp>
      <p:sp>
        <p:nvSpPr>
          <p:cNvPr id="103" name="TextBox 102">
            <a:extLst>
              <a:ext uri="{FF2B5EF4-FFF2-40B4-BE49-F238E27FC236}">
                <a16:creationId xmlns:a16="http://schemas.microsoft.com/office/drawing/2014/main" id="{7D46ED47-BA70-D96B-827A-B582B483571E}"/>
              </a:ext>
            </a:extLst>
          </p:cNvPr>
          <p:cNvSpPr txBox="1"/>
          <p:nvPr/>
        </p:nvSpPr>
        <p:spPr>
          <a:xfrm>
            <a:off x="3261277" y="1769488"/>
            <a:ext cx="1387953" cy="646331"/>
          </a:xfrm>
          <a:prstGeom prst="rect">
            <a:avLst/>
          </a:prstGeom>
        </p:spPr>
        <p:txBody>
          <a:bodyPr wrap="square" rtlCol="0">
            <a:spAutoFit/>
          </a:bodyPr>
          <a:lstStyle/>
          <a:p>
            <a:pPr algn="ctr"/>
            <a:r>
              <a:rPr lang="en-US" dirty="0"/>
              <a:t>Baseline Goal Pose</a:t>
            </a:r>
          </a:p>
        </p:txBody>
      </p:sp>
    </p:spTree>
    <p:extLst>
      <p:ext uri="{BB962C8B-B14F-4D97-AF65-F5344CB8AC3E}">
        <p14:creationId xmlns:p14="http://schemas.microsoft.com/office/powerpoint/2010/main" val="1253888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CF7E3-78AB-4D7F-990D-D1A1F7CBAF40}"/>
              </a:ext>
            </a:extLst>
          </p:cNvPr>
          <p:cNvSpPr>
            <a:spLocks noGrp="1"/>
          </p:cNvSpPr>
          <p:nvPr>
            <p:ph type="title"/>
          </p:nvPr>
        </p:nvSpPr>
        <p:spPr/>
        <p:txBody>
          <a:bodyPr/>
          <a:lstStyle/>
          <a:p>
            <a:r>
              <a:rPr lang="en-US" dirty="0"/>
              <a:t>Active Compliance: Trajectory &amp; Control</a:t>
            </a:r>
          </a:p>
        </p:txBody>
      </p:sp>
      <p:sp>
        <p:nvSpPr>
          <p:cNvPr id="3" name="Date Placeholder 2">
            <a:extLst>
              <a:ext uri="{FF2B5EF4-FFF2-40B4-BE49-F238E27FC236}">
                <a16:creationId xmlns:a16="http://schemas.microsoft.com/office/drawing/2014/main" id="{BC2BDBA9-F23B-4D2D-99A4-D6D4897A6CDB}"/>
              </a:ext>
            </a:extLst>
          </p:cNvPr>
          <p:cNvSpPr>
            <a:spLocks noGrp="1"/>
          </p:cNvSpPr>
          <p:nvPr>
            <p:ph type="dt" sz="half"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3C8E"/>
                </a:solidFill>
                <a:effectLst/>
                <a:uLnTx/>
                <a:uFillTx/>
                <a:latin typeface="Helvetica Neue" panose="02000503000000020004" pitchFamily="2" charset="0"/>
              </a:rPr>
              <a:t>DD/MM/YYYY</a:t>
            </a:r>
          </a:p>
        </p:txBody>
      </p:sp>
      <p:sp>
        <p:nvSpPr>
          <p:cNvPr id="4" name="Footer Placeholder 3">
            <a:extLst>
              <a:ext uri="{FF2B5EF4-FFF2-40B4-BE49-F238E27FC236}">
                <a16:creationId xmlns:a16="http://schemas.microsoft.com/office/drawing/2014/main" id="{0688ED92-7DBD-4B1A-9680-F24EC3FC5647}"/>
              </a:ext>
            </a:extLst>
          </p:cNvPr>
          <p:cNvSpPr>
            <a:spLocks noGrp="1"/>
          </p:cNvSpPr>
          <p:nvPr>
            <p:ph type="ftr" sz="quarter" idx="1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a:ea typeface="+mn-ea"/>
              </a:rPr>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CE8C5628-641C-4BC7-861F-361720C3AAE6}"/>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04F4CF-F641-6E4E-8F87-8EB8AA2BFA51}" type="slidenum">
              <a:rPr kumimoji="0" lang="en-US" sz="800" b="0" i="0" u="none" strike="noStrike" kern="1200" cap="none" spc="0" normalizeH="0" baseline="0" noProof="0" smtClean="0">
                <a:ln>
                  <a:noFill/>
                </a:ln>
                <a:solidFill>
                  <a:srgbClr val="093C8E"/>
                </a:solidFill>
                <a:effectLst/>
                <a:uLnTx/>
                <a:uFillTx/>
                <a:latin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93C8E"/>
              </a:solidFill>
              <a:effectLst/>
              <a:uLnTx/>
              <a:uFillTx/>
              <a:latin typeface="Helvetica Neue" panose="02000503000000020004" pitchFamily="2" charset="0"/>
            </a:endParaRPr>
          </a:p>
        </p:txBody>
      </p:sp>
      <p:sp>
        <p:nvSpPr>
          <p:cNvPr id="6" name="Text Placeholder 5">
            <a:extLst>
              <a:ext uri="{FF2B5EF4-FFF2-40B4-BE49-F238E27FC236}">
                <a16:creationId xmlns:a16="http://schemas.microsoft.com/office/drawing/2014/main" id="{0CD156EF-8B16-4473-B816-BBE3231C31A8}"/>
              </a:ext>
            </a:extLst>
          </p:cNvPr>
          <p:cNvSpPr>
            <a:spLocks noGrp="1"/>
          </p:cNvSpPr>
          <p:nvPr>
            <p:ph type="body" sz="quarter" idx="10"/>
          </p:nvPr>
        </p:nvSpPr>
        <p:spPr/>
        <p:txBody>
          <a:bodyPr/>
          <a:lstStyle/>
          <a:p>
            <a:r>
              <a:rPr lang="en-US" dirty="0"/>
              <a:t>TAKEAWAY: How the first two pieces operate</a:t>
            </a:r>
          </a:p>
        </p:txBody>
      </p:sp>
      <p:grpSp>
        <p:nvGrpSpPr>
          <p:cNvPr id="74" name="Group 73">
            <a:extLst>
              <a:ext uri="{FF2B5EF4-FFF2-40B4-BE49-F238E27FC236}">
                <a16:creationId xmlns:a16="http://schemas.microsoft.com/office/drawing/2014/main" id="{BE958318-CE70-4D40-81FB-FFF2D6E902E3}"/>
              </a:ext>
            </a:extLst>
          </p:cNvPr>
          <p:cNvGrpSpPr/>
          <p:nvPr/>
        </p:nvGrpSpPr>
        <p:grpSpPr>
          <a:xfrm>
            <a:off x="389447" y="1372442"/>
            <a:ext cx="5515138" cy="3963772"/>
            <a:chOff x="429941" y="1487819"/>
            <a:chExt cx="5070424" cy="3644153"/>
          </a:xfrm>
        </p:grpSpPr>
        <p:grpSp>
          <p:nvGrpSpPr>
            <p:cNvPr id="7" name="Group 6">
              <a:extLst>
                <a:ext uri="{FF2B5EF4-FFF2-40B4-BE49-F238E27FC236}">
                  <a16:creationId xmlns:a16="http://schemas.microsoft.com/office/drawing/2014/main" id="{B57F482F-4F61-428C-A26C-A40BD62F2F91}"/>
                </a:ext>
              </a:extLst>
            </p:cNvPr>
            <p:cNvGrpSpPr/>
            <p:nvPr/>
          </p:nvGrpSpPr>
          <p:grpSpPr>
            <a:xfrm>
              <a:off x="1266829" y="1587683"/>
              <a:ext cx="4233536" cy="2570346"/>
              <a:chOff x="772670" y="1121059"/>
              <a:chExt cx="3713150" cy="2254399"/>
            </a:xfrm>
          </p:grpSpPr>
          <p:sp>
            <p:nvSpPr>
              <p:cNvPr id="8" name="TextBox 7">
                <a:extLst>
                  <a:ext uri="{FF2B5EF4-FFF2-40B4-BE49-F238E27FC236}">
                    <a16:creationId xmlns:a16="http://schemas.microsoft.com/office/drawing/2014/main" id="{598D41C0-EF3B-4993-94A2-3A114785341E}"/>
                  </a:ext>
                </a:extLst>
              </p:cNvPr>
              <p:cNvSpPr txBox="1"/>
              <p:nvPr/>
            </p:nvSpPr>
            <p:spPr>
              <a:xfrm>
                <a:off x="1728135" y="2750267"/>
                <a:ext cx="480856" cy="44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z</a:t>
                </a:r>
              </a:p>
            </p:txBody>
          </p:sp>
          <p:sp>
            <p:nvSpPr>
              <p:cNvPr id="9" name="TextBox 8">
                <a:extLst>
                  <a:ext uri="{FF2B5EF4-FFF2-40B4-BE49-F238E27FC236}">
                    <a16:creationId xmlns:a16="http://schemas.microsoft.com/office/drawing/2014/main" id="{E65A038A-6CB3-491F-9E08-E74214F4D03A}"/>
                  </a:ext>
                </a:extLst>
              </p:cNvPr>
              <p:cNvSpPr txBox="1"/>
              <p:nvPr/>
            </p:nvSpPr>
            <p:spPr>
              <a:xfrm>
                <a:off x="1446837" y="2335817"/>
                <a:ext cx="480856" cy="44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10" name="TextBox 9">
                <a:extLst>
                  <a:ext uri="{FF2B5EF4-FFF2-40B4-BE49-F238E27FC236}">
                    <a16:creationId xmlns:a16="http://schemas.microsoft.com/office/drawing/2014/main" id="{43C4D3ED-39BF-438F-8DBB-0DD8C07E1792}"/>
                  </a:ext>
                </a:extLst>
              </p:cNvPr>
              <p:cNvSpPr txBox="1"/>
              <p:nvPr/>
            </p:nvSpPr>
            <p:spPr>
              <a:xfrm>
                <a:off x="857929" y="2689585"/>
                <a:ext cx="480856" cy="44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a:t>
                </a:r>
              </a:p>
            </p:txBody>
          </p:sp>
          <p:sp>
            <p:nvSpPr>
              <p:cNvPr id="11" name="TextBox 10">
                <a:extLst>
                  <a:ext uri="{FF2B5EF4-FFF2-40B4-BE49-F238E27FC236}">
                    <a16:creationId xmlns:a16="http://schemas.microsoft.com/office/drawing/2014/main" id="{5EE2E6ED-049F-4054-B0B6-1EBDA3476349}"/>
                  </a:ext>
                </a:extLst>
              </p:cNvPr>
              <p:cNvSpPr txBox="1"/>
              <p:nvPr/>
            </p:nvSpPr>
            <p:spPr>
              <a:xfrm>
                <a:off x="772670" y="2155050"/>
                <a:ext cx="674166" cy="5668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Initial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Pose</a:t>
                </a:r>
              </a:p>
            </p:txBody>
          </p:sp>
          <p:cxnSp>
            <p:nvCxnSpPr>
              <p:cNvPr id="12" name="Straight Connector 11">
                <a:extLst>
                  <a:ext uri="{FF2B5EF4-FFF2-40B4-BE49-F238E27FC236}">
                    <a16:creationId xmlns:a16="http://schemas.microsoft.com/office/drawing/2014/main" id="{F44D5213-CD4A-487E-9550-95B98086F712}"/>
                  </a:ext>
                </a:extLst>
              </p:cNvPr>
              <p:cNvCxnSpPr>
                <a:cxnSpLocks/>
              </p:cNvCxnSpPr>
              <p:nvPr/>
            </p:nvCxnSpPr>
            <p:spPr bwMode="auto">
              <a:xfrm flipV="1">
                <a:off x="1446838" y="1776576"/>
                <a:ext cx="1958755" cy="1179060"/>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39C8FA7-DD4E-4E3E-B38D-9FC021EA1F90}"/>
                  </a:ext>
                </a:extLst>
              </p:cNvPr>
              <p:cNvSpPr txBox="1"/>
              <p:nvPr/>
            </p:nvSpPr>
            <p:spPr>
              <a:xfrm>
                <a:off x="3350118" y="1776566"/>
                <a:ext cx="11357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Nominal Goal Pose</a:t>
                </a:r>
              </a:p>
            </p:txBody>
          </p:sp>
          <p:grpSp>
            <p:nvGrpSpPr>
              <p:cNvPr id="14" name="Group 13">
                <a:extLst>
                  <a:ext uri="{FF2B5EF4-FFF2-40B4-BE49-F238E27FC236}">
                    <a16:creationId xmlns:a16="http://schemas.microsoft.com/office/drawing/2014/main" id="{B7D53946-31D6-4472-A462-7F5872EA0E94}"/>
                  </a:ext>
                </a:extLst>
              </p:cNvPr>
              <p:cNvGrpSpPr/>
              <p:nvPr/>
            </p:nvGrpSpPr>
            <p:grpSpPr>
              <a:xfrm>
                <a:off x="985200" y="2329049"/>
                <a:ext cx="851497" cy="655517"/>
                <a:chOff x="2862275" y="3074126"/>
                <a:chExt cx="1097280" cy="844731"/>
              </a:xfrm>
            </p:grpSpPr>
            <p:cxnSp>
              <p:nvCxnSpPr>
                <p:cNvPr id="24" name="Straight Arrow Connector 23">
                  <a:extLst>
                    <a:ext uri="{FF2B5EF4-FFF2-40B4-BE49-F238E27FC236}">
                      <a16:creationId xmlns:a16="http://schemas.microsoft.com/office/drawing/2014/main" id="{D817A5E2-80B8-4F86-9278-8FC4F829D193}"/>
                    </a:ext>
                  </a:extLst>
                </p:cNvPr>
                <p:cNvCxnSpPr>
                  <a:cxnSpLocks/>
                </p:cNvCxnSpPr>
                <p:nvPr/>
              </p:nvCxnSpPr>
              <p:spPr bwMode="auto">
                <a:xfrm flipV="1">
                  <a:off x="3428332"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DF8D97E1-8D3F-4FEC-91C2-2F5599D2B431}"/>
                    </a:ext>
                  </a:extLst>
                </p:cNvPr>
                <p:cNvCxnSpPr>
                  <a:cxnSpLocks/>
                </p:cNvCxnSpPr>
                <p:nvPr/>
              </p:nvCxnSpPr>
              <p:spPr bwMode="auto">
                <a:xfrm flipH="1" flipV="1">
                  <a:off x="2862275"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250287D4-DD3C-48A7-8C6C-2CBAD494583B}"/>
                    </a:ext>
                  </a:extLst>
                </p:cNvPr>
                <p:cNvCxnSpPr>
                  <a:cxnSpLocks/>
                </p:cNvCxnSpPr>
                <p:nvPr/>
              </p:nvCxnSpPr>
              <p:spPr bwMode="auto">
                <a:xfrm flipV="1">
                  <a:off x="3428332"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sp>
            <p:nvSpPr>
              <p:cNvPr id="15" name="TextBox 14">
                <a:extLst>
                  <a:ext uri="{FF2B5EF4-FFF2-40B4-BE49-F238E27FC236}">
                    <a16:creationId xmlns:a16="http://schemas.microsoft.com/office/drawing/2014/main" id="{FEE30986-5851-4E7E-AF71-0557741634D9}"/>
                  </a:ext>
                </a:extLst>
              </p:cNvPr>
              <p:cNvSpPr txBox="1"/>
              <p:nvPr/>
            </p:nvSpPr>
            <p:spPr>
              <a:xfrm>
                <a:off x="1093115" y="1797992"/>
                <a:ext cx="143953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Nominal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Trajectory</a:t>
                </a:r>
              </a:p>
            </p:txBody>
          </p:sp>
          <p:grpSp>
            <p:nvGrpSpPr>
              <p:cNvPr id="16" name="Group 15">
                <a:extLst>
                  <a:ext uri="{FF2B5EF4-FFF2-40B4-BE49-F238E27FC236}">
                    <a16:creationId xmlns:a16="http://schemas.microsoft.com/office/drawing/2014/main" id="{D0755794-2C52-47C6-970E-DF4ECBEDB049}"/>
                  </a:ext>
                </a:extLst>
              </p:cNvPr>
              <p:cNvGrpSpPr/>
              <p:nvPr/>
            </p:nvGrpSpPr>
            <p:grpSpPr>
              <a:xfrm>
                <a:off x="2966329" y="1121059"/>
                <a:ext cx="851497" cy="655517"/>
                <a:chOff x="2882537" y="3074126"/>
                <a:chExt cx="1097280" cy="844731"/>
              </a:xfrm>
            </p:grpSpPr>
            <p:cxnSp>
              <p:nvCxnSpPr>
                <p:cNvPr id="21" name="Straight Arrow Connector 20">
                  <a:extLst>
                    <a:ext uri="{FF2B5EF4-FFF2-40B4-BE49-F238E27FC236}">
                      <a16:creationId xmlns:a16="http://schemas.microsoft.com/office/drawing/2014/main" id="{999AB66F-85EE-4C6A-9AA4-528A1232202C}"/>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45874D67-DB19-4349-B618-A35C833B4759}"/>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E19B5DF7-4BAD-4F2D-A4A6-39E68A20D0C9}"/>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cxnSp>
            <p:nvCxnSpPr>
              <p:cNvPr id="17" name="Straight Connector 16">
                <a:extLst>
                  <a:ext uri="{FF2B5EF4-FFF2-40B4-BE49-F238E27FC236}">
                    <a16:creationId xmlns:a16="http://schemas.microsoft.com/office/drawing/2014/main" id="{F97CACAD-9568-42B8-823A-1AACA99F3A1A}"/>
                  </a:ext>
                </a:extLst>
              </p:cNvPr>
              <p:cNvCxnSpPr>
                <a:cxnSpLocks/>
              </p:cNvCxnSpPr>
              <p:nvPr/>
            </p:nvCxnSpPr>
            <p:spPr>
              <a:xfrm>
                <a:off x="1446837" y="2991654"/>
                <a:ext cx="594943" cy="38380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7A8B7EB-09D4-4B47-8A61-9FCD34399F80}"/>
                  </a:ext>
                </a:extLst>
              </p:cNvPr>
              <p:cNvCxnSpPr>
                <a:cxnSpLocks/>
              </p:cNvCxnSpPr>
              <p:nvPr/>
            </p:nvCxnSpPr>
            <p:spPr>
              <a:xfrm flipV="1">
                <a:off x="1772020" y="2446916"/>
                <a:ext cx="1206033" cy="767313"/>
              </a:xfrm>
              <a:prstGeom prst="line">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D92204A-1E4E-4261-BA5A-A306F4F2A344}"/>
                  </a:ext>
                </a:extLst>
              </p:cNvPr>
              <p:cNvCxnSpPr>
                <a:cxnSpLocks/>
              </p:cNvCxnSpPr>
              <p:nvPr/>
            </p:nvCxnSpPr>
            <p:spPr>
              <a:xfrm>
                <a:off x="2668857" y="2231005"/>
                <a:ext cx="594943" cy="38380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358AED1-7D31-4827-95A2-DF617BCE915C}"/>
                      </a:ext>
                    </a:extLst>
                  </p:cNvPr>
                  <p:cNvSpPr txBox="1"/>
                  <p:nvPr/>
                </p:nvSpPr>
                <p:spPr>
                  <a:xfrm>
                    <a:off x="2339753" y="2778229"/>
                    <a:ext cx="371740" cy="374270"/>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𝑑</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B0F0"/>
                      </a:solidFill>
                      <a:effectLst/>
                      <a:uLnTx/>
                      <a:uFillTx/>
                      <a:latin typeface="Arial" panose="020B0604020202020204"/>
                      <a:ea typeface="+mn-ea"/>
                      <a:cs typeface="+mn-cs"/>
                    </a:endParaRPr>
                  </a:p>
                </p:txBody>
              </p:sp>
            </mc:Choice>
            <mc:Fallback xmlns="">
              <p:sp>
                <p:nvSpPr>
                  <p:cNvPr id="24" name="TextBox 23">
                    <a:extLst>
                      <a:ext uri="{FF2B5EF4-FFF2-40B4-BE49-F238E27FC236}">
                        <a16:creationId xmlns:a16="http://schemas.microsoft.com/office/drawing/2014/main" id="{D44AF6FF-74D8-4A46-BF64-3D6C0B0F03A4}"/>
                      </a:ext>
                    </a:extLst>
                  </p:cNvPr>
                  <p:cNvSpPr txBox="1">
                    <a:spLocks noRot="1" noChangeAspect="1" noMove="1" noResize="1" noEditPoints="1" noAdjustHandles="1" noChangeArrowheads="1" noChangeShapeType="1" noTextEdit="1"/>
                  </p:cNvSpPr>
                  <p:nvPr/>
                </p:nvSpPr>
                <p:spPr>
                  <a:xfrm>
                    <a:off x="2339753" y="2778229"/>
                    <a:ext cx="371740" cy="374270"/>
                  </a:xfrm>
                  <a:prstGeom prst="rect">
                    <a:avLst/>
                  </a:prstGeom>
                  <a:blipFill>
                    <a:blip r:embed="rId3"/>
                    <a:stretch>
                      <a:fillRect r="-47143"/>
                    </a:stretch>
                  </a:blipFill>
                </p:spPr>
                <p:txBody>
                  <a:bodyPr/>
                  <a:lstStyle/>
                  <a:p>
                    <a:r>
                      <a:rPr lang="en-US">
                        <a:noFill/>
                      </a:rPr>
                      <a:t> </a:t>
                    </a:r>
                  </a:p>
                </p:txBody>
              </p:sp>
            </mc:Fallback>
          </mc:AlternateContent>
        </p:grpSp>
        <p:pic>
          <p:nvPicPr>
            <p:cNvPr id="27" name="Picture 26">
              <a:extLst>
                <a:ext uri="{FF2B5EF4-FFF2-40B4-BE49-F238E27FC236}">
                  <a16:creationId xmlns:a16="http://schemas.microsoft.com/office/drawing/2014/main" id="{A62EF4FE-6E5C-4457-A31A-1B9A1D075AE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tretch>
              <a:fillRect/>
            </a:stretch>
          </p:blipFill>
          <p:spPr>
            <a:xfrm>
              <a:off x="512813" y="3641930"/>
              <a:ext cx="1539468" cy="1291356"/>
            </a:xfrm>
            <a:prstGeom prst="rect">
              <a:avLst/>
            </a:prstGeom>
          </p:spPr>
        </p:pic>
        <p:sp>
          <p:nvSpPr>
            <p:cNvPr id="72" name="Rectangle 71">
              <a:extLst>
                <a:ext uri="{FF2B5EF4-FFF2-40B4-BE49-F238E27FC236}">
                  <a16:creationId xmlns:a16="http://schemas.microsoft.com/office/drawing/2014/main" id="{BCAE9BDD-641A-4B28-BEE7-F0E3B18F09C3}"/>
                </a:ext>
              </a:extLst>
            </p:cNvPr>
            <p:cNvSpPr/>
            <p:nvPr/>
          </p:nvSpPr>
          <p:spPr>
            <a:xfrm>
              <a:off x="429941" y="1487819"/>
              <a:ext cx="4872794" cy="3644153"/>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75" name="Group 74">
            <a:extLst>
              <a:ext uri="{FF2B5EF4-FFF2-40B4-BE49-F238E27FC236}">
                <a16:creationId xmlns:a16="http://schemas.microsoft.com/office/drawing/2014/main" id="{B4BC0587-EE36-47A2-B0EC-D8CBDDF261F7}"/>
              </a:ext>
            </a:extLst>
          </p:cNvPr>
          <p:cNvGrpSpPr/>
          <p:nvPr/>
        </p:nvGrpSpPr>
        <p:grpSpPr>
          <a:xfrm>
            <a:off x="6549699" y="1372442"/>
            <a:ext cx="4857054" cy="3963772"/>
            <a:chOff x="6553188" y="1733176"/>
            <a:chExt cx="4547609" cy="3711239"/>
          </a:xfrm>
        </p:grpSpPr>
        <p:cxnSp>
          <p:nvCxnSpPr>
            <p:cNvPr id="28" name="Straight Connector 27">
              <a:extLst>
                <a:ext uri="{FF2B5EF4-FFF2-40B4-BE49-F238E27FC236}">
                  <a16:creationId xmlns:a16="http://schemas.microsoft.com/office/drawing/2014/main" id="{B64A9EF9-693C-47DE-A35C-3EE1FB71FC4F}"/>
                </a:ext>
              </a:extLst>
            </p:cNvPr>
            <p:cNvCxnSpPr>
              <a:cxnSpLocks/>
            </p:cNvCxnSpPr>
            <p:nvPr/>
          </p:nvCxnSpPr>
          <p:spPr bwMode="auto">
            <a:xfrm flipV="1">
              <a:off x="8128485" y="2749246"/>
              <a:ext cx="2259874" cy="1359508"/>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29" name="Group 28">
              <a:extLst>
                <a:ext uri="{FF2B5EF4-FFF2-40B4-BE49-F238E27FC236}">
                  <a16:creationId xmlns:a16="http://schemas.microsoft.com/office/drawing/2014/main" id="{26EA7442-6B11-42C9-9B30-669CE8A1C736}"/>
                </a:ext>
              </a:extLst>
            </p:cNvPr>
            <p:cNvGrpSpPr/>
            <p:nvPr/>
          </p:nvGrpSpPr>
          <p:grpSpPr>
            <a:xfrm>
              <a:off x="9839719" y="1875822"/>
              <a:ext cx="1097280" cy="844731"/>
              <a:chOff x="2882537" y="3074126"/>
              <a:chExt cx="1097280" cy="844731"/>
            </a:xfrm>
          </p:grpSpPr>
          <p:cxnSp>
            <p:nvCxnSpPr>
              <p:cNvPr id="30" name="Straight Arrow Connector 29">
                <a:extLst>
                  <a:ext uri="{FF2B5EF4-FFF2-40B4-BE49-F238E27FC236}">
                    <a16:creationId xmlns:a16="http://schemas.microsoft.com/office/drawing/2014/main" id="{CF988B34-959D-4DD5-A484-FF6D82DFDC77}"/>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31AC68C7-751C-4E45-B757-362E7AA7FC1C}"/>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84C7D8D2-4216-4B16-9884-764B557942BA}"/>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33" name="Group 32">
              <a:extLst>
                <a:ext uri="{FF2B5EF4-FFF2-40B4-BE49-F238E27FC236}">
                  <a16:creationId xmlns:a16="http://schemas.microsoft.com/office/drawing/2014/main" id="{4B3E9549-A475-4E32-8631-4FB02C7F136D}"/>
                </a:ext>
              </a:extLst>
            </p:cNvPr>
            <p:cNvGrpSpPr/>
            <p:nvPr/>
          </p:nvGrpSpPr>
          <p:grpSpPr>
            <a:xfrm>
              <a:off x="7562428" y="3292716"/>
              <a:ext cx="1097280" cy="844731"/>
              <a:chOff x="2882537" y="3074126"/>
              <a:chExt cx="1097280" cy="844731"/>
            </a:xfrm>
          </p:grpSpPr>
          <p:cxnSp>
            <p:nvCxnSpPr>
              <p:cNvPr id="34" name="Straight Arrow Connector 33">
                <a:extLst>
                  <a:ext uri="{FF2B5EF4-FFF2-40B4-BE49-F238E27FC236}">
                    <a16:creationId xmlns:a16="http://schemas.microsoft.com/office/drawing/2014/main" id="{7BE34003-E77B-4E04-96D4-7C15A620706A}"/>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03F01D44-5796-498A-9B11-55D2D6842EA0}"/>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BCFD5B3C-9FE8-4F43-B85E-90AC50FC64E4}"/>
                  </a:ext>
                </a:extLst>
              </p:cNvPr>
              <p:cNvCxnSpPr>
                <a:cxnSpLocks/>
              </p:cNvCxnSpPr>
              <p:nvPr/>
            </p:nvCxnSpPr>
            <p:spPr bwMode="auto">
              <a:xfrm flipV="1">
                <a:off x="3422609" y="3570515"/>
                <a:ext cx="557208" cy="34834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37" name="Group 36">
              <a:extLst>
                <a:ext uri="{FF2B5EF4-FFF2-40B4-BE49-F238E27FC236}">
                  <a16:creationId xmlns:a16="http://schemas.microsoft.com/office/drawing/2014/main" id="{FFB6197A-2191-4BC4-BE07-31B3E389921C}"/>
                </a:ext>
              </a:extLst>
            </p:cNvPr>
            <p:cNvGrpSpPr/>
            <p:nvPr/>
          </p:nvGrpSpPr>
          <p:grpSpPr>
            <a:xfrm>
              <a:off x="9311163" y="2561111"/>
              <a:ext cx="786430" cy="605426"/>
              <a:chOff x="2882537" y="3074126"/>
              <a:chExt cx="1097280" cy="844731"/>
            </a:xfrm>
          </p:grpSpPr>
          <p:cxnSp>
            <p:nvCxnSpPr>
              <p:cNvPr id="38" name="Straight Arrow Connector 37">
                <a:extLst>
                  <a:ext uri="{FF2B5EF4-FFF2-40B4-BE49-F238E27FC236}">
                    <a16:creationId xmlns:a16="http://schemas.microsoft.com/office/drawing/2014/main" id="{1FB87FA1-28F7-4C42-8979-46D463B852A2}"/>
                  </a:ext>
                </a:extLst>
              </p:cNvPr>
              <p:cNvCxnSpPr>
                <a:cxnSpLocks/>
              </p:cNvCxnSpPr>
              <p:nvPr/>
            </p:nvCxnSpPr>
            <p:spPr bwMode="auto">
              <a:xfrm flipV="1">
                <a:off x="3448594" y="3074126"/>
                <a:ext cx="0" cy="844731"/>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7E3B706E-BA98-465E-9FA5-7D92D93E7A59}"/>
                  </a:ext>
                </a:extLst>
              </p:cNvPr>
              <p:cNvCxnSpPr>
                <a:cxnSpLocks/>
              </p:cNvCxnSpPr>
              <p:nvPr/>
            </p:nvCxnSpPr>
            <p:spPr bwMode="auto">
              <a:xfrm flipH="1" flipV="1">
                <a:off x="2882537" y="3570514"/>
                <a:ext cx="566057"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BF731C22-4C0A-4A6B-92B3-393162ABD741}"/>
                  </a:ext>
                </a:extLst>
              </p:cNvPr>
              <p:cNvCxnSpPr>
                <a:cxnSpLocks/>
              </p:cNvCxnSpPr>
              <p:nvPr/>
            </p:nvCxnSpPr>
            <p:spPr bwMode="auto">
              <a:xfrm flipV="1">
                <a:off x="3448594" y="3570514"/>
                <a:ext cx="531223"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41" name="Group 40">
              <a:extLst>
                <a:ext uri="{FF2B5EF4-FFF2-40B4-BE49-F238E27FC236}">
                  <a16:creationId xmlns:a16="http://schemas.microsoft.com/office/drawing/2014/main" id="{592A386F-21DE-4F58-8F96-A13A344F20A2}"/>
                </a:ext>
              </a:extLst>
            </p:cNvPr>
            <p:cNvGrpSpPr/>
            <p:nvPr/>
          </p:nvGrpSpPr>
          <p:grpSpPr>
            <a:xfrm>
              <a:off x="7419432" y="1848281"/>
              <a:ext cx="786430" cy="605426"/>
              <a:chOff x="2882537" y="3074126"/>
              <a:chExt cx="1097280" cy="844731"/>
            </a:xfrm>
          </p:grpSpPr>
          <p:cxnSp>
            <p:nvCxnSpPr>
              <p:cNvPr id="42" name="Straight Arrow Connector 41">
                <a:extLst>
                  <a:ext uri="{FF2B5EF4-FFF2-40B4-BE49-F238E27FC236}">
                    <a16:creationId xmlns:a16="http://schemas.microsoft.com/office/drawing/2014/main" id="{39BE2CAC-0514-4AFB-A8F1-EEDFDED9E13E}"/>
                  </a:ext>
                </a:extLst>
              </p:cNvPr>
              <p:cNvCxnSpPr>
                <a:cxnSpLocks/>
              </p:cNvCxnSpPr>
              <p:nvPr/>
            </p:nvCxnSpPr>
            <p:spPr bwMode="auto">
              <a:xfrm flipV="1">
                <a:off x="3448594" y="3074126"/>
                <a:ext cx="0" cy="844731"/>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7517DE2B-2B25-4AAD-974A-E854A2763BAC}"/>
                  </a:ext>
                </a:extLst>
              </p:cNvPr>
              <p:cNvCxnSpPr>
                <a:cxnSpLocks/>
              </p:cNvCxnSpPr>
              <p:nvPr/>
            </p:nvCxnSpPr>
            <p:spPr bwMode="auto">
              <a:xfrm flipH="1" flipV="1">
                <a:off x="2882537" y="3570514"/>
                <a:ext cx="566057"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284CF538-FB5C-4141-8099-7450CEB9C445}"/>
                  </a:ext>
                </a:extLst>
              </p:cNvPr>
              <p:cNvCxnSpPr>
                <a:cxnSpLocks/>
              </p:cNvCxnSpPr>
              <p:nvPr/>
            </p:nvCxnSpPr>
            <p:spPr bwMode="auto">
              <a:xfrm flipV="1">
                <a:off x="3448594" y="3570514"/>
                <a:ext cx="531223" cy="348343"/>
              </a:xfrm>
              <a:prstGeom prst="straightConnector1">
                <a:avLst/>
              </a:prstGeom>
              <a:ln w="38100">
                <a:solidFill>
                  <a:srgbClr val="92D050"/>
                </a:solidFill>
                <a:headEnd type="none" w="med" len="me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1F84891-79D5-4C49-9120-18258B30E4AD}"/>
                    </a:ext>
                  </a:extLst>
                </p:cNvPr>
                <p:cNvSpPr txBox="1"/>
                <p:nvPr/>
              </p:nvSpPr>
              <p:spPr>
                <a:xfrm>
                  <a:off x="9358363" y="3109574"/>
                  <a:ext cx="133618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45" name="TextBox 44">
                  <a:extLst>
                    <a:ext uri="{FF2B5EF4-FFF2-40B4-BE49-F238E27FC236}">
                      <a16:creationId xmlns:a16="http://schemas.microsoft.com/office/drawing/2014/main" id="{E1F84891-79D5-4C49-9120-18258B30E4AD}"/>
                    </a:ext>
                  </a:extLst>
                </p:cNvPr>
                <p:cNvSpPr txBox="1">
                  <a:spLocks noRot="1" noChangeAspect="1" noMove="1" noResize="1" noEditPoints="1" noAdjustHandles="1" noChangeArrowheads="1" noChangeShapeType="1" noTextEdit="1"/>
                </p:cNvSpPr>
                <p:nvPr/>
              </p:nvSpPr>
              <p:spPr>
                <a:xfrm>
                  <a:off x="9358363" y="3109574"/>
                  <a:ext cx="1336187" cy="400110"/>
                </a:xfrm>
                <a:prstGeom prst="rect">
                  <a:avLst/>
                </a:prstGeom>
                <a:blipFill>
                  <a:blip r:embed="rId6"/>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DB797D6-1F24-4DA8-87C8-B673550E5202}"/>
                    </a:ext>
                  </a:extLst>
                </p:cNvPr>
                <p:cNvSpPr txBox="1"/>
                <p:nvPr/>
              </p:nvSpPr>
              <p:spPr>
                <a:xfrm>
                  <a:off x="7204503" y="2677195"/>
                  <a:ext cx="1242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7030A0"/>
                    </a:solidFill>
                    <a:effectLst/>
                    <a:uLnTx/>
                    <a:uFillTx/>
                    <a:latin typeface="Calibri"/>
                    <a:ea typeface="+mn-ea"/>
                    <a:cs typeface="+mn-cs"/>
                  </a:endParaRPr>
                </a:p>
              </p:txBody>
            </p:sp>
          </mc:Choice>
          <mc:Fallback xmlns="">
            <p:sp>
              <p:nvSpPr>
                <p:cNvPr id="46" name="TextBox 45">
                  <a:extLst>
                    <a:ext uri="{FF2B5EF4-FFF2-40B4-BE49-F238E27FC236}">
                      <a16:creationId xmlns:a16="http://schemas.microsoft.com/office/drawing/2014/main" id="{3DB797D6-1F24-4DA8-87C8-B673550E5202}"/>
                    </a:ext>
                  </a:extLst>
                </p:cNvPr>
                <p:cNvSpPr txBox="1">
                  <a:spLocks noRot="1" noChangeAspect="1" noMove="1" noResize="1" noEditPoints="1" noAdjustHandles="1" noChangeArrowheads="1" noChangeShapeType="1" noTextEdit="1"/>
                </p:cNvSpPr>
                <p:nvPr/>
              </p:nvSpPr>
              <p:spPr>
                <a:xfrm>
                  <a:off x="7204503" y="2677195"/>
                  <a:ext cx="1242102" cy="400110"/>
                </a:xfrm>
                <a:prstGeom prst="rect">
                  <a:avLst/>
                </a:prstGeom>
                <a:blipFill>
                  <a:blip r:embed="rId7"/>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31719F2-C73A-48C7-A9B8-66943210AF1E}"/>
                    </a:ext>
                  </a:extLst>
                </p:cNvPr>
                <p:cNvSpPr txBox="1"/>
                <p:nvPr/>
              </p:nvSpPr>
              <p:spPr>
                <a:xfrm>
                  <a:off x="6553188" y="1782859"/>
                  <a:ext cx="154931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92D050"/>
                    </a:solidFill>
                    <a:effectLst/>
                    <a:uLnTx/>
                    <a:uFillTx/>
                    <a:latin typeface="Calibri"/>
                    <a:ea typeface="+mn-ea"/>
                    <a:cs typeface="+mn-cs"/>
                  </a:endParaRPr>
                </a:p>
              </p:txBody>
            </p:sp>
          </mc:Choice>
          <mc:Fallback xmlns="">
            <p:sp>
              <p:nvSpPr>
                <p:cNvPr id="47" name="TextBox 46">
                  <a:extLst>
                    <a:ext uri="{FF2B5EF4-FFF2-40B4-BE49-F238E27FC236}">
                      <a16:creationId xmlns:a16="http://schemas.microsoft.com/office/drawing/2014/main" id="{831719F2-C73A-48C7-A9B8-66943210AF1E}"/>
                    </a:ext>
                  </a:extLst>
                </p:cNvPr>
                <p:cNvSpPr txBox="1">
                  <a:spLocks noRot="1" noChangeAspect="1" noMove="1" noResize="1" noEditPoints="1" noAdjustHandles="1" noChangeArrowheads="1" noChangeShapeType="1" noTextEdit="1"/>
                </p:cNvSpPr>
                <p:nvPr/>
              </p:nvSpPr>
              <p:spPr>
                <a:xfrm>
                  <a:off x="6553188" y="1782859"/>
                  <a:ext cx="1549312" cy="400110"/>
                </a:xfrm>
                <a:prstGeom prst="rect">
                  <a:avLst/>
                </a:prstGeom>
                <a:blipFill>
                  <a:blip r:embed="rId8"/>
                  <a:stretch>
                    <a:fillRect b="-7143"/>
                  </a:stretch>
                </a:blipFill>
              </p:spPr>
              <p:txBody>
                <a:bodyPr/>
                <a:lstStyle/>
                <a:p>
                  <a:r>
                    <a:rPr lang="en-US">
                      <a:noFill/>
                    </a:rPr>
                    <a:t> </a:t>
                  </a:r>
                </a:p>
              </p:txBody>
            </p:sp>
          </mc:Fallback>
        </mc:AlternateContent>
        <p:cxnSp>
          <p:nvCxnSpPr>
            <p:cNvPr id="48" name="Straight Arrow Connector 47">
              <a:extLst>
                <a:ext uri="{FF2B5EF4-FFF2-40B4-BE49-F238E27FC236}">
                  <a16:creationId xmlns:a16="http://schemas.microsoft.com/office/drawing/2014/main" id="{32927CA2-F5F5-4C6B-A4F4-CC7E6EB8BE23}"/>
                </a:ext>
              </a:extLst>
            </p:cNvPr>
            <p:cNvCxnSpPr>
              <a:cxnSpLocks/>
            </p:cNvCxnSpPr>
            <p:nvPr/>
          </p:nvCxnSpPr>
          <p:spPr bwMode="auto">
            <a:xfrm flipH="1" flipV="1">
              <a:off x="7825131" y="2464206"/>
              <a:ext cx="729854" cy="264964"/>
            </a:xfrm>
            <a:prstGeom prst="straightConnector1">
              <a:avLst/>
            </a:prstGeom>
            <a:noFill/>
            <a:ln w="25400" cap="flat" cmpd="sng" algn="ctr">
              <a:solidFill>
                <a:srgbClr val="92D050"/>
              </a:solidFill>
              <a:prstDash val="sysDash"/>
              <a:round/>
              <a:headEnd type="none" w="med" len="med"/>
              <a:tailEnd type="triangle"/>
            </a:ln>
            <a:effectLst/>
          </p:spPr>
        </p:cxnSp>
        <p:cxnSp>
          <p:nvCxnSpPr>
            <p:cNvPr id="49" name="Straight Arrow Connector 48">
              <a:extLst>
                <a:ext uri="{FF2B5EF4-FFF2-40B4-BE49-F238E27FC236}">
                  <a16:creationId xmlns:a16="http://schemas.microsoft.com/office/drawing/2014/main" id="{1BB2B422-5BF4-4D41-B7C4-A206437AFC13}"/>
                </a:ext>
              </a:extLst>
            </p:cNvPr>
            <p:cNvCxnSpPr>
              <a:cxnSpLocks/>
            </p:cNvCxnSpPr>
            <p:nvPr/>
          </p:nvCxnSpPr>
          <p:spPr bwMode="auto">
            <a:xfrm flipH="1" flipV="1">
              <a:off x="9190638" y="2966073"/>
              <a:ext cx="531896" cy="206427"/>
            </a:xfrm>
            <a:prstGeom prst="straightConnector1">
              <a:avLst/>
            </a:prstGeom>
            <a:noFill/>
            <a:ln w="25400" cap="flat" cmpd="sng" algn="ctr">
              <a:solidFill>
                <a:srgbClr val="92D050"/>
              </a:solidFill>
              <a:prstDash val="sysDash"/>
              <a:round/>
              <a:headEnd type="none" w="med" len="med"/>
              <a:tailEnd type="none" w="med" len="med"/>
            </a:ln>
            <a:effectLst/>
          </p:spPr>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527A4789-C32F-4D5B-8339-62DA7FA9EB50}"/>
                    </a:ext>
                  </a:extLst>
                </p:cNvPr>
                <p:cNvSpPr txBox="1"/>
                <p:nvPr/>
              </p:nvSpPr>
              <p:spPr>
                <a:xfrm>
                  <a:off x="8315706" y="2129855"/>
                  <a:ext cx="152563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oMath>
                    </m:oMathPara>
                  </a14:m>
                  <a:endParaRPr kumimoji="0" lang="en-US" sz="2000" b="0" i="0" u="none" strike="noStrike" kern="1200" cap="none" spc="0" normalizeH="0" baseline="0" noProof="0" dirty="0">
                    <a:ln>
                      <a:noFill/>
                    </a:ln>
                    <a:solidFill>
                      <a:srgbClr val="FFC000"/>
                    </a:solidFill>
                    <a:effectLst/>
                    <a:uLnTx/>
                    <a:uFillTx/>
                    <a:latin typeface="Calibri"/>
                    <a:ea typeface="+mn-ea"/>
                    <a:cs typeface="+mn-cs"/>
                  </a:endParaRPr>
                </a:p>
              </p:txBody>
            </p:sp>
          </mc:Choice>
          <mc:Fallback xmlns="">
            <p:sp>
              <p:nvSpPr>
                <p:cNvPr id="50" name="TextBox 49">
                  <a:extLst>
                    <a:ext uri="{FF2B5EF4-FFF2-40B4-BE49-F238E27FC236}">
                      <a16:creationId xmlns:a16="http://schemas.microsoft.com/office/drawing/2014/main" id="{527A4789-C32F-4D5B-8339-62DA7FA9EB50}"/>
                    </a:ext>
                  </a:extLst>
                </p:cNvPr>
                <p:cNvSpPr txBox="1">
                  <a:spLocks noRot="1" noChangeAspect="1" noMove="1" noResize="1" noEditPoints="1" noAdjustHandles="1" noChangeArrowheads="1" noChangeShapeType="1" noTextEdit="1"/>
                </p:cNvSpPr>
                <p:nvPr/>
              </p:nvSpPr>
              <p:spPr>
                <a:xfrm>
                  <a:off x="8315706" y="2129855"/>
                  <a:ext cx="1525633" cy="400110"/>
                </a:xfrm>
                <a:prstGeom prst="rect">
                  <a:avLst/>
                </a:prstGeom>
                <a:blipFill>
                  <a:blip r:embed="rId9"/>
                  <a:stretch>
                    <a:fillRect/>
                  </a:stretch>
                </a:blipFill>
              </p:spPr>
              <p:txBody>
                <a:bodyPr/>
                <a:lstStyle/>
                <a:p>
                  <a:r>
                    <a:rPr lang="en-US">
                      <a:noFill/>
                    </a:rPr>
                    <a:t> </a:t>
                  </a:r>
                </a:p>
              </p:txBody>
            </p:sp>
          </mc:Fallback>
        </mc:AlternateContent>
        <p:grpSp>
          <p:nvGrpSpPr>
            <p:cNvPr id="51" name="Group 50">
              <a:extLst>
                <a:ext uri="{FF2B5EF4-FFF2-40B4-BE49-F238E27FC236}">
                  <a16:creationId xmlns:a16="http://schemas.microsoft.com/office/drawing/2014/main" id="{AF30CF24-6CAA-44CD-8383-096EC30E6EB2}"/>
                </a:ext>
              </a:extLst>
            </p:cNvPr>
            <p:cNvGrpSpPr/>
            <p:nvPr/>
          </p:nvGrpSpPr>
          <p:grpSpPr>
            <a:xfrm rot="21198835">
              <a:off x="8639976" y="2425976"/>
              <a:ext cx="627480" cy="360235"/>
              <a:chOff x="3835887" y="2265898"/>
              <a:chExt cx="627480" cy="360235"/>
            </a:xfrm>
          </p:grpSpPr>
          <p:cxnSp>
            <p:nvCxnSpPr>
              <p:cNvPr id="52" name="Straight Arrow Connector 51">
                <a:extLst>
                  <a:ext uri="{FF2B5EF4-FFF2-40B4-BE49-F238E27FC236}">
                    <a16:creationId xmlns:a16="http://schemas.microsoft.com/office/drawing/2014/main" id="{92E6F8BB-160A-49BB-8909-01BCD69800D8}"/>
                  </a:ext>
                </a:extLst>
              </p:cNvPr>
              <p:cNvCxnSpPr>
                <a:cxnSpLocks/>
              </p:cNvCxnSpPr>
              <p:nvPr/>
            </p:nvCxnSpPr>
            <p:spPr bwMode="auto">
              <a:xfrm rot="20583514" flipV="1">
                <a:off x="3838826" y="2283680"/>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53" name="Straight Arrow Connector 52">
                <a:extLst>
                  <a:ext uri="{FF2B5EF4-FFF2-40B4-BE49-F238E27FC236}">
                    <a16:creationId xmlns:a16="http://schemas.microsoft.com/office/drawing/2014/main" id="{12D097AB-7D4C-4FD6-AA85-5698B53AB5E4}"/>
                  </a:ext>
                </a:extLst>
              </p:cNvPr>
              <p:cNvCxnSpPr>
                <a:cxnSpLocks/>
              </p:cNvCxnSpPr>
              <p:nvPr/>
            </p:nvCxnSpPr>
            <p:spPr bwMode="auto">
              <a:xfrm rot="20583514" flipH="1">
                <a:off x="3835887" y="229680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54" name="Straight Arrow Connector 53">
                <a:extLst>
                  <a:ext uri="{FF2B5EF4-FFF2-40B4-BE49-F238E27FC236}">
                    <a16:creationId xmlns:a16="http://schemas.microsoft.com/office/drawing/2014/main" id="{439854CE-A54D-47B3-AF99-A0824C6D546B}"/>
                  </a:ext>
                </a:extLst>
              </p:cNvPr>
              <p:cNvCxnSpPr>
                <a:cxnSpLocks/>
              </p:cNvCxnSpPr>
              <p:nvPr/>
            </p:nvCxnSpPr>
            <p:spPr bwMode="auto">
              <a:xfrm rot="20583514" flipV="1">
                <a:off x="3990637" y="2265898"/>
                <a:ext cx="131376" cy="258296"/>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55" name="Straight Arrow Connector 54">
                <a:extLst>
                  <a:ext uri="{FF2B5EF4-FFF2-40B4-BE49-F238E27FC236}">
                    <a16:creationId xmlns:a16="http://schemas.microsoft.com/office/drawing/2014/main" id="{F1BD9FA6-8E4C-4152-8C50-C98B146969F4}"/>
                  </a:ext>
                </a:extLst>
              </p:cNvPr>
              <p:cNvCxnSpPr>
                <a:cxnSpLocks/>
              </p:cNvCxnSpPr>
              <p:nvPr/>
            </p:nvCxnSpPr>
            <p:spPr bwMode="auto">
              <a:xfrm rot="20583514" flipH="1">
                <a:off x="4020866" y="2396940"/>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56" name="Straight Arrow Connector 55">
                <a:extLst>
                  <a:ext uri="{FF2B5EF4-FFF2-40B4-BE49-F238E27FC236}">
                    <a16:creationId xmlns:a16="http://schemas.microsoft.com/office/drawing/2014/main" id="{1DC1665B-94EA-4CFC-B9AB-64D9746BD60F}"/>
                  </a:ext>
                </a:extLst>
              </p:cNvPr>
              <p:cNvCxnSpPr>
                <a:cxnSpLocks/>
              </p:cNvCxnSpPr>
              <p:nvPr/>
            </p:nvCxnSpPr>
            <p:spPr bwMode="auto">
              <a:xfrm rot="20583514" flipV="1">
                <a:off x="4397369" y="2474087"/>
                <a:ext cx="57619" cy="140441"/>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57" name="Straight Arrow Connector 56">
                <a:extLst>
                  <a:ext uri="{FF2B5EF4-FFF2-40B4-BE49-F238E27FC236}">
                    <a16:creationId xmlns:a16="http://schemas.microsoft.com/office/drawing/2014/main" id="{C0F0D93E-BBB2-4EF2-8773-FEECD3BBF62C}"/>
                  </a:ext>
                </a:extLst>
              </p:cNvPr>
              <p:cNvCxnSpPr>
                <a:cxnSpLocks/>
              </p:cNvCxnSpPr>
              <p:nvPr/>
            </p:nvCxnSpPr>
            <p:spPr bwMode="auto">
              <a:xfrm rot="20583514" flipH="1">
                <a:off x="4192096" y="2503961"/>
                <a:ext cx="271271" cy="90558"/>
              </a:xfrm>
              <a:prstGeom prst="straightConnector1">
                <a:avLst/>
              </a:prstGeom>
              <a:noFill/>
              <a:ln w="25400" cap="flat" cmpd="sng" algn="ctr">
                <a:solidFill>
                  <a:srgbClr val="FFC000"/>
                </a:solidFill>
                <a:prstDash val="solid"/>
                <a:round/>
                <a:headEnd type="none" w="med" len="med"/>
                <a:tailEnd type="none" w="med" len="med"/>
              </a:ln>
              <a:effectLst/>
            </p:spPr>
          </p:cxnSp>
          <p:cxnSp>
            <p:nvCxnSpPr>
              <p:cNvPr id="58" name="Straight Arrow Connector 57">
                <a:extLst>
                  <a:ext uri="{FF2B5EF4-FFF2-40B4-BE49-F238E27FC236}">
                    <a16:creationId xmlns:a16="http://schemas.microsoft.com/office/drawing/2014/main" id="{D98775BF-0187-4F06-B6C1-68FAD7FFB6B7}"/>
                  </a:ext>
                </a:extLst>
              </p:cNvPr>
              <p:cNvCxnSpPr>
                <a:cxnSpLocks/>
              </p:cNvCxnSpPr>
              <p:nvPr/>
            </p:nvCxnSpPr>
            <p:spPr bwMode="auto">
              <a:xfrm rot="20583514" flipV="1">
                <a:off x="4175116" y="2367837"/>
                <a:ext cx="131376" cy="258296"/>
              </a:xfrm>
              <a:prstGeom prst="straightConnector1">
                <a:avLst/>
              </a:prstGeom>
              <a:noFill/>
              <a:ln w="25400" cap="flat" cmpd="sng" algn="ctr">
                <a:solidFill>
                  <a:srgbClr val="FFC000"/>
                </a:solidFill>
                <a:prstDash val="solid"/>
                <a:round/>
                <a:headEnd type="none" w="med" len="med"/>
                <a:tailEnd type="none" w="med" len="med"/>
              </a:ln>
              <a:effectLst/>
            </p:spPr>
          </p:cxnSp>
        </p:grpSp>
        <p:cxnSp>
          <p:nvCxnSpPr>
            <p:cNvPr id="59" name="Straight Arrow Connector 58">
              <a:extLst>
                <a:ext uri="{FF2B5EF4-FFF2-40B4-BE49-F238E27FC236}">
                  <a16:creationId xmlns:a16="http://schemas.microsoft.com/office/drawing/2014/main" id="{177B1B06-6035-4A25-BBB5-2D496FB98BB9}"/>
                </a:ext>
              </a:extLst>
            </p:cNvPr>
            <p:cNvCxnSpPr>
              <a:cxnSpLocks/>
            </p:cNvCxnSpPr>
            <p:nvPr/>
          </p:nvCxnSpPr>
          <p:spPr bwMode="auto">
            <a:xfrm flipV="1">
              <a:off x="8485151" y="2460491"/>
              <a:ext cx="167725" cy="495215"/>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60" name="Straight Arrow Connector 59">
              <a:extLst>
                <a:ext uri="{FF2B5EF4-FFF2-40B4-BE49-F238E27FC236}">
                  <a16:creationId xmlns:a16="http://schemas.microsoft.com/office/drawing/2014/main" id="{B9FB42AB-7B2E-44B4-8EC1-A0FCB6194D1C}"/>
                </a:ext>
              </a:extLst>
            </p:cNvPr>
            <p:cNvCxnSpPr>
              <a:cxnSpLocks/>
            </p:cNvCxnSpPr>
            <p:nvPr/>
          </p:nvCxnSpPr>
          <p:spPr bwMode="auto">
            <a:xfrm flipV="1">
              <a:off x="9105778" y="2699304"/>
              <a:ext cx="167725" cy="495215"/>
            </a:xfrm>
            <a:prstGeom prst="straightConnector1">
              <a:avLst/>
            </a:prstGeom>
            <a:noFill/>
            <a:ln w="25400" cap="flat" cmpd="sng" algn="ctr">
              <a:solidFill>
                <a:srgbClr val="92D050"/>
              </a:solidFill>
              <a:prstDash val="solid"/>
              <a:round/>
              <a:headEnd type="none" w="med" len="med"/>
              <a:tailEnd type="none" w="med" len="med"/>
            </a:ln>
            <a:effectLst/>
          </p:spPr>
        </p:cxnSp>
        <p:cxnSp>
          <p:nvCxnSpPr>
            <p:cNvPr id="61" name="Straight Arrow Connector 60">
              <a:extLst>
                <a:ext uri="{FF2B5EF4-FFF2-40B4-BE49-F238E27FC236}">
                  <a16:creationId xmlns:a16="http://schemas.microsoft.com/office/drawing/2014/main" id="{DDBD8D71-2C7A-444B-8400-8E148066492D}"/>
                </a:ext>
              </a:extLst>
            </p:cNvPr>
            <p:cNvCxnSpPr>
              <a:cxnSpLocks/>
            </p:cNvCxnSpPr>
            <p:nvPr/>
          </p:nvCxnSpPr>
          <p:spPr bwMode="auto">
            <a:xfrm flipH="1">
              <a:off x="8838212" y="2994813"/>
              <a:ext cx="59922" cy="17541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62" name="Straight Arrow Connector 61">
              <a:extLst>
                <a:ext uri="{FF2B5EF4-FFF2-40B4-BE49-F238E27FC236}">
                  <a16:creationId xmlns:a16="http://schemas.microsoft.com/office/drawing/2014/main" id="{A0706333-53C1-42AA-ABBF-8ED89E47661E}"/>
                </a:ext>
              </a:extLst>
            </p:cNvPr>
            <p:cNvCxnSpPr>
              <a:cxnSpLocks/>
            </p:cNvCxnSpPr>
            <p:nvPr/>
          </p:nvCxnSpPr>
          <p:spPr bwMode="auto">
            <a:xfrm flipH="1" flipV="1">
              <a:off x="8500684" y="2949542"/>
              <a:ext cx="242487" cy="90116"/>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63" name="Straight Arrow Connector 62">
              <a:extLst>
                <a:ext uri="{FF2B5EF4-FFF2-40B4-BE49-F238E27FC236}">
                  <a16:creationId xmlns:a16="http://schemas.microsoft.com/office/drawing/2014/main" id="{E5FD190D-32A4-49CC-BC61-6F21F65EF2D6}"/>
                </a:ext>
              </a:extLst>
            </p:cNvPr>
            <p:cNvCxnSpPr>
              <a:cxnSpLocks/>
            </p:cNvCxnSpPr>
            <p:nvPr/>
          </p:nvCxnSpPr>
          <p:spPr bwMode="auto">
            <a:xfrm flipH="1">
              <a:off x="8700165" y="2946608"/>
              <a:ext cx="59922" cy="175412"/>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64" name="Straight Arrow Connector 63">
              <a:extLst>
                <a:ext uri="{FF2B5EF4-FFF2-40B4-BE49-F238E27FC236}">
                  <a16:creationId xmlns:a16="http://schemas.microsoft.com/office/drawing/2014/main" id="{56F3B764-6985-47D3-8D0F-EFA37599DACC}"/>
                </a:ext>
              </a:extLst>
            </p:cNvPr>
            <p:cNvCxnSpPr>
              <a:cxnSpLocks/>
            </p:cNvCxnSpPr>
            <p:nvPr/>
          </p:nvCxnSpPr>
          <p:spPr bwMode="auto">
            <a:xfrm flipH="1" flipV="1">
              <a:off x="8652698" y="2914754"/>
              <a:ext cx="257099" cy="93050"/>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65" name="Straight Arrow Connector 64">
              <a:extLst>
                <a:ext uri="{FF2B5EF4-FFF2-40B4-BE49-F238E27FC236}">
                  <a16:creationId xmlns:a16="http://schemas.microsoft.com/office/drawing/2014/main" id="{58B170A4-64FE-4BAC-8721-5D2EFC4124D7}"/>
                </a:ext>
              </a:extLst>
            </p:cNvPr>
            <p:cNvCxnSpPr>
              <a:cxnSpLocks/>
            </p:cNvCxnSpPr>
            <p:nvPr/>
          </p:nvCxnSpPr>
          <p:spPr bwMode="auto">
            <a:xfrm flipH="1" flipV="1">
              <a:off x="8596548" y="3071541"/>
              <a:ext cx="257099" cy="93050"/>
            </a:xfrm>
            <a:prstGeom prst="straightConnector1">
              <a:avLst/>
            </a:prstGeom>
            <a:noFill/>
            <a:ln w="25400" cap="flat" cmpd="sng" algn="ctr">
              <a:solidFill>
                <a:srgbClr val="873624"/>
              </a:solidFill>
              <a:prstDash val="solid"/>
              <a:round/>
              <a:headEnd type="none" w="med" len="med"/>
              <a:tailEnd type="none" w="med" len="med"/>
            </a:ln>
            <a:effectLst/>
          </p:spPr>
        </p:cxnSp>
        <p:cxnSp>
          <p:nvCxnSpPr>
            <p:cNvPr id="66" name="Straight Arrow Connector 65">
              <a:extLst>
                <a:ext uri="{FF2B5EF4-FFF2-40B4-BE49-F238E27FC236}">
                  <a16:creationId xmlns:a16="http://schemas.microsoft.com/office/drawing/2014/main" id="{86799779-0F5F-4055-8C86-948BBB0D9CC2}"/>
                </a:ext>
              </a:extLst>
            </p:cNvPr>
            <p:cNvCxnSpPr>
              <a:cxnSpLocks/>
            </p:cNvCxnSpPr>
            <p:nvPr/>
          </p:nvCxnSpPr>
          <p:spPr bwMode="auto">
            <a:xfrm flipH="1" flipV="1">
              <a:off x="8857849" y="3085857"/>
              <a:ext cx="242487" cy="90116"/>
            </a:xfrm>
            <a:prstGeom prst="straightConnector1">
              <a:avLst/>
            </a:prstGeom>
            <a:noFill/>
            <a:ln w="25400" cap="flat" cmpd="sng" algn="ctr">
              <a:solidFill>
                <a:srgbClr val="873624"/>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C317BDD-7A70-4A37-8AE0-796EAFCDD68A}"/>
                    </a:ext>
                  </a:extLst>
                </p:cNvPr>
                <p:cNvSpPr txBox="1"/>
                <p:nvPr/>
              </p:nvSpPr>
              <p:spPr>
                <a:xfrm>
                  <a:off x="7882521" y="3126871"/>
                  <a:ext cx="152563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oMath>
                    </m:oMathPara>
                  </a14:m>
                  <a:endParaRPr kumimoji="0" lang="en-US" sz="2000" b="0" i="0" u="none" strike="noStrike" kern="1200" cap="none" spc="0" normalizeH="0" baseline="0" noProof="0" dirty="0">
                    <a:ln>
                      <a:noFill/>
                    </a:ln>
                    <a:solidFill>
                      <a:srgbClr val="873624"/>
                    </a:solidFill>
                    <a:effectLst/>
                    <a:uLnTx/>
                    <a:uFillTx/>
                    <a:latin typeface="Calibri"/>
                    <a:ea typeface="+mn-ea"/>
                    <a:cs typeface="+mn-cs"/>
                  </a:endParaRPr>
                </a:p>
              </p:txBody>
            </p:sp>
          </mc:Choice>
          <mc:Fallback xmlns="">
            <p:sp>
              <p:nvSpPr>
                <p:cNvPr id="67" name="TextBox 66">
                  <a:extLst>
                    <a:ext uri="{FF2B5EF4-FFF2-40B4-BE49-F238E27FC236}">
                      <a16:creationId xmlns:a16="http://schemas.microsoft.com/office/drawing/2014/main" id="{BC317BDD-7A70-4A37-8AE0-796EAFCDD68A}"/>
                    </a:ext>
                  </a:extLst>
                </p:cNvPr>
                <p:cNvSpPr txBox="1">
                  <a:spLocks noRot="1" noChangeAspect="1" noMove="1" noResize="1" noEditPoints="1" noAdjustHandles="1" noChangeArrowheads="1" noChangeShapeType="1" noTextEdit="1"/>
                </p:cNvSpPr>
                <p:nvPr/>
              </p:nvSpPr>
              <p:spPr>
                <a:xfrm>
                  <a:off x="7882521" y="3126871"/>
                  <a:ext cx="1525633" cy="400110"/>
                </a:xfrm>
                <a:prstGeom prst="rect">
                  <a:avLst/>
                </a:prstGeom>
                <a:blipFill>
                  <a:blip r:embed="rId10"/>
                  <a:stretch>
                    <a:fillRect/>
                  </a:stretch>
                </a:blipFill>
              </p:spPr>
              <p:txBody>
                <a:bodyPr/>
                <a:lstStyle/>
                <a:p>
                  <a:r>
                    <a:rPr lang="en-US">
                      <a:noFill/>
                    </a:rPr>
                    <a:t> </a:t>
                  </a:r>
                </a:p>
              </p:txBody>
            </p:sp>
          </mc:Fallback>
        </mc:AlternateContent>
        <p:sp>
          <p:nvSpPr>
            <p:cNvPr id="68" name="Arrow: Right 67">
              <a:extLst>
                <a:ext uri="{FF2B5EF4-FFF2-40B4-BE49-F238E27FC236}">
                  <a16:creationId xmlns:a16="http://schemas.microsoft.com/office/drawing/2014/main" id="{38CE4946-7ED6-4F21-888C-8AF89E84594D}"/>
                </a:ext>
              </a:extLst>
            </p:cNvPr>
            <p:cNvSpPr/>
            <p:nvPr/>
          </p:nvSpPr>
          <p:spPr bwMode="auto">
            <a:xfrm rot="12012737">
              <a:off x="7815877" y="2409386"/>
              <a:ext cx="531217" cy="290716"/>
            </a:xfrm>
            <a:prstGeom prst="rightArrow">
              <a:avLst/>
            </a:prstGeom>
            <a:solidFill>
              <a:srgbClr val="7030A0"/>
            </a:solid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1B80CEAA-CB35-4BD0-A12B-21A453D1A1A8}"/>
                    </a:ext>
                  </a:extLst>
                </p:cNvPr>
                <p:cNvSpPr/>
                <p:nvPr/>
              </p:nvSpPr>
              <p:spPr>
                <a:xfrm>
                  <a:off x="7715511" y="4759605"/>
                  <a:ext cx="3385286"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800" b="0" i="1" u="none" strike="noStrike" kern="1200" cap="none" spc="0" normalizeH="0" baseline="0" noProof="0" smtClean="0">
                            <a:ln>
                              <a:noFill/>
                            </a:ln>
                            <a:solidFill>
                              <a:srgbClr val="873624"/>
                            </a:solidFill>
                            <a:effectLst/>
                            <a:uLnTx/>
                            <a:uFillTx/>
                            <a:latin typeface="Cambria Math" panose="02040503050406030204" pitchFamily="18" charset="0"/>
                            <a:ea typeface="+mn-ea"/>
                            <a:cs typeface="+mn-cs"/>
                          </a:rPr>
                          <m:t>𝑑</m:t>
                        </m:r>
                        <m:acc>
                          <m:accPr>
                            <m:chr m:val="̇"/>
                            <m:ctrlP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ctrlPr>
                          </m:accPr>
                          <m:e>
                            <m:r>
                              <a:rPr kumimoji="0" lang="en-US" sz="2800" b="0" i="1" u="none" strike="noStrike" kern="1200" cap="none" spc="0" normalizeH="0" baseline="0" noProof="0">
                                <a:ln>
                                  <a:noFill/>
                                </a:ln>
                                <a:solidFill>
                                  <a:srgbClr val="92D050"/>
                                </a:solidFill>
                                <a:effectLst/>
                                <a:uLnTx/>
                                <a:uFillTx/>
                                <a:latin typeface="Cambria Math" panose="02040503050406030204" pitchFamily="18" charset="0"/>
                                <a:ea typeface="+mn-ea"/>
                                <a:cs typeface="+mn-cs"/>
                              </a:rPr>
                              <m:t>𝑥</m:t>
                            </m:r>
                          </m:e>
                        </m:acc>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rgbClr val="92D050"/>
                            </a:solidFill>
                            <a:effectLst/>
                            <a:uLnTx/>
                            <a:uFillTx/>
                            <a:latin typeface="Cambria Math" panose="02040503050406030204" pitchFamily="18" charset="0"/>
                            <a:ea typeface="+mn-ea"/>
                            <a:cs typeface="+mn-cs"/>
                          </a:rPr>
                          <m:t>𝑥</m:t>
                        </m:r>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2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a:ln>
                                  <a:noFill/>
                                </a:ln>
                                <a:solidFill>
                                  <a:srgbClr val="00B0F0"/>
                                </a:solidFill>
                                <a:effectLst/>
                                <a:uLnTx/>
                                <a:uFillTx/>
                                <a:latin typeface="Cambria Math" panose="02040503050406030204" pitchFamily="18" charset="0"/>
                                <a:ea typeface="+mn-ea"/>
                                <a:cs typeface="+mn-cs"/>
                              </a:rPr>
                              <m:t>0</m:t>
                            </m:r>
                          </m:sub>
                        </m:sSub>
                        <m:r>
                          <a:rPr kumimoji="0" lang="en-US"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69" name="Rectangle 68">
                  <a:extLst>
                    <a:ext uri="{FF2B5EF4-FFF2-40B4-BE49-F238E27FC236}">
                      <a16:creationId xmlns:a16="http://schemas.microsoft.com/office/drawing/2014/main" id="{1B80CEAA-CB35-4BD0-A12B-21A453D1A1A8}"/>
                    </a:ext>
                  </a:extLst>
                </p:cNvPr>
                <p:cNvSpPr>
                  <a:spLocks noRot="1" noChangeAspect="1" noMove="1" noResize="1" noEditPoints="1" noAdjustHandles="1" noChangeArrowheads="1" noChangeShapeType="1" noTextEdit="1"/>
                </p:cNvSpPr>
                <p:nvPr/>
              </p:nvSpPr>
              <p:spPr>
                <a:xfrm>
                  <a:off x="7715511" y="4759605"/>
                  <a:ext cx="3385286" cy="523220"/>
                </a:xfrm>
                <a:prstGeom prst="rect">
                  <a:avLst/>
                </a:prstGeom>
                <a:blipFill>
                  <a:blip r:embed="rId11"/>
                  <a:stretch>
                    <a:fillRect/>
                  </a:stretch>
                </a:blipFill>
              </p:spPr>
              <p:txBody>
                <a:bodyPr/>
                <a:lstStyle/>
                <a:p>
                  <a:r>
                    <a:rPr lang="en-US">
                      <a:noFill/>
                    </a:rPr>
                    <a:t> </a:t>
                  </a:r>
                </a:p>
              </p:txBody>
            </p:sp>
          </mc:Fallback>
        </mc:AlternateContent>
        <p:sp>
          <p:nvSpPr>
            <p:cNvPr id="70" name="TextBox 69">
              <a:extLst>
                <a:ext uri="{FF2B5EF4-FFF2-40B4-BE49-F238E27FC236}">
                  <a16:creationId xmlns:a16="http://schemas.microsoft.com/office/drawing/2014/main" id="{9A262ED7-38FC-4779-A9D9-201EF4DE4A05}"/>
                </a:ext>
              </a:extLst>
            </p:cNvPr>
            <p:cNvSpPr txBox="1"/>
            <p:nvPr/>
          </p:nvSpPr>
          <p:spPr>
            <a:xfrm>
              <a:off x="8015496" y="4469082"/>
              <a:ext cx="26308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Spring-Dashpot dynamics:</a:t>
              </a:r>
            </a:p>
          </p:txBody>
        </p:sp>
        <p:pic>
          <p:nvPicPr>
            <p:cNvPr id="71" name="Picture 70">
              <a:extLst>
                <a:ext uri="{FF2B5EF4-FFF2-40B4-BE49-F238E27FC236}">
                  <a16:creationId xmlns:a16="http://schemas.microsoft.com/office/drawing/2014/main" id="{C2F08687-16C0-48C1-A41C-67D26F210E3A}"/>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rcRect l="21112" b="7395"/>
            <a:stretch/>
          </p:blipFill>
          <p:spPr>
            <a:xfrm>
              <a:off x="6901566" y="4085001"/>
              <a:ext cx="1275845" cy="1256295"/>
            </a:xfrm>
            <a:prstGeom prst="rect">
              <a:avLst/>
            </a:prstGeom>
          </p:spPr>
        </p:pic>
        <p:sp>
          <p:nvSpPr>
            <p:cNvPr id="73" name="Rectangle 72">
              <a:extLst>
                <a:ext uri="{FF2B5EF4-FFF2-40B4-BE49-F238E27FC236}">
                  <a16:creationId xmlns:a16="http://schemas.microsoft.com/office/drawing/2014/main" id="{EE7757ED-EB6E-412D-A95A-D95973CCC606}"/>
                </a:ext>
              </a:extLst>
            </p:cNvPr>
            <p:cNvSpPr/>
            <p:nvPr/>
          </p:nvSpPr>
          <p:spPr>
            <a:xfrm>
              <a:off x="6817741" y="1733176"/>
              <a:ext cx="4283056" cy="3711239"/>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76" name="TextBox 75">
            <a:extLst>
              <a:ext uri="{FF2B5EF4-FFF2-40B4-BE49-F238E27FC236}">
                <a16:creationId xmlns:a16="http://schemas.microsoft.com/office/drawing/2014/main" id="{8B25D952-526B-4965-A7D4-9A71BFEF8C02}"/>
              </a:ext>
            </a:extLst>
          </p:cNvPr>
          <p:cNvSpPr txBox="1"/>
          <p:nvPr/>
        </p:nvSpPr>
        <p:spPr>
          <a:xfrm>
            <a:off x="239766" y="5389948"/>
            <a:ext cx="5676463" cy="1015663"/>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Until we make contact, the nominal trajectory behaves much like a heritage “Cartesian” tool frame motion controller with a trapezoidal profile</a:t>
            </a:r>
          </a:p>
        </p:txBody>
      </p:sp>
      <p:sp>
        <p:nvSpPr>
          <p:cNvPr id="77" name="TextBox 76">
            <a:extLst>
              <a:ext uri="{FF2B5EF4-FFF2-40B4-BE49-F238E27FC236}">
                <a16:creationId xmlns:a16="http://schemas.microsoft.com/office/drawing/2014/main" id="{E6381B94-00A7-41F4-8824-84344E649F35}"/>
              </a:ext>
            </a:extLst>
          </p:cNvPr>
          <p:cNvSpPr txBox="1"/>
          <p:nvPr/>
        </p:nvSpPr>
        <p:spPr>
          <a:xfrm>
            <a:off x="6392183" y="5376541"/>
            <a:ext cx="5357448" cy="1015663"/>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Once we experience a force, the virtual nominal trajectory marches forward while the commanded position deflects like an RCCM</a:t>
            </a:r>
          </a:p>
        </p:txBody>
      </p:sp>
      <p:cxnSp>
        <p:nvCxnSpPr>
          <p:cNvPr id="78" name="Straight Arrow Connector 77">
            <a:extLst>
              <a:ext uri="{FF2B5EF4-FFF2-40B4-BE49-F238E27FC236}">
                <a16:creationId xmlns:a16="http://schemas.microsoft.com/office/drawing/2014/main" id="{4180DAE1-3576-442E-AE5C-E526F0EF4D76}"/>
              </a:ext>
            </a:extLst>
          </p:cNvPr>
          <p:cNvCxnSpPr>
            <a:cxnSpLocks/>
          </p:cNvCxnSpPr>
          <p:nvPr/>
        </p:nvCxnSpPr>
        <p:spPr bwMode="auto">
          <a:xfrm flipV="1">
            <a:off x="3648682" y="2211116"/>
            <a:ext cx="0" cy="646622"/>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a:extLst>
              <a:ext uri="{FF2B5EF4-FFF2-40B4-BE49-F238E27FC236}">
                <a16:creationId xmlns:a16="http://schemas.microsoft.com/office/drawing/2014/main" id="{8B6791AF-4915-44B1-B24B-42069E10A8B2}"/>
              </a:ext>
            </a:extLst>
          </p:cNvPr>
          <p:cNvCxnSpPr>
            <a:cxnSpLocks/>
          </p:cNvCxnSpPr>
          <p:nvPr/>
        </p:nvCxnSpPr>
        <p:spPr bwMode="auto">
          <a:xfrm flipH="1" flipV="1">
            <a:off x="3215378" y="2591090"/>
            <a:ext cx="433304" cy="26664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a:extLst>
              <a:ext uri="{FF2B5EF4-FFF2-40B4-BE49-F238E27FC236}">
                <a16:creationId xmlns:a16="http://schemas.microsoft.com/office/drawing/2014/main" id="{10F6E779-A21D-470D-9CB3-66B860AE1076}"/>
              </a:ext>
            </a:extLst>
          </p:cNvPr>
          <p:cNvCxnSpPr>
            <a:cxnSpLocks/>
          </p:cNvCxnSpPr>
          <p:nvPr/>
        </p:nvCxnSpPr>
        <p:spPr bwMode="auto">
          <a:xfrm flipV="1">
            <a:off x="3648682" y="2591090"/>
            <a:ext cx="406639" cy="26664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A5FD1AE1-8383-41D5-93EF-C8245CCD0903}"/>
                  </a:ext>
                </a:extLst>
              </p:cNvPr>
              <p:cNvSpPr txBox="1"/>
              <p:nvPr/>
            </p:nvSpPr>
            <p:spPr>
              <a:xfrm>
                <a:off x="3455567" y="2628735"/>
                <a:ext cx="1427109"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81" name="TextBox 80">
                <a:extLst>
                  <a:ext uri="{FF2B5EF4-FFF2-40B4-BE49-F238E27FC236}">
                    <a16:creationId xmlns:a16="http://schemas.microsoft.com/office/drawing/2014/main" id="{A5FD1AE1-8383-41D5-93EF-C8245CCD0903}"/>
                  </a:ext>
                </a:extLst>
              </p:cNvPr>
              <p:cNvSpPr txBox="1">
                <a:spLocks noRot="1" noChangeAspect="1" noMove="1" noResize="1" noEditPoints="1" noAdjustHandles="1" noChangeArrowheads="1" noChangeShapeType="1" noTextEdit="1"/>
              </p:cNvSpPr>
              <p:nvPr/>
            </p:nvSpPr>
            <p:spPr>
              <a:xfrm>
                <a:off x="3455567" y="2628735"/>
                <a:ext cx="1427109" cy="427336"/>
              </a:xfrm>
              <a:prstGeom prst="rect">
                <a:avLst/>
              </a:prstGeom>
              <a:blipFill>
                <a:blip r:embed="rId12"/>
                <a:stretch>
                  <a:fillRect b="-8571"/>
                </a:stretch>
              </a:blipFill>
            </p:spPr>
            <p:txBody>
              <a:bodyPr/>
              <a:lstStyle/>
              <a:p>
                <a:r>
                  <a:rPr lang="en-US">
                    <a:noFill/>
                  </a:rPr>
                  <a:t> </a:t>
                </a:r>
              </a:p>
            </p:txBody>
          </p:sp>
        </mc:Fallback>
      </mc:AlternateContent>
      <p:pic>
        <p:nvPicPr>
          <p:cNvPr id="82" name="Picture 2" descr="https://www.mathworks.com/help/examples/robotics/win64/DesignATrajectoryWithVelocityLimitsUsingTrapVelTrajExample_03.png">
            <a:extLst>
              <a:ext uri="{FF2B5EF4-FFF2-40B4-BE49-F238E27FC236}">
                <a16:creationId xmlns:a16="http://schemas.microsoft.com/office/drawing/2014/main" id="{9B3D074F-CE69-47D2-B4A6-F3EC6F96732E}"/>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5210" t="13323" r="18311" b="58740"/>
          <a:stretch/>
        </p:blipFill>
        <p:spPr bwMode="auto">
          <a:xfrm>
            <a:off x="2929386" y="4283228"/>
            <a:ext cx="2540997" cy="98111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1F2C78EC-D36A-4140-91A1-D8A24B9163A7}"/>
                  </a:ext>
                </a:extLst>
              </p:cNvPr>
              <p:cNvSpPr txBox="1"/>
              <p:nvPr/>
            </p:nvSpPr>
            <p:spPr>
              <a:xfrm>
                <a:off x="2442164" y="4529701"/>
                <a:ext cx="461012" cy="46414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𝑑</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B0F0"/>
                  </a:solidFill>
                  <a:effectLst/>
                  <a:uLnTx/>
                  <a:uFillTx/>
                  <a:latin typeface="Arial" panose="020B0604020202020204"/>
                  <a:ea typeface="+mn-ea"/>
                  <a:cs typeface="+mn-cs"/>
                </a:endParaRPr>
              </a:p>
            </p:txBody>
          </p:sp>
        </mc:Choice>
        <mc:Fallback xmlns="">
          <p:sp>
            <p:nvSpPr>
              <p:cNvPr id="83" name="TextBox 82">
                <a:extLst>
                  <a:ext uri="{FF2B5EF4-FFF2-40B4-BE49-F238E27FC236}">
                    <a16:creationId xmlns:a16="http://schemas.microsoft.com/office/drawing/2014/main" id="{1F2C78EC-D36A-4140-91A1-D8A24B9163A7}"/>
                  </a:ext>
                </a:extLst>
              </p:cNvPr>
              <p:cNvSpPr txBox="1">
                <a:spLocks noRot="1" noChangeAspect="1" noMove="1" noResize="1" noEditPoints="1" noAdjustHandles="1" noChangeArrowheads="1" noChangeShapeType="1" noTextEdit="1"/>
              </p:cNvSpPr>
              <p:nvPr/>
            </p:nvSpPr>
            <p:spPr>
              <a:xfrm>
                <a:off x="2442164" y="4529701"/>
                <a:ext cx="461012" cy="464149"/>
              </a:xfrm>
              <a:prstGeom prst="rect">
                <a:avLst/>
              </a:prstGeom>
              <a:blipFill>
                <a:blip r:embed="rId14"/>
                <a:stretch>
                  <a:fillRect r="-37333"/>
                </a:stretch>
              </a:blipFill>
            </p:spPr>
            <p:txBody>
              <a:bodyPr/>
              <a:lstStyle/>
              <a:p>
                <a:r>
                  <a:rPr lang="en-US">
                    <a:noFill/>
                  </a:rPr>
                  <a:t> </a:t>
                </a:r>
              </a:p>
            </p:txBody>
          </p:sp>
        </mc:Fallback>
      </mc:AlternateContent>
      <p:sp>
        <p:nvSpPr>
          <p:cNvPr id="84" name="TextBox 83">
            <a:extLst>
              <a:ext uri="{FF2B5EF4-FFF2-40B4-BE49-F238E27FC236}">
                <a16:creationId xmlns:a16="http://schemas.microsoft.com/office/drawing/2014/main" id="{2E75DD8F-3670-49F4-B5F8-1D31F7B266F1}"/>
              </a:ext>
            </a:extLst>
          </p:cNvPr>
          <p:cNvSpPr txBox="1"/>
          <p:nvPr/>
        </p:nvSpPr>
        <p:spPr>
          <a:xfrm>
            <a:off x="4928623" y="4820846"/>
            <a:ext cx="70539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Time </a:t>
            </a:r>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7354773F-8394-4E33-A82B-8EF923B4D642}"/>
                  </a:ext>
                </a:extLst>
              </p:cNvPr>
              <p:cNvSpPr txBox="1"/>
              <p:nvPr/>
            </p:nvSpPr>
            <p:spPr>
              <a:xfrm>
                <a:off x="9644651" y="858356"/>
                <a:ext cx="2406848" cy="369332"/>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800" b="0" i="1" u="none" strike="noStrike" kern="1200" cap="none" spc="0" normalizeH="0" baseline="0" noProof="0" smtClean="0">
                        <a:ln>
                          <a:noFill/>
                        </a:ln>
                        <a:solidFill>
                          <a:srgbClr val="FFC000"/>
                        </a:solidFill>
                        <a:effectLst/>
                        <a:uLnTx/>
                        <a:uFillTx/>
                        <a:latin typeface="Cambria Math" panose="02040503050406030204" pitchFamily="18" charset="0"/>
                        <a:ea typeface="+mn-ea"/>
                        <a:cs typeface="+mn-cs"/>
                      </a:rPr>
                      <m:t>𝑘</m:t>
                    </m:r>
                  </m:oMath>
                </a14:m>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 emulates an RCCM</a:t>
                </a:r>
              </a:p>
            </p:txBody>
          </p:sp>
        </mc:Choice>
        <mc:Fallback xmlns="">
          <p:sp>
            <p:nvSpPr>
              <p:cNvPr id="85" name="TextBox 84">
                <a:extLst>
                  <a:ext uri="{FF2B5EF4-FFF2-40B4-BE49-F238E27FC236}">
                    <a16:creationId xmlns:a16="http://schemas.microsoft.com/office/drawing/2014/main" id="{7354773F-8394-4E33-A82B-8EF923B4D642}"/>
                  </a:ext>
                </a:extLst>
              </p:cNvPr>
              <p:cNvSpPr txBox="1">
                <a:spLocks noRot="1" noChangeAspect="1" noMove="1" noResize="1" noEditPoints="1" noAdjustHandles="1" noChangeArrowheads="1" noChangeShapeType="1" noTextEdit="1"/>
              </p:cNvSpPr>
              <p:nvPr/>
            </p:nvSpPr>
            <p:spPr>
              <a:xfrm>
                <a:off x="9644651" y="858356"/>
                <a:ext cx="2406848" cy="369332"/>
              </a:xfrm>
              <a:prstGeom prst="rect">
                <a:avLst/>
              </a:prstGeom>
              <a:blipFill>
                <a:blip r:embed="rId15"/>
                <a:stretch>
                  <a:fillRect t="-10000" r="-1519" b="-26667"/>
                </a:stretch>
              </a:blipFill>
            </p:spPr>
            <p:txBody>
              <a:bodyPr/>
              <a:lstStyle/>
              <a:p>
                <a:r>
                  <a:rPr lang="en-US">
                    <a:noFill/>
                  </a:rPr>
                  <a:t> </a:t>
                </a:r>
              </a:p>
            </p:txBody>
          </p:sp>
        </mc:Fallback>
      </mc:AlternateContent>
      <p:cxnSp>
        <p:nvCxnSpPr>
          <p:cNvPr id="87" name="Straight Arrow Connector 86">
            <a:extLst>
              <a:ext uri="{FF2B5EF4-FFF2-40B4-BE49-F238E27FC236}">
                <a16:creationId xmlns:a16="http://schemas.microsoft.com/office/drawing/2014/main" id="{25B9CEDB-5758-4A68-B5FE-ADFC794F651A}"/>
              </a:ext>
            </a:extLst>
          </p:cNvPr>
          <p:cNvCxnSpPr/>
          <p:nvPr/>
        </p:nvCxnSpPr>
        <p:spPr>
          <a:xfrm flipH="1">
            <a:off x="9322424" y="1184085"/>
            <a:ext cx="441404" cy="685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3868D671-B1FC-4762-ABD3-B7D0187111B8}"/>
                  </a:ext>
                </a:extLst>
              </p:cNvPr>
              <p:cNvSpPr txBox="1"/>
              <p:nvPr/>
            </p:nvSpPr>
            <p:spPr>
              <a:xfrm>
                <a:off x="6443005" y="703235"/>
                <a:ext cx="2406848" cy="646331"/>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Stabilizing the controller requires </a:t>
                </a:r>
                <a14:m>
                  <m:oMath xmlns:m="http://schemas.openxmlformats.org/officeDocument/2006/math">
                    <m:r>
                      <a:rPr kumimoji="0" lang="en-US" sz="1800" b="0" i="1" u="none" strike="noStrike" kern="1200" cap="none" spc="0" normalizeH="0" baseline="0" noProof="0">
                        <a:ln>
                          <a:noFill/>
                        </a:ln>
                        <a:solidFill>
                          <a:srgbClr val="873624"/>
                        </a:solidFill>
                        <a:effectLst/>
                        <a:uLnTx/>
                        <a:uFillTx/>
                        <a:latin typeface="Cambria Math" panose="02040503050406030204" pitchFamily="18" charset="0"/>
                        <a:ea typeface="+mn-ea"/>
                        <a:cs typeface="+mn-cs"/>
                      </a:rPr>
                      <m:t>𝑑</m:t>
                    </m:r>
                  </m:oMath>
                </a14:m>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mc:Choice>
        <mc:Fallback xmlns="">
          <p:sp>
            <p:nvSpPr>
              <p:cNvPr id="88" name="TextBox 87">
                <a:extLst>
                  <a:ext uri="{FF2B5EF4-FFF2-40B4-BE49-F238E27FC236}">
                    <a16:creationId xmlns:a16="http://schemas.microsoft.com/office/drawing/2014/main" id="{3868D671-B1FC-4762-ABD3-B7D0187111B8}"/>
                  </a:ext>
                </a:extLst>
              </p:cNvPr>
              <p:cNvSpPr txBox="1">
                <a:spLocks noRot="1" noChangeAspect="1" noMove="1" noResize="1" noEditPoints="1" noAdjustHandles="1" noChangeArrowheads="1" noChangeShapeType="1" noTextEdit="1"/>
              </p:cNvSpPr>
              <p:nvPr/>
            </p:nvSpPr>
            <p:spPr>
              <a:xfrm>
                <a:off x="6443005" y="703235"/>
                <a:ext cx="2406848" cy="646331"/>
              </a:xfrm>
              <a:prstGeom prst="rect">
                <a:avLst/>
              </a:prstGeom>
              <a:blipFill>
                <a:blip r:embed="rId16"/>
                <a:stretch>
                  <a:fillRect t="-4717" b="-14151"/>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764B892D-904A-4056-99D2-9442D63FE07E}"/>
              </a:ext>
            </a:extLst>
          </p:cNvPr>
          <p:cNvCxnSpPr>
            <a:cxnSpLocks/>
          </p:cNvCxnSpPr>
          <p:nvPr/>
        </p:nvCxnSpPr>
        <p:spPr>
          <a:xfrm>
            <a:off x="8604581" y="1306469"/>
            <a:ext cx="115000" cy="1651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1524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CF7E3-78AB-4D7F-990D-D1A1F7CBAF40}"/>
              </a:ext>
            </a:extLst>
          </p:cNvPr>
          <p:cNvSpPr>
            <a:spLocks noGrp="1"/>
          </p:cNvSpPr>
          <p:nvPr>
            <p:ph type="title"/>
          </p:nvPr>
        </p:nvSpPr>
        <p:spPr/>
        <p:txBody>
          <a:bodyPr/>
          <a:lstStyle/>
          <a:p>
            <a:r>
              <a:rPr lang="en-US" dirty="0"/>
              <a:t>Active Compliance: Discretization &amp; Kinematics</a:t>
            </a:r>
          </a:p>
        </p:txBody>
      </p:sp>
      <p:sp>
        <p:nvSpPr>
          <p:cNvPr id="3" name="Date Placeholder 2">
            <a:extLst>
              <a:ext uri="{FF2B5EF4-FFF2-40B4-BE49-F238E27FC236}">
                <a16:creationId xmlns:a16="http://schemas.microsoft.com/office/drawing/2014/main" id="{BC2BDBA9-F23B-4D2D-99A4-D6D4897A6CDB}"/>
              </a:ext>
            </a:extLst>
          </p:cNvPr>
          <p:cNvSpPr>
            <a:spLocks noGrp="1"/>
          </p:cNvSpPr>
          <p:nvPr>
            <p:ph type="dt" sz="half"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3C8E"/>
                </a:solidFill>
                <a:effectLst/>
                <a:uLnTx/>
                <a:uFillTx/>
                <a:latin typeface="Helvetica Neue" panose="02000503000000020004" pitchFamily="2" charset="0"/>
              </a:rPr>
              <a:t>DD/MM/YYYY</a:t>
            </a:r>
          </a:p>
        </p:txBody>
      </p:sp>
      <p:sp>
        <p:nvSpPr>
          <p:cNvPr id="4" name="Footer Placeholder 3">
            <a:extLst>
              <a:ext uri="{FF2B5EF4-FFF2-40B4-BE49-F238E27FC236}">
                <a16:creationId xmlns:a16="http://schemas.microsoft.com/office/drawing/2014/main" id="{0688ED92-7DBD-4B1A-9680-F24EC3FC5647}"/>
              </a:ext>
            </a:extLst>
          </p:cNvPr>
          <p:cNvSpPr>
            <a:spLocks noGrp="1"/>
          </p:cNvSpPr>
          <p:nvPr>
            <p:ph type="ftr" sz="quarter" idx="1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a:ea typeface="+mn-ea"/>
              </a:rPr>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CE8C5628-641C-4BC7-861F-361720C3AAE6}"/>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04F4CF-F641-6E4E-8F87-8EB8AA2BFA51}" type="slidenum">
              <a:rPr kumimoji="0" lang="en-US" sz="800" b="0" i="0" u="none" strike="noStrike" kern="1200" cap="none" spc="0" normalizeH="0" baseline="0" noProof="0" smtClean="0">
                <a:ln>
                  <a:noFill/>
                </a:ln>
                <a:solidFill>
                  <a:srgbClr val="093C8E"/>
                </a:solidFill>
                <a:effectLst/>
                <a:uLnTx/>
                <a:uFillTx/>
                <a:latin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93C8E"/>
              </a:solidFill>
              <a:effectLst/>
              <a:uLnTx/>
              <a:uFillTx/>
              <a:latin typeface="Helvetica Neue" panose="02000503000000020004" pitchFamily="2" charset="0"/>
            </a:endParaRPr>
          </a:p>
        </p:txBody>
      </p:sp>
      <p:sp>
        <p:nvSpPr>
          <p:cNvPr id="6" name="Text Placeholder 5">
            <a:extLst>
              <a:ext uri="{FF2B5EF4-FFF2-40B4-BE49-F238E27FC236}">
                <a16:creationId xmlns:a16="http://schemas.microsoft.com/office/drawing/2014/main" id="{0CD156EF-8B16-4473-B816-BBE3231C31A8}"/>
              </a:ext>
            </a:extLst>
          </p:cNvPr>
          <p:cNvSpPr>
            <a:spLocks noGrp="1"/>
          </p:cNvSpPr>
          <p:nvPr>
            <p:ph type="body" sz="quarter" idx="10"/>
          </p:nvPr>
        </p:nvSpPr>
        <p:spPr/>
        <p:txBody>
          <a:bodyPr/>
          <a:lstStyle/>
          <a:p>
            <a:r>
              <a:rPr lang="en-US" dirty="0"/>
              <a:t>TAKEAWAY: How the second two pieces operate</a:t>
            </a:r>
          </a:p>
        </p:txBody>
      </p:sp>
      <p:sp>
        <p:nvSpPr>
          <p:cNvPr id="7" name="Rectangle 6">
            <a:extLst>
              <a:ext uri="{FF2B5EF4-FFF2-40B4-BE49-F238E27FC236}">
                <a16:creationId xmlns:a16="http://schemas.microsoft.com/office/drawing/2014/main" id="{DBA7AA13-7472-498E-A726-92886AE3C156}"/>
              </a:ext>
            </a:extLst>
          </p:cNvPr>
          <p:cNvSpPr/>
          <p:nvPr/>
        </p:nvSpPr>
        <p:spPr>
          <a:xfrm>
            <a:off x="389447" y="1372442"/>
            <a:ext cx="5300174" cy="3963772"/>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9" name="Picture 8">
            <a:extLst>
              <a:ext uri="{FF2B5EF4-FFF2-40B4-BE49-F238E27FC236}">
                <a16:creationId xmlns:a16="http://schemas.microsoft.com/office/drawing/2014/main" id="{AE04161D-311E-4ABE-91F7-4D6127A6474A}"/>
              </a:ext>
            </a:extLst>
          </p:cNvPr>
          <p:cNvPicPr>
            <a:picLocks noChangeAspect="1"/>
          </p:cNvPicPr>
          <p:nvPr/>
        </p:nvPicPr>
        <p:blipFill>
          <a:blip r:embed="rId3"/>
          <a:stretch>
            <a:fillRect/>
          </a:stretch>
        </p:blipFill>
        <p:spPr>
          <a:xfrm>
            <a:off x="1600231" y="3981001"/>
            <a:ext cx="3951227" cy="575292"/>
          </a:xfrm>
          <a:prstGeom prst="rect">
            <a:avLst/>
          </a:prstGeom>
          <a:ln>
            <a:solidFill>
              <a:srgbClr val="FF0000"/>
            </a:solidFill>
          </a:ln>
        </p:spPr>
      </p:pic>
      <p:pic>
        <p:nvPicPr>
          <p:cNvPr id="10" name="Picture 9">
            <a:extLst>
              <a:ext uri="{FF2B5EF4-FFF2-40B4-BE49-F238E27FC236}">
                <a16:creationId xmlns:a16="http://schemas.microsoft.com/office/drawing/2014/main" id="{280763EB-D180-431D-848D-9AB7AB95DB26}"/>
              </a:ext>
            </a:extLst>
          </p:cNvPr>
          <p:cNvPicPr>
            <a:picLocks noChangeAspect="1"/>
          </p:cNvPicPr>
          <p:nvPr/>
        </p:nvPicPr>
        <p:blipFill>
          <a:blip r:embed="rId4"/>
          <a:stretch>
            <a:fillRect/>
          </a:stretch>
        </p:blipFill>
        <p:spPr>
          <a:xfrm>
            <a:off x="3949255" y="3278035"/>
            <a:ext cx="1086525" cy="503649"/>
          </a:xfrm>
          <a:prstGeom prst="rect">
            <a:avLst/>
          </a:prstGeom>
        </p:spPr>
      </p:pic>
      <p:pic>
        <p:nvPicPr>
          <p:cNvPr id="11" name="Picture 10">
            <a:extLst>
              <a:ext uri="{FF2B5EF4-FFF2-40B4-BE49-F238E27FC236}">
                <a16:creationId xmlns:a16="http://schemas.microsoft.com/office/drawing/2014/main" id="{93C02E44-E3DC-4B93-8345-F8ADB304EC84}"/>
              </a:ext>
            </a:extLst>
          </p:cNvPr>
          <p:cNvPicPr>
            <a:picLocks noChangeAspect="1"/>
          </p:cNvPicPr>
          <p:nvPr/>
        </p:nvPicPr>
        <p:blipFill>
          <a:blip r:embed="rId5"/>
          <a:stretch>
            <a:fillRect/>
          </a:stretch>
        </p:blipFill>
        <p:spPr>
          <a:xfrm>
            <a:off x="3511688" y="1457095"/>
            <a:ext cx="1961661" cy="722983"/>
          </a:xfrm>
          <a:prstGeom prst="rect">
            <a:avLst/>
          </a:prstGeom>
        </p:spPr>
      </p:pic>
      <p:pic>
        <p:nvPicPr>
          <p:cNvPr id="14" name="Picture 13">
            <a:extLst>
              <a:ext uri="{FF2B5EF4-FFF2-40B4-BE49-F238E27FC236}">
                <a16:creationId xmlns:a16="http://schemas.microsoft.com/office/drawing/2014/main" id="{24415FC0-CAB6-46FE-8A15-F8A9B45C75E4}"/>
              </a:ext>
            </a:extLst>
          </p:cNvPr>
          <p:cNvPicPr>
            <a:picLocks noChangeAspect="1"/>
          </p:cNvPicPr>
          <p:nvPr/>
        </p:nvPicPr>
        <p:blipFill>
          <a:blip r:embed="rId6"/>
          <a:stretch>
            <a:fillRect/>
          </a:stretch>
        </p:blipFill>
        <p:spPr>
          <a:xfrm>
            <a:off x="486344" y="1550509"/>
            <a:ext cx="2553189" cy="519220"/>
          </a:xfrm>
          <a:prstGeom prst="rect">
            <a:avLst/>
          </a:prstGeom>
        </p:spPr>
      </p:pic>
      <p:sp>
        <p:nvSpPr>
          <p:cNvPr id="15" name="Arrow: Right 14">
            <a:extLst>
              <a:ext uri="{FF2B5EF4-FFF2-40B4-BE49-F238E27FC236}">
                <a16:creationId xmlns:a16="http://schemas.microsoft.com/office/drawing/2014/main" id="{E814CBF8-32DB-4F5F-9825-EB63467BE5E6}"/>
              </a:ext>
            </a:extLst>
          </p:cNvPr>
          <p:cNvSpPr/>
          <p:nvPr/>
        </p:nvSpPr>
        <p:spPr>
          <a:xfrm>
            <a:off x="3114246" y="1688710"/>
            <a:ext cx="322729" cy="2172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6" name="Picture 15">
            <a:extLst>
              <a:ext uri="{FF2B5EF4-FFF2-40B4-BE49-F238E27FC236}">
                <a16:creationId xmlns:a16="http://schemas.microsoft.com/office/drawing/2014/main" id="{1AF52A2C-BBE4-48AE-8671-8BD8D5370E3F}"/>
              </a:ext>
            </a:extLst>
          </p:cNvPr>
          <p:cNvPicPr>
            <a:picLocks noChangeAspect="1"/>
          </p:cNvPicPr>
          <p:nvPr/>
        </p:nvPicPr>
        <p:blipFill>
          <a:blip r:embed="rId7"/>
          <a:stretch>
            <a:fillRect/>
          </a:stretch>
        </p:blipFill>
        <p:spPr>
          <a:xfrm>
            <a:off x="3511688" y="2259165"/>
            <a:ext cx="1961661" cy="658492"/>
          </a:xfrm>
          <a:prstGeom prst="rect">
            <a:avLst/>
          </a:prstGeom>
        </p:spPr>
      </p:pic>
      <p:pic>
        <p:nvPicPr>
          <p:cNvPr id="17" name="Picture 16">
            <a:extLst>
              <a:ext uri="{FF2B5EF4-FFF2-40B4-BE49-F238E27FC236}">
                <a16:creationId xmlns:a16="http://schemas.microsoft.com/office/drawing/2014/main" id="{3A9EFBA0-1756-4B53-8A02-AFD7517E1F13}"/>
              </a:ext>
            </a:extLst>
          </p:cNvPr>
          <p:cNvPicPr>
            <a:picLocks noChangeAspect="1"/>
          </p:cNvPicPr>
          <p:nvPr/>
        </p:nvPicPr>
        <p:blipFill>
          <a:blip r:embed="rId8"/>
          <a:stretch>
            <a:fillRect/>
          </a:stretch>
        </p:blipFill>
        <p:spPr>
          <a:xfrm>
            <a:off x="769526" y="2180078"/>
            <a:ext cx="1961662" cy="732130"/>
          </a:xfrm>
          <a:prstGeom prst="rect">
            <a:avLst/>
          </a:prstGeom>
        </p:spPr>
      </p:pic>
      <p:sp>
        <p:nvSpPr>
          <p:cNvPr id="18" name="Arrow: Right 17">
            <a:extLst>
              <a:ext uri="{FF2B5EF4-FFF2-40B4-BE49-F238E27FC236}">
                <a16:creationId xmlns:a16="http://schemas.microsoft.com/office/drawing/2014/main" id="{8E475050-F120-4923-921E-0866E2FC48D4}"/>
              </a:ext>
            </a:extLst>
          </p:cNvPr>
          <p:cNvSpPr/>
          <p:nvPr/>
        </p:nvSpPr>
        <p:spPr>
          <a:xfrm>
            <a:off x="3111266" y="2479784"/>
            <a:ext cx="322729" cy="2172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TextBox 18">
            <a:extLst>
              <a:ext uri="{FF2B5EF4-FFF2-40B4-BE49-F238E27FC236}">
                <a16:creationId xmlns:a16="http://schemas.microsoft.com/office/drawing/2014/main" id="{D42298E8-BE64-403E-9124-93B300E0DD7A}"/>
              </a:ext>
            </a:extLst>
          </p:cNvPr>
          <p:cNvSpPr txBox="1"/>
          <p:nvPr/>
        </p:nvSpPr>
        <p:spPr>
          <a:xfrm>
            <a:off x="781726" y="3346511"/>
            <a:ext cx="3167529" cy="369332"/>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Bilinear/Tustin discretization:</a:t>
            </a:r>
          </a:p>
        </p:txBody>
      </p:sp>
      <p:sp>
        <p:nvSpPr>
          <p:cNvPr id="20" name="TextBox 19">
            <a:extLst>
              <a:ext uri="{FF2B5EF4-FFF2-40B4-BE49-F238E27FC236}">
                <a16:creationId xmlns:a16="http://schemas.microsoft.com/office/drawing/2014/main" id="{F30BE4F6-18A7-488F-AFD6-8C21D21ACBCD}"/>
              </a:ext>
            </a:extLst>
          </p:cNvPr>
          <p:cNvSpPr txBox="1"/>
          <p:nvPr/>
        </p:nvSpPr>
        <p:spPr>
          <a:xfrm>
            <a:off x="486343" y="3878675"/>
            <a:ext cx="1664385" cy="830997"/>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AC</a:t>
            </a:r>
            <a:b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b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Difference equation:</a:t>
            </a:r>
          </a:p>
        </p:txBody>
      </p:sp>
      <p:pic>
        <p:nvPicPr>
          <p:cNvPr id="22" name="Picture 21">
            <a:extLst>
              <a:ext uri="{FF2B5EF4-FFF2-40B4-BE49-F238E27FC236}">
                <a16:creationId xmlns:a16="http://schemas.microsoft.com/office/drawing/2014/main" id="{F0A8016B-3BC6-494F-A408-BA1FA620FDAE}"/>
              </a:ext>
            </a:extLst>
          </p:cNvPr>
          <p:cNvPicPr>
            <a:picLocks noChangeAspect="1"/>
          </p:cNvPicPr>
          <p:nvPr/>
        </p:nvPicPr>
        <p:blipFill rotWithShape="1">
          <a:blip r:embed="rId9"/>
          <a:srcRect l="37097"/>
          <a:stretch/>
        </p:blipFill>
        <p:spPr>
          <a:xfrm>
            <a:off x="2150727" y="4755610"/>
            <a:ext cx="1046955" cy="510548"/>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1E59DFC-9A58-4A5B-9BD7-997E334F4DE7}"/>
                  </a:ext>
                </a:extLst>
              </p:cNvPr>
              <p:cNvSpPr txBox="1"/>
              <p:nvPr/>
            </p:nvSpPr>
            <p:spPr>
              <a:xfrm>
                <a:off x="3511688" y="2859822"/>
                <a:ext cx="2137292" cy="261610"/>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rPr>
                  <a:t>(a low pass filter of DC gain </a:t>
                </a:r>
                <a14:m>
                  <m:oMath xmlns:m="http://schemas.openxmlformats.org/officeDocument/2006/math">
                    <m:r>
                      <a:rPr kumimoji="0" lang="en-US" sz="11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𝒄</m:t>
                    </m:r>
                  </m:oMath>
                </a14:m>
                <a:r>
                  <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rPr>
                  <a:t>)</a:t>
                </a:r>
              </a:p>
            </p:txBody>
          </p:sp>
        </mc:Choice>
        <mc:Fallback xmlns="">
          <p:sp>
            <p:nvSpPr>
              <p:cNvPr id="23" name="TextBox 22">
                <a:extLst>
                  <a:ext uri="{FF2B5EF4-FFF2-40B4-BE49-F238E27FC236}">
                    <a16:creationId xmlns:a16="http://schemas.microsoft.com/office/drawing/2014/main" id="{41E59DFC-9A58-4A5B-9BD7-997E334F4DE7}"/>
                  </a:ext>
                </a:extLst>
              </p:cNvPr>
              <p:cNvSpPr txBox="1">
                <a:spLocks noRot="1" noChangeAspect="1" noMove="1" noResize="1" noEditPoints="1" noAdjustHandles="1" noChangeArrowheads="1" noChangeShapeType="1" noTextEdit="1"/>
              </p:cNvSpPr>
              <p:nvPr/>
            </p:nvSpPr>
            <p:spPr>
              <a:xfrm>
                <a:off x="3511688" y="2859822"/>
                <a:ext cx="2137292" cy="261610"/>
              </a:xfrm>
              <a:prstGeom prst="rect">
                <a:avLst/>
              </a:prstGeom>
              <a:blipFill>
                <a:blip r:embed="rId10"/>
                <a:stretch>
                  <a:fillRect t="-2326" b="-13953"/>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96E43963-7277-4EBE-B2CC-09E30B6D3D3E}"/>
              </a:ext>
            </a:extLst>
          </p:cNvPr>
          <p:cNvSpPr txBox="1"/>
          <p:nvPr/>
        </p:nvSpPr>
        <p:spPr>
          <a:xfrm>
            <a:off x="1278844" y="4787059"/>
            <a:ext cx="968188" cy="369332"/>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where</a:t>
            </a:r>
          </a:p>
        </p:txBody>
      </p:sp>
      <p:sp>
        <p:nvSpPr>
          <p:cNvPr id="25" name="TextBox 24">
            <a:extLst>
              <a:ext uri="{FF2B5EF4-FFF2-40B4-BE49-F238E27FC236}">
                <a16:creationId xmlns:a16="http://schemas.microsoft.com/office/drawing/2014/main" id="{D9429E36-3499-4582-8ABA-98244A8E7789}"/>
              </a:ext>
            </a:extLst>
          </p:cNvPr>
          <p:cNvSpPr txBox="1"/>
          <p:nvPr/>
        </p:nvSpPr>
        <p:spPr>
          <a:xfrm>
            <a:off x="3197682" y="4790899"/>
            <a:ext cx="3218450" cy="369332"/>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dictates damping</a:t>
            </a:r>
          </a:p>
        </p:txBody>
      </p:sp>
      <p:sp>
        <p:nvSpPr>
          <p:cNvPr id="26" name="TextBox 25">
            <a:extLst>
              <a:ext uri="{FF2B5EF4-FFF2-40B4-BE49-F238E27FC236}">
                <a16:creationId xmlns:a16="http://schemas.microsoft.com/office/drawing/2014/main" id="{C932CDE8-496C-43F2-9FAA-607D25548985}"/>
              </a:ext>
            </a:extLst>
          </p:cNvPr>
          <p:cNvSpPr txBox="1"/>
          <p:nvPr/>
        </p:nvSpPr>
        <p:spPr>
          <a:xfrm>
            <a:off x="239766" y="5389948"/>
            <a:ext cx="5676463" cy="1015663"/>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Discretization of the continuous control law follows standard Bilinear discretization and essentially produces a low pass filter</a:t>
            </a:r>
          </a:p>
        </p:txBody>
      </p:sp>
      <p:sp>
        <p:nvSpPr>
          <p:cNvPr id="27" name="Rectangle 26">
            <a:extLst>
              <a:ext uri="{FF2B5EF4-FFF2-40B4-BE49-F238E27FC236}">
                <a16:creationId xmlns:a16="http://schemas.microsoft.com/office/drawing/2014/main" id="{01FAD595-36D5-4672-A16C-DB0B1B72497A}"/>
              </a:ext>
            </a:extLst>
          </p:cNvPr>
          <p:cNvSpPr/>
          <p:nvPr/>
        </p:nvSpPr>
        <p:spPr>
          <a:xfrm>
            <a:off x="6319923" y="1390263"/>
            <a:ext cx="5300174" cy="3963772"/>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8" name="Picture 27">
            <a:extLst>
              <a:ext uri="{FF2B5EF4-FFF2-40B4-BE49-F238E27FC236}">
                <a16:creationId xmlns:a16="http://schemas.microsoft.com/office/drawing/2014/main" id="{03284AC0-800B-41F5-A508-8B0EDB276628}"/>
              </a:ext>
            </a:extLst>
          </p:cNvPr>
          <p:cNvPicPr>
            <a:picLocks noChangeAspect="1"/>
          </p:cNvPicPr>
          <p:nvPr/>
        </p:nvPicPr>
        <p:blipFill>
          <a:blip r:embed="rId11"/>
          <a:stretch>
            <a:fillRect/>
          </a:stretch>
        </p:blipFill>
        <p:spPr>
          <a:xfrm>
            <a:off x="6685921" y="1587685"/>
            <a:ext cx="3218450" cy="1758826"/>
          </a:xfrm>
          <a:prstGeom prst="rect">
            <a:avLst/>
          </a:prstGeom>
        </p:spPr>
      </p:pic>
      <p:sp>
        <p:nvSpPr>
          <p:cNvPr id="31" name="TextBox 30">
            <a:extLst>
              <a:ext uri="{FF2B5EF4-FFF2-40B4-BE49-F238E27FC236}">
                <a16:creationId xmlns:a16="http://schemas.microsoft.com/office/drawing/2014/main" id="{BB0E6998-85AD-498F-8ECB-1CC98ED2A339}"/>
              </a:ext>
            </a:extLst>
          </p:cNvPr>
          <p:cNvSpPr txBox="1"/>
          <p:nvPr/>
        </p:nvSpPr>
        <p:spPr>
          <a:xfrm>
            <a:off x="6392183" y="5376541"/>
            <a:ext cx="5357448" cy="1015663"/>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Jacobians are pre-computed onboard before motion start, we are highly dependent on the performance of the SCU</a:t>
            </a:r>
          </a:p>
        </p:txBody>
      </p:sp>
      <p:sp>
        <p:nvSpPr>
          <p:cNvPr id="32" name="TextBox 31">
            <a:extLst>
              <a:ext uri="{FF2B5EF4-FFF2-40B4-BE49-F238E27FC236}">
                <a16:creationId xmlns:a16="http://schemas.microsoft.com/office/drawing/2014/main" id="{7827EB5D-5A2D-4715-ADC3-77747744C08C}"/>
              </a:ext>
            </a:extLst>
          </p:cNvPr>
          <p:cNvSpPr txBox="1"/>
          <p:nvPr/>
        </p:nvSpPr>
        <p:spPr>
          <a:xfrm>
            <a:off x="9997213" y="2006159"/>
            <a:ext cx="1527909" cy="954107"/>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Jacobian “via” at each point limits kinematics impacts</a:t>
            </a:r>
          </a:p>
        </p:txBody>
      </p:sp>
      <p:cxnSp>
        <p:nvCxnSpPr>
          <p:cNvPr id="12" name="Straight Arrow Connector 11">
            <a:extLst>
              <a:ext uri="{FF2B5EF4-FFF2-40B4-BE49-F238E27FC236}">
                <a16:creationId xmlns:a16="http://schemas.microsoft.com/office/drawing/2014/main" id="{A814039E-06E5-43A0-81BA-B3A53A56BC55}"/>
              </a:ext>
            </a:extLst>
          </p:cNvPr>
          <p:cNvCxnSpPr>
            <a:cxnSpLocks/>
          </p:cNvCxnSpPr>
          <p:nvPr/>
        </p:nvCxnSpPr>
        <p:spPr>
          <a:xfrm flipH="1" flipV="1">
            <a:off x="7220213" y="2990627"/>
            <a:ext cx="487749" cy="6531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5183E1F-EBF5-4F73-AB7B-91945228083A}"/>
              </a:ext>
            </a:extLst>
          </p:cNvPr>
          <p:cNvCxnSpPr>
            <a:cxnSpLocks/>
          </p:cNvCxnSpPr>
          <p:nvPr/>
        </p:nvCxnSpPr>
        <p:spPr>
          <a:xfrm flipH="1" flipV="1">
            <a:off x="7402980" y="1797336"/>
            <a:ext cx="304982" cy="18464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D785A41-D5BB-4A49-873F-6ACF9330A1A3}"/>
              </a:ext>
            </a:extLst>
          </p:cNvPr>
          <p:cNvSpPr txBox="1"/>
          <p:nvPr/>
        </p:nvSpPr>
        <p:spPr>
          <a:xfrm>
            <a:off x="6517473" y="3579133"/>
            <a:ext cx="1684001" cy="738664"/>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Individual joint control is supplied by the SCU</a:t>
            </a:r>
          </a:p>
        </p:txBody>
      </p:sp>
      <p:cxnSp>
        <p:nvCxnSpPr>
          <p:cNvPr id="46" name="Straight Arrow Connector 45">
            <a:extLst>
              <a:ext uri="{FF2B5EF4-FFF2-40B4-BE49-F238E27FC236}">
                <a16:creationId xmlns:a16="http://schemas.microsoft.com/office/drawing/2014/main" id="{BB03214D-F261-4360-8C36-5F5D2D87E19B}"/>
              </a:ext>
            </a:extLst>
          </p:cNvPr>
          <p:cNvCxnSpPr>
            <a:cxnSpLocks/>
          </p:cNvCxnSpPr>
          <p:nvPr/>
        </p:nvCxnSpPr>
        <p:spPr>
          <a:xfrm flipH="1" flipV="1">
            <a:off x="7010986" y="2259165"/>
            <a:ext cx="696976" cy="13846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0" name="Picture 49">
            <a:extLst>
              <a:ext uri="{FF2B5EF4-FFF2-40B4-BE49-F238E27FC236}">
                <a16:creationId xmlns:a16="http://schemas.microsoft.com/office/drawing/2014/main" id="{1C434935-C1C9-42D9-8B14-851DD3DFD87F}"/>
              </a:ext>
            </a:extLst>
          </p:cNvPr>
          <p:cNvPicPr>
            <a:picLocks noChangeAspect="1"/>
          </p:cNvPicPr>
          <p:nvPr/>
        </p:nvPicPr>
        <p:blipFill rotWithShape="1">
          <a:blip r:embed="rId12">
            <a:clrChange>
              <a:clrFrom>
                <a:srgbClr val="FDFDFD"/>
              </a:clrFrom>
              <a:clrTo>
                <a:srgbClr val="FDFDFD">
                  <a:alpha val="0"/>
                </a:srgbClr>
              </a:clrTo>
            </a:clrChange>
          </a:blip>
          <a:srcRect t="7298"/>
          <a:stretch/>
        </p:blipFill>
        <p:spPr>
          <a:xfrm>
            <a:off x="8282433" y="3277465"/>
            <a:ext cx="3165650" cy="1878356"/>
          </a:xfrm>
          <a:prstGeom prst="rect">
            <a:avLst/>
          </a:prstGeom>
        </p:spPr>
      </p:pic>
      <p:sp>
        <p:nvSpPr>
          <p:cNvPr id="52" name="TextBox 51">
            <a:extLst>
              <a:ext uri="{FF2B5EF4-FFF2-40B4-BE49-F238E27FC236}">
                <a16:creationId xmlns:a16="http://schemas.microsoft.com/office/drawing/2014/main" id="{4321B767-D194-429B-8D98-6C50C60FE0C9}"/>
              </a:ext>
            </a:extLst>
          </p:cNvPr>
          <p:cNvSpPr txBox="1"/>
          <p:nvPr/>
        </p:nvSpPr>
        <p:spPr>
          <a:xfrm>
            <a:off x="7707962" y="4796558"/>
            <a:ext cx="3002720" cy="523220"/>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“Cascaded” joint controller heavily influences force control stability</a:t>
            </a:r>
          </a:p>
        </p:txBody>
      </p:sp>
    </p:spTree>
    <p:extLst>
      <p:ext uri="{BB962C8B-B14F-4D97-AF65-F5344CB8AC3E}">
        <p14:creationId xmlns:p14="http://schemas.microsoft.com/office/powerpoint/2010/main" val="596430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D28C7-F35D-4687-8D16-67C9BB2F2A19}"/>
              </a:ext>
            </a:extLst>
          </p:cNvPr>
          <p:cNvSpPr>
            <a:spLocks noGrp="1"/>
          </p:cNvSpPr>
          <p:nvPr>
            <p:ph type="title"/>
          </p:nvPr>
        </p:nvSpPr>
        <p:spPr/>
        <p:txBody>
          <a:bodyPr/>
          <a:lstStyle/>
          <a:p>
            <a:r>
              <a:rPr lang="en-US" dirty="0"/>
              <a:t>Compensation vs Augmentation</a:t>
            </a:r>
          </a:p>
        </p:txBody>
      </p:sp>
      <p:sp>
        <p:nvSpPr>
          <p:cNvPr id="3" name="Date Placeholder 2">
            <a:extLst>
              <a:ext uri="{FF2B5EF4-FFF2-40B4-BE49-F238E27FC236}">
                <a16:creationId xmlns:a16="http://schemas.microsoft.com/office/drawing/2014/main" id="{5CF42A4A-DA30-4A52-9A6D-EE9D6E9E4011}"/>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A0629455-4B14-4301-943E-002A3347C2B7}"/>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680059F9-0ADD-44DB-9261-26A427869EB5}"/>
              </a:ext>
            </a:extLst>
          </p:cNvPr>
          <p:cNvSpPr>
            <a:spLocks noGrp="1"/>
          </p:cNvSpPr>
          <p:nvPr>
            <p:ph type="sldNum" sz="quarter" idx="20"/>
          </p:nvPr>
        </p:nvSpPr>
        <p:spPr/>
        <p:txBody>
          <a:bodyPr/>
          <a:lstStyle/>
          <a:p>
            <a:fld id="{2D04F4CF-F641-6E4E-8F87-8EB8AA2BFA51}" type="slidenum">
              <a:rPr lang="en-US" smtClean="0"/>
              <a:pPr/>
              <a:t>14</a:t>
            </a:fld>
            <a:endParaRPr lang="en-US"/>
          </a:p>
        </p:txBody>
      </p:sp>
      <p:sp>
        <p:nvSpPr>
          <p:cNvPr id="6" name="Text Placeholder 5">
            <a:extLst>
              <a:ext uri="{FF2B5EF4-FFF2-40B4-BE49-F238E27FC236}">
                <a16:creationId xmlns:a16="http://schemas.microsoft.com/office/drawing/2014/main" id="{6B278099-07E6-4862-9F9B-D7F8A820A48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419844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18966-8517-4C02-82A7-754A74F90596}"/>
              </a:ext>
            </a:extLst>
          </p:cNvPr>
          <p:cNvSpPr>
            <a:spLocks noGrp="1"/>
          </p:cNvSpPr>
          <p:nvPr>
            <p:ph type="title"/>
          </p:nvPr>
        </p:nvSpPr>
        <p:spPr/>
        <p:txBody>
          <a:bodyPr/>
          <a:lstStyle/>
          <a:p>
            <a:r>
              <a:rPr lang="en-US" dirty="0"/>
              <a:t>Force Regulation Control Diagrams</a:t>
            </a:r>
          </a:p>
        </p:txBody>
      </p:sp>
      <p:sp>
        <p:nvSpPr>
          <p:cNvPr id="3" name="Footer Placeholder 2">
            <a:extLst>
              <a:ext uri="{FF2B5EF4-FFF2-40B4-BE49-F238E27FC236}">
                <a16:creationId xmlns:a16="http://schemas.microsoft.com/office/drawing/2014/main" id="{D021ED5A-8501-486E-AA3E-CE11A18185F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4" name="Slide Number Placeholder 3">
            <a:extLst>
              <a:ext uri="{FF2B5EF4-FFF2-40B4-BE49-F238E27FC236}">
                <a16:creationId xmlns:a16="http://schemas.microsoft.com/office/drawing/2014/main" id="{B08149CB-3626-4F8C-9A49-E6EEB963F521}"/>
              </a:ext>
            </a:extLst>
          </p:cNvPr>
          <p:cNvSpPr>
            <a:spLocks noGrp="1"/>
          </p:cNvSpPr>
          <p:nvPr>
            <p:ph type="sldNum" sz="quarter" idx="20"/>
          </p:nvPr>
        </p:nvSpPr>
        <p:spPr/>
        <p:txBody>
          <a:bodyPr/>
          <a:lstStyle/>
          <a:p>
            <a:fld id="{2D04F4CF-F641-6E4E-8F87-8EB8AA2BFA51}" type="slidenum">
              <a:rPr lang="en-US" smtClean="0"/>
              <a:pPr/>
              <a:t>15</a:t>
            </a:fld>
            <a:endParaRPr lang="en-US"/>
          </a:p>
        </p:txBody>
      </p:sp>
      <p:sp>
        <p:nvSpPr>
          <p:cNvPr id="5" name="Text Placeholder 4">
            <a:extLst>
              <a:ext uri="{FF2B5EF4-FFF2-40B4-BE49-F238E27FC236}">
                <a16:creationId xmlns:a16="http://schemas.microsoft.com/office/drawing/2014/main" id="{2132FCAD-820C-4D73-8B8A-5E41C28DB9FC}"/>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4CD7ACCA-4534-4227-B6C1-65A7C28F4C3B}"/>
              </a:ext>
            </a:extLst>
          </p:cNvPr>
          <p:cNvPicPr>
            <a:picLocks noChangeAspect="1"/>
          </p:cNvPicPr>
          <p:nvPr/>
        </p:nvPicPr>
        <p:blipFill>
          <a:blip r:embed="rId2"/>
          <a:stretch>
            <a:fillRect/>
          </a:stretch>
        </p:blipFill>
        <p:spPr>
          <a:xfrm>
            <a:off x="2418500" y="2580503"/>
            <a:ext cx="1028844" cy="1305107"/>
          </a:xfrm>
          <a:prstGeom prst="rect">
            <a:avLst/>
          </a:prstGeom>
        </p:spPr>
      </p:pic>
      <p:cxnSp>
        <p:nvCxnSpPr>
          <p:cNvPr id="7" name="Straight Arrow Connector 6">
            <a:extLst>
              <a:ext uri="{FF2B5EF4-FFF2-40B4-BE49-F238E27FC236}">
                <a16:creationId xmlns:a16="http://schemas.microsoft.com/office/drawing/2014/main" id="{D701D2FB-35E3-4899-9FCA-D4D67B8931C3}"/>
              </a:ext>
            </a:extLst>
          </p:cNvPr>
          <p:cNvCxnSpPr>
            <a:stCxn id="6" idx="3"/>
          </p:cNvCxnSpPr>
          <p:nvPr/>
        </p:nvCxnSpPr>
        <p:spPr>
          <a:xfrm flipV="1">
            <a:off x="3447344" y="3233056"/>
            <a:ext cx="714109" cy="1"/>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1B16C59-F728-4831-8F0E-9FD1B01D0A33}"/>
              </a:ext>
            </a:extLst>
          </p:cNvPr>
          <p:cNvCxnSpPr>
            <a:cxnSpLocks/>
            <a:stCxn id="6" idx="3"/>
          </p:cNvCxnSpPr>
          <p:nvPr/>
        </p:nvCxnSpPr>
        <p:spPr>
          <a:xfrm flipV="1">
            <a:off x="3447344" y="2444620"/>
            <a:ext cx="70297" cy="78843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15C97BF-D82D-49F9-8006-2B0EAA181FDB}"/>
              </a:ext>
            </a:extLst>
          </p:cNvPr>
          <p:cNvCxnSpPr>
            <a:cxnSpLocks/>
          </p:cNvCxnSpPr>
          <p:nvPr/>
        </p:nvCxnSpPr>
        <p:spPr>
          <a:xfrm>
            <a:off x="3438552" y="3215473"/>
            <a:ext cx="362416" cy="455043"/>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36265F-4590-4D0D-9AB1-A25DD592B382}"/>
                  </a:ext>
                </a:extLst>
              </p:cNvPr>
              <p:cNvSpPr txBox="1"/>
              <p:nvPr/>
            </p:nvSpPr>
            <p:spPr>
              <a:xfrm>
                <a:off x="3800968" y="2809392"/>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𝑧</m:t>
                          </m:r>
                        </m:sub>
                      </m:sSub>
                    </m:oMath>
                  </m:oMathPara>
                </a14:m>
                <a:endParaRPr lang="en-US" dirty="0">
                  <a:solidFill>
                    <a:srgbClr val="C00000"/>
                  </a:solidFill>
                </a:endParaRPr>
              </a:p>
            </p:txBody>
          </p:sp>
        </mc:Choice>
        <mc:Fallback xmlns="">
          <p:sp>
            <p:nvSpPr>
              <p:cNvPr id="10" name="TextBox 9">
                <a:extLst>
                  <a:ext uri="{FF2B5EF4-FFF2-40B4-BE49-F238E27FC236}">
                    <a16:creationId xmlns:a16="http://schemas.microsoft.com/office/drawing/2014/main" id="{8436265F-4590-4D0D-9AB1-A25DD592B382}"/>
                  </a:ext>
                </a:extLst>
              </p:cNvPr>
              <p:cNvSpPr txBox="1">
                <a:spLocks noRot="1" noChangeAspect="1" noMove="1" noResize="1" noEditPoints="1" noAdjustHandles="1" noChangeArrowheads="1" noChangeShapeType="1" noTextEdit="1"/>
              </p:cNvSpPr>
              <p:nvPr/>
            </p:nvSpPr>
            <p:spPr>
              <a:xfrm>
                <a:off x="3800968" y="2809392"/>
                <a:ext cx="360485"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FAEA4BA-70CE-4E73-AA9A-FA799069607D}"/>
                  </a:ext>
                </a:extLst>
              </p:cNvPr>
              <p:cNvSpPr txBox="1"/>
              <p:nvPr/>
            </p:nvSpPr>
            <p:spPr>
              <a:xfrm>
                <a:off x="3112465" y="2343293"/>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𝑥</m:t>
                          </m:r>
                        </m:sub>
                      </m:sSub>
                    </m:oMath>
                  </m:oMathPara>
                </a14:m>
                <a:endParaRPr lang="en-US" dirty="0">
                  <a:solidFill>
                    <a:srgbClr val="C00000"/>
                  </a:solidFill>
                </a:endParaRPr>
              </a:p>
            </p:txBody>
          </p:sp>
        </mc:Choice>
        <mc:Fallback xmlns="">
          <p:sp>
            <p:nvSpPr>
              <p:cNvPr id="11" name="TextBox 10">
                <a:extLst>
                  <a:ext uri="{FF2B5EF4-FFF2-40B4-BE49-F238E27FC236}">
                    <a16:creationId xmlns:a16="http://schemas.microsoft.com/office/drawing/2014/main" id="{4FAEA4BA-70CE-4E73-AA9A-FA799069607D}"/>
                  </a:ext>
                </a:extLst>
              </p:cNvPr>
              <p:cNvSpPr txBox="1">
                <a:spLocks noRot="1" noChangeAspect="1" noMove="1" noResize="1" noEditPoints="1" noAdjustHandles="1" noChangeArrowheads="1" noChangeShapeType="1" noTextEdit="1"/>
              </p:cNvSpPr>
              <p:nvPr/>
            </p:nvSpPr>
            <p:spPr>
              <a:xfrm>
                <a:off x="3112465" y="2343293"/>
                <a:ext cx="360485"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736B3C9-214F-4757-B592-1749877E4358}"/>
                  </a:ext>
                </a:extLst>
              </p:cNvPr>
              <p:cNvSpPr txBox="1"/>
              <p:nvPr/>
            </p:nvSpPr>
            <p:spPr>
              <a:xfrm>
                <a:off x="3292707" y="3477976"/>
                <a:ext cx="360485" cy="391261"/>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𝑦</m:t>
                          </m:r>
                        </m:sub>
                      </m:sSub>
                    </m:oMath>
                  </m:oMathPara>
                </a14:m>
                <a:endParaRPr lang="en-US" dirty="0">
                  <a:solidFill>
                    <a:srgbClr val="C00000"/>
                  </a:solidFill>
                </a:endParaRPr>
              </a:p>
            </p:txBody>
          </p:sp>
        </mc:Choice>
        <mc:Fallback xmlns="">
          <p:sp>
            <p:nvSpPr>
              <p:cNvPr id="12" name="TextBox 11">
                <a:extLst>
                  <a:ext uri="{FF2B5EF4-FFF2-40B4-BE49-F238E27FC236}">
                    <a16:creationId xmlns:a16="http://schemas.microsoft.com/office/drawing/2014/main" id="{5736B3C9-214F-4757-B592-1749877E4358}"/>
                  </a:ext>
                </a:extLst>
              </p:cNvPr>
              <p:cNvSpPr txBox="1">
                <a:spLocks noRot="1" noChangeAspect="1" noMove="1" noResize="1" noEditPoints="1" noAdjustHandles="1" noChangeArrowheads="1" noChangeShapeType="1" noTextEdit="1"/>
              </p:cNvSpPr>
              <p:nvPr/>
            </p:nvSpPr>
            <p:spPr>
              <a:xfrm>
                <a:off x="3292707" y="3477976"/>
                <a:ext cx="360485" cy="391261"/>
              </a:xfrm>
              <a:prstGeom prst="rect">
                <a:avLst/>
              </a:prstGeom>
              <a:blipFill>
                <a:blip r:embed="rId5"/>
                <a:stretch>
                  <a:fillRect b="-3125"/>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155E9CB0-A415-41BC-B6C6-EFC63F5378B9}"/>
              </a:ext>
            </a:extLst>
          </p:cNvPr>
          <p:cNvSpPr txBox="1"/>
          <p:nvPr/>
        </p:nvSpPr>
        <p:spPr>
          <a:xfrm>
            <a:off x="2418500" y="3836827"/>
            <a:ext cx="1742953" cy="369332"/>
          </a:xfrm>
          <a:prstGeom prst="rect">
            <a:avLst/>
          </a:prstGeom>
        </p:spPr>
        <p:txBody>
          <a:bodyPr wrap="square" rtlCol="0">
            <a:spAutoFit/>
          </a:bodyPr>
          <a:lstStyle/>
          <a:p>
            <a:pPr algn="ctr"/>
            <a:r>
              <a:rPr lang="en-US" dirty="0"/>
              <a:t>Pure Force</a:t>
            </a:r>
          </a:p>
        </p:txBody>
      </p:sp>
      <p:pic>
        <p:nvPicPr>
          <p:cNvPr id="15" name="Picture 14">
            <a:extLst>
              <a:ext uri="{FF2B5EF4-FFF2-40B4-BE49-F238E27FC236}">
                <a16:creationId xmlns:a16="http://schemas.microsoft.com/office/drawing/2014/main" id="{011856A9-37CD-44D3-A726-7B2FE6643DCD}"/>
              </a:ext>
            </a:extLst>
          </p:cNvPr>
          <p:cNvPicPr>
            <a:picLocks noChangeAspect="1"/>
          </p:cNvPicPr>
          <p:nvPr/>
        </p:nvPicPr>
        <p:blipFill>
          <a:blip r:embed="rId2"/>
          <a:stretch>
            <a:fillRect/>
          </a:stretch>
        </p:blipFill>
        <p:spPr>
          <a:xfrm>
            <a:off x="4449864" y="2564408"/>
            <a:ext cx="1028844" cy="1305107"/>
          </a:xfrm>
          <a:prstGeom prst="rect">
            <a:avLst/>
          </a:prstGeom>
        </p:spPr>
      </p:pic>
      <p:cxnSp>
        <p:nvCxnSpPr>
          <p:cNvPr id="16" name="Straight Arrow Connector 15">
            <a:extLst>
              <a:ext uri="{FF2B5EF4-FFF2-40B4-BE49-F238E27FC236}">
                <a16:creationId xmlns:a16="http://schemas.microsoft.com/office/drawing/2014/main" id="{136021C3-EDEE-4D38-8544-2279A7CBE65E}"/>
              </a:ext>
            </a:extLst>
          </p:cNvPr>
          <p:cNvCxnSpPr>
            <a:stCxn id="15" idx="3"/>
          </p:cNvCxnSpPr>
          <p:nvPr/>
        </p:nvCxnSpPr>
        <p:spPr>
          <a:xfrm flipV="1">
            <a:off x="5478708" y="3216961"/>
            <a:ext cx="714109" cy="1"/>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7FD642B-575C-4338-9504-6B238DD97B68}"/>
              </a:ext>
            </a:extLst>
          </p:cNvPr>
          <p:cNvCxnSpPr>
            <a:cxnSpLocks/>
            <a:stCxn id="15" idx="3"/>
          </p:cNvCxnSpPr>
          <p:nvPr/>
        </p:nvCxnSpPr>
        <p:spPr>
          <a:xfrm flipV="1">
            <a:off x="5478708" y="2428525"/>
            <a:ext cx="70297" cy="78843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94B7BFD-C788-4482-95DA-0C905531FAD4}"/>
              </a:ext>
            </a:extLst>
          </p:cNvPr>
          <p:cNvCxnSpPr>
            <a:cxnSpLocks/>
          </p:cNvCxnSpPr>
          <p:nvPr/>
        </p:nvCxnSpPr>
        <p:spPr>
          <a:xfrm>
            <a:off x="5469916" y="3199378"/>
            <a:ext cx="362416" cy="455043"/>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3836C82-4DA5-465B-9270-94AC273D94EF}"/>
                  </a:ext>
                </a:extLst>
              </p:cNvPr>
              <p:cNvSpPr txBox="1"/>
              <p:nvPr/>
            </p:nvSpPr>
            <p:spPr>
              <a:xfrm>
                <a:off x="5767119" y="2779502"/>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𝑉</m:t>
                          </m:r>
                        </m:e>
                        <m:sub>
                          <m:r>
                            <a:rPr lang="en-US" b="0" i="1" smtClean="0">
                              <a:solidFill>
                                <a:schemeClr val="accent2"/>
                              </a:solidFill>
                              <a:latin typeface="Cambria Math" panose="02040503050406030204" pitchFamily="18" charset="0"/>
                            </a:rPr>
                            <m:t>𝑧</m:t>
                          </m:r>
                        </m:sub>
                      </m:sSub>
                    </m:oMath>
                  </m:oMathPara>
                </a14:m>
                <a:endParaRPr lang="en-US" dirty="0">
                  <a:solidFill>
                    <a:schemeClr val="accent2"/>
                  </a:solidFill>
                </a:endParaRPr>
              </a:p>
            </p:txBody>
          </p:sp>
        </mc:Choice>
        <mc:Fallback xmlns="">
          <p:sp>
            <p:nvSpPr>
              <p:cNvPr id="19" name="TextBox 18">
                <a:extLst>
                  <a:ext uri="{FF2B5EF4-FFF2-40B4-BE49-F238E27FC236}">
                    <a16:creationId xmlns:a16="http://schemas.microsoft.com/office/drawing/2014/main" id="{E3836C82-4DA5-465B-9270-94AC273D94EF}"/>
                  </a:ext>
                </a:extLst>
              </p:cNvPr>
              <p:cNvSpPr txBox="1">
                <a:spLocks noRot="1" noChangeAspect="1" noMove="1" noResize="1" noEditPoints="1" noAdjustHandles="1" noChangeArrowheads="1" noChangeShapeType="1" noTextEdit="1"/>
              </p:cNvSpPr>
              <p:nvPr/>
            </p:nvSpPr>
            <p:spPr>
              <a:xfrm>
                <a:off x="5767119" y="2779502"/>
                <a:ext cx="36048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918A04F-F929-4C81-B70C-FAF829DDDCD6}"/>
                  </a:ext>
                </a:extLst>
              </p:cNvPr>
              <p:cNvSpPr txBox="1"/>
              <p:nvPr/>
            </p:nvSpPr>
            <p:spPr>
              <a:xfrm>
                <a:off x="5143829" y="2327198"/>
                <a:ext cx="360485" cy="369332"/>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𝑥</m:t>
                          </m:r>
                        </m:sub>
                      </m:sSub>
                    </m:oMath>
                  </m:oMathPara>
                </a14:m>
                <a:endParaRPr lang="en-US" dirty="0">
                  <a:solidFill>
                    <a:srgbClr val="C00000"/>
                  </a:solidFill>
                </a:endParaRPr>
              </a:p>
            </p:txBody>
          </p:sp>
        </mc:Choice>
        <mc:Fallback xmlns="">
          <p:sp>
            <p:nvSpPr>
              <p:cNvPr id="20" name="TextBox 19">
                <a:extLst>
                  <a:ext uri="{FF2B5EF4-FFF2-40B4-BE49-F238E27FC236}">
                    <a16:creationId xmlns:a16="http://schemas.microsoft.com/office/drawing/2014/main" id="{4918A04F-F929-4C81-B70C-FAF829DDDCD6}"/>
                  </a:ext>
                </a:extLst>
              </p:cNvPr>
              <p:cNvSpPr txBox="1">
                <a:spLocks noRot="1" noChangeAspect="1" noMove="1" noResize="1" noEditPoints="1" noAdjustHandles="1" noChangeArrowheads="1" noChangeShapeType="1" noTextEdit="1"/>
              </p:cNvSpPr>
              <p:nvPr/>
            </p:nvSpPr>
            <p:spPr>
              <a:xfrm>
                <a:off x="5143829" y="2327198"/>
                <a:ext cx="360485"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5768AC7-34BC-4B5A-A8E1-AD46C48BF206}"/>
                  </a:ext>
                </a:extLst>
              </p:cNvPr>
              <p:cNvSpPr txBox="1"/>
              <p:nvPr/>
            </p:nvSpPr>
            <p:spPr>
              <a:xfrm>
                <a:off x="5324071" y="3461881"/>
                <a:ext cx="360485" cy="391261"/>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𝐹</m:t>
                          </m:r>
                        </m:e>
                        <m:sub>
                          <m:r>
                            <a:rPr lang="en-US" b="0" i="1" smtClean="0">
                              <a:solidFill>
                                <a:srgbClr val="C00000"/>
                              </a:solidFill>
                              <a:latin typeface="Cambria Math" panose="02040503050406030204" pitchFamily="18" charset="0"/>
                            </a:rPr>
                            <m:t>𝑦</m:t>
                          </m:r>
                        </m:sub>
                      </m:sSub>
                    </m:oMath>
                  </m:oMathPara>
                </a14:m>
                <a:endParaRPr lang="en-US" dirty="0">
                  <a:solidFill>
                    <a:srgbClr val="C00000"/>
                  </a:solidFill>
                </a:endParaRPr>
              </a:p>
            </p:txBody>
          </p:sp>
        </mc:Choice>
        <mc:Fallback xmlns="">
          <p:sp>
            <p:nvSpPr>
              <p:cNvPr id="21" name="TextBox 20">
                <a:extLst>
                  <a:ext uri="{FF2B5EF4-FFF2-40B4-BE49-F238E27FC236}">
                    <a16:creationId xmlns:a16="http://schemas.microsoft.com/office/drawing/2014/main" id="{A5768AC7-34BC-4B5A-A8E1-AD46C48BF206}"/>
                  </a:ext>
                </a:extLst>
              </p:cNvPr>
              <p:cNvSpPr txBox="1">
                <a:spLocks noRot="1" noChangeAspect="1" noMove="1" noResize="1" noEditPoints="1" noAdjustHandles="1" noChangeArrowheads="1" noChangeShapeType="1" noTextEdit="1"/>
              </p:cNvSpPr>
              <p:nvPr/>
            </p:nvSpPr>
            <p:spPr>
              <a:xfrm>
                <a:off x="5324071" y="3461881"/>
                <a:ext cx="360485" cy="391261"/>
              </a:xfrm>
              <a:prstGeom prst="rect">
                <a:avLst/>
              </a:prstGeom>
              <a:blipFill>
                <a:blip r:embed="rId8"/>
                <a:stretch>
                  <a:fillRect b="-3125"/>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EE699041-2159-4B61-A151-2E743E97CB72}"/>
              </a:ext>
            </a:extLst>
          </p:cNvPr>
          <p:cNvSpPr txBox="1"/>
          <p:nvPr/>
        </p:nvSpPr>
        <p:spPr>
          <a:xfrm>
            <a:off x="4449864" y="3820732"/>
            <a:ext cx="1742953" cy="646331"/>
          </a:xfrm>
          <a:prstGeom prst="rect">
            <a:avLst/>
          </a:prstGeom>
        </p:spPr>
        <p:txBody>
          <a:bodyPr wrap="square" rtlCol="0">
            <a:spAutoFit/>
          </a:bodyPr>
          <a:lstStyle/>
          <a:p>
            <a:pPr algn="ctr"/>
            <a:r>
              <a:rPr lang="en-US" dirty="0"/>
              <a:t>Axial Velocity</a:t>
            </a:r>
            <a:br>
              <a:rPr lang="en-US" dirty="0"/>
            </a:br>
            <a:r>
              <a:rPr lang="en-US" dirty="0"/>
              <a:t>Lateral Force</a:t>
            </a:r>
          </a:p>
        </p:txBody>
      </p:sp>
    </p:spTree>
    <p:extLst>
      <p:ext uri="{BB962C8B-B14F-4D97-AF65-F5344CB8AC3E}">
        <p14:creationId xmlns:p14="http://schemas.microsoft.com/office/powerpoint/2010/main" val="3250112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CF7E3-78AB-4D7F-990D-D1A1F7CBAF40}"/>
              </a:ext>
            </a:extLst>
          </p:cNvPr>
          <p:cNvSpPr>
            <a:spLocks noGrp="1"/>
          </p:cNvSpPr>
          <p:nvPr>
            <p:ph type="title"/>
          </p:nvPr>
        </p:nvSpPr>
        <p:spPr/>
        <p:txBody>
          <a:bodyPr/>
          <a:lstStyle/>
          <a:p>
            <a:r>
              <a:rPr lang="en-US" dirty="0"/>
              <a:t>Force Regulation : Trajectory &amp; Control</a:t>
            </a:r>
          </a:p>
        </p:txBody>
      </p:sp>
      <p:sp>
        <p:nvSpPr>
          <p:cNvPr id="3" name="Date Placeholder 2">
            <a:extLst>
              <a:ext uri="{FF2B5EF4-FFF2-40B4-BE49-F238E27FC236}">
                <a16:creationId xmlns:a16="http://schemas.microsoft.com/office/drawing/2014/main" id="{BC2BDBA9-F23B-4D2D-99A4-D6D4897A6CDB}"/>
              </a:ext>
            </a:extLst>
          </p:cNvPr>
          <p:cNvSpPr>
            <a:spLocks noGrp="1"/>
          </p:cNvSpPr>
          <p:nvPr>
            <p:ph type="dt" sz="half"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93C8E"/>
                </a:solidFill>
                <a:effectLst/>
                <a:uLnTx/>
                <a:uFillTx/>
                <a:latin typeface="Helvetica Neue" panose="02000503000000020004" pitchFamily="2" charset="0"/>
              </a:rPr>
              <a:t>DD/MM/YYYY</a:t>
            </a:r>
          </a:p>
        </p:txBody>
      </p:sp>
      <p:sp>
        <p:nvSpPr>
          <p:cNvPr id="4" name="Footer Placeholder 3">
            <a:extLst>
              <a:ext uri="{FF2B5EF4-FFF2-40B4-BE49-F238E27FC236}">
                <a16:creationId xmlns:a16="http://schemas.microsoft.com/office/drawing/2014/main" id="{0688ED92-7DBD-4B1A-9680-F24EC3FC5647}"/>
              </a:ext>
            </a:extLst>
          </p:cNvPr>
          <p:cNvSpPr>
            <a:spLocks noGrp="1"/>
          </p:cNvSpPr>
          <p:nvPr>
            <p:ph type="ftr" sz="quarter" idx="1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tint val="75000"/>
                  </a:srgbClr>
                </a:solidFill>
                <a:effectLst/>
                <a:uLnTx/>
                <a:uFillTx/>
                <a:latin typeface="Arial" panose="020B0604020202020204"/>
                <a:ea typeface="+mn-ea"/>
              </a:rPr>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CE8C5628-641C-4BC7-861F-361720C3AAE6}"/>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04F4CF-F641-6E4E-8F87-8EB8AA2BFA51}" type="slidenum">
              <a:rPr kumimoji="0" lang="en-US" sz="800" b="0" i="0" u="none" strike="noStrike" kern="1200" cap="none" spc="0" normalizeH="0" baseline="0" noProof="0" smtClean="0">
                <a:ln>
                  <a:noFill/>
                </a:ln>
                <a:solidFill>
                  <a:srgbClr val="093C8E"/>
                </a:solidFill>
                <a:effectLst/>
                <a:uLnTx/>
                <a:uFillTx/>
                <a:latin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93C8E"/>
              </a:solidFill>
              <a:effectLst/>
              <a:uLnTx/>
              <a:uFillTx/>
              <a:latin typeface="Helvetica Neue" panose="02000503000000020004" pitchFamily="2" charset="0"/>
            </a:endParaRPr>
          </a:p>
        </p:txBody>
      </p:sp>
      <p:sp>
        <p:nvSpPr>
          <p:cNvPr id="6" name="Text Placeholder 5">
            <a:extLst>
              <a:ext uri="{FF2B5EF4-FFF2-40B4-BE49-F238E27FC236}">
                <a16:creationId xmlns:a16="http://schemas.microsoft.com/office/drawing/2014/main" id="{0CD156EF-8B16-4473-B816-BBE3231C31A8}"/>
              </a:ext>
            </a:extLst>
          </p:cNvPr>
          <p:cNvSpPr>
            <a:spLocks noGrp="1"/>
          </p:cNvSpPr>
          <p:nvPr>
            <p:ph type="body" sz="quarter" idx="10"/>
          </p:nvPr>
        </p:nvSpPr>
        <p:spPr/>
        <p:txBody>
          <a:bodyPr/>
          <a:lstStyle/>
          <a:p>
            <a:r>
              <a:rPr lang="en-US" dirty="0"/>
              <a:t>TAKEAWAY: How the first two pieces operate</a:t>
            </a:r>
          </a:p>
        </p:txBody>
      </p:sp>
      <p:grpSp>
        <p:nvGrpSpPr>
          <p:cNvPr id="74" name="Group 73">
            <a:extLst>
              <a:ext uri="{FF2B5EF4-FFF2-40B4-BE49-F238E27FC236}">
                <a16:creationId xmlns:a16="http://schemas.microsoft.com/office/drawing/2014/main" id="{BE958318-CE70-4D40-81FB-FFF2D6E902E3}"/>
              </a:ext>
            </a:extLst>
          </p:cNvPr>
          <p:cNvGrpSpPr/>
          <p:nvPr/>
        </p:nvGrpSpPr>
        <p:grpSpPr>
          <a:xfrm>
            <a:off x="389447" y="1372442"/>
            <a:ext cx="5515138" cy="3963772"/>
            <a:chOff x="429941" y="1487819"/>
            <a:chExt cx="5070424" cy="3644153"/>
          </a:xfrm>
        </p:grpSpPr>
        <p:grpSp>
          <p:nvGrpSpPr>
            <p:cNvPr id="7" name="Group 6">
              <a:extLst>
                <a:ext uri="{FF2B5EF4-FFF2-40B4-BE49-F238E27FC236}">
                  <a16:creationId xmlns:a16="http://schemas.microsoft.com/office/drawing/2014/main" id="{B57F482F-4F61-428C-A26C-A40BD62F2F91}"/>
                </a:ext>
              </a:extLst>
            </p:cNvPr>
            <p:cNvGrpSpPr/>
            <p:nvPr/>
          </p:nvGrpSpPr>
          <p:grpSpPr>
            <a:xfrm>
              <a:off x="1266829" y="1587683"/>
              <a:ext cx="4233536" cy="2570346"/>
              <a:chOff x="772670" y="1121059"/>
              <a:chExt cx="3713150" cy="2254399"/>
            </a:xfrm>
          </p:grpSpPr>
          <p:sp>
            <p:nvSpPr>
              <p:cNvPr id="8" name="TextBox 7">
                <a:extLst>
                  <a:ext uri="{FF2B5EF4-FFF2-40B4-BE49-F238E27FC236}">
                    <a16:creationId xmlns:a16="http://schemas.microsoft.com/office/drawing/2014/main" id="{598D41C0-EF3B-4993-94A2-3A114785341E}"/>
                  </a:ext>
                </a:extLst>
              </p:cNvPr>
              <p:cNvSpPr txBox="1"/>
              <p:nvPr/>
            </p:nvSpPr>
            <p:spPr>
              <a:xfrm>
                <a:off x="1728135" y="2750267"/>
                <a:ext cx="480856" cy="44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z</a:t>
                </a:r>
              </a:p>
            </p:txBody>
          </p:sp>
          <p:sp>
            <p:nvSpPr>
              <p:cNvPr id="9" name="TextBox 8">
                <a:extLst>
                  <a:ext uri="{FF2B5EF4-FFF2-40B4-BE49-F238E27FC236}">
                    <a16:creationId xmlns:a16="http://schemas.microsoft.com/office/drawing/2014/main" id="{E65A038A-6CB3-491F-9E08-E74214F4D03A}"/>
                  </a:ext>
                </a:extLst>
              </p:cNvPr>
              <p:cNvSpPr txBox="1"/>
              <p:nvPr/>
            </p:nvSpPr>
            <p:spPr>
              <a:xfrm>
                <a:off x="1446837" y="2335817"/>
                <a:ext cx="480856" cy="44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10" name="TextBox 9">
                <a:extLst>
                  <a:ext uri="{FF2B5EF4-FFF2-40B4-BE49-F238E27FC236}">
                    <a16:creationId xmlns:a16="http://schemas.microsoft.com/office/drawing/2014/main" id="{43C4D3ED-39BF-438F-8DBB-0DD8C07E1792}"/>
                  </a:ext>
                </a:extLst>
              </p:cNvPr>
              <p:cNvSpPr txBox="1"/>
              <p:nvPr/>
            </p:nvSpPr>
            <p:spPr>
              <a:xfrm>
                <a:off x="857929" y="2689585"/>
                <a:ext cx="480856" cy="44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a:t>
                </a:r>
              </a:p>
            </p:txBody>
          </p:sp>
          <p:sp>
            <p:nvSpPr>
              <p:cNvPr id="11" name="TextBox 10">
                <a:extLst>
                  <a:ext uri="{FF2B5EF4-FFF2-40B4-BE49-F238E27FC236}">
                    <a16:creationId xmlns:a16="http://schemas.microsoft.com/office/drawing/2014/main" id="{5EE2E6ED-049F-4054-B0B6-1EBDA3476349}"/>
                  </a:ext>
                </a:extLst>
              </p:cNvPr>
              <p:cNvSpPr txBox="1"/>
              <p:nvPr/>
            </p:nvSpPr>
            <p:spPr>
              <a:xfrm>
                <a:off x="772670" y="2155050"/>
                <a:ext cx="674166" cy="5668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Initial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Pose</a:t>
                </a:r>
              </a:p>
            </p:txBody>
          </p:sp>
          <p:cxnSp>
            <p:nvCxnSpPr>
              <p:cNvPr id="12" name="Straight Connector 11">
                <a:extLst>
                  <a:ext uri="{FF2B5EF4-FFF2-40B4-BE49-F238E27FC236}">
                    <a16:creationId xmlns:a16="http://schemas.microsoft.com/office/drawing/2014/main" id="{F44D5213-CD4A-487E-9550-95B98086F712}"/>
                  </a:ext>
                </a:extLst>
              </p:cNvPr>
              <p:cNvCxnSpPr>
                <a:cxnSpLocks/>
              </p:cNvCxnSpPr>
              <p:nvPr/>
            </p:nvCxnSpPr>
            <p:spPr bwMode="auto">
              <a:xfrm flipV="1">
                <a:off x="1446838" y="1776576"/>
                <a:ext cx="1958755" cy="1179060"/>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39C8FA7-DD4E-4E3E-B38D-9FC021EA1F90}"/>
                  </a:ext>
                </a:extLst>
              </p:cNvPr>
              <p:cNvSpPr txBox="1"/>
              <p:nvPr/>
            </p:nvSpPr>
            <p:spPr>
              <a:xfrm>
                <a:off x="3350118" y="1776566"/>
                <a:ext cx="11357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Nominal Goal Pose</a:t>
                </a:r>
              </a:p>
            </p:txBody>
          </p:sp>
          <p:grpSp>
            <p:nvGrpSpPr>
              <p:cNvPr id="14" name="Group 13">
                <a:extLst>
                  <a:ext uri="{FF2B5EF4-FFF2-40B4-BE49-F238E27FC236}">
                    <a16:creationId xmlns:a16="http://schemas.microsoft.com/office/drawing/2014/main" id="{B7D53946-31D6-4472-A462-7F5872EA0E94}"/>
                  </a:ext>
                </a:extLst>
              </p:cNvPr>
              <p:cNvGrpSpPr/>
              <p:nvPr/>
            </p:nvGrpSpPr>
            <p:grpSpPr>
              <a:xfrm>
                <a:off x="985200" y="2329049"/>
                <a:ext cx="851497" cy="655517"/>
                <a:chOff x="2862275" y="3074126"/>
                <a:chExt cx="1097280" cy="844731"/>
              </a:xfrm>
            </p:grpSpPr>
            <p:cxnSp>
              <p:nvCxnSpPr>
                <p:cNvPr id="24" name="Straight Arrow Connector 23">
                  <a:extLst>
                    <a:ext uri="{FF2B5EF4-FFF2-40B4-BE49-F238E27FC236}">
                      <a16:creationId xmlns:a16="http://schemas.microsoft.com/office/drawing/2014/main" id="{D817A5E2-80B8-4F86-9278-8FC4F829D193}"/>
                    </a:ext>
                  </a:extLst>
                </p:cNvPr>
                <p:cNvCxnSpPr>
                  <a:cxnSpLocks/>
                </p:cNvCxnSpPr>
                <p:nvPr/>
              </p:nvCxnSpPr>
              <p:spPr bwMode="auto">
                <a:xfrm flipV="1">
                  <a:off x="3428332"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DF8D97E1-8D3F-4FEC-91C2-2F5599D2B431}"/>
                    </a:ext>
                  </a:extLst>
                </p:cNvPr>
                <p:cNvCxnSpPr>
                  <a:cxnSpLocks/>
                </p:cNvCxnSpPr>
                <p:nvPr/>
              </p:nvCxnSpPr>
              <p:spPr bwMode="auto">
                <a:xfrm flipH="1" flipV="1">
                  <a:off x="2862275"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250287D4-DD3C-48A7-8C6C-2CBAD494583B}"/>
                    </a:ext>
                  </a:extLst>
                </p:cNvPr>
                <p:cNvCxnSpPr>
                  <a:cxnSpLocks/>
                </p:cNvCxnSpPr>
                <p:nvPr/>
              </p:nvCxnSpPr>
              <p:spPr bwMode="auto">
                <a:xfrm flipV="1">
                  <a:off x="3428332"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sp>
            <p:nvSpPr>
              <p:cNvPr id="15" name="TextBox 14">
                <a:extLst>
                  <a:ext uri="{FF2B5EF4-FFF2-40B4-BE49-F238E27FC236}">
                    <a16:creationId xmlns:a16="http://schemas.microsoft.com/office/drawing/2014/main" id="{FEE30986-5851-4E7E-AF71-0557741634D9}"/>
                  </a:ext>
                </a:extLst>
              </p:cNvPr>
              <p:cNvSpPr txBox="1"/>
              <p:nvPr/>
            </p:nvSpPr>
            <p:spPr>
              <a:xfrm>
                <a:off x="1093115" y="1797992"/>
                <a:ext cx="143953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Nominal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Trajectory</a:t>
                </a:r>
              </a:p>
            </p:txBody>
          </p:sp>
          <p:grpSp>
            <p:nvGrpSpPr>
              <p:cNvPr id="16" name="Group 15">
                <a:extLst>
                  <a:ext uri="{FF2B5EF4-FFF2-40B4-BE49-F238E27FC236}">
                    <a16:creationId xmlns:a16="http://schemas.microsoft.com/office/drawing/2014/main" id="{D0755794-2C52-47C6-970E-DF4ECBEDB049}"/>
                  </a:ext>
                </a:extLst>
              </p:cNvPr>
              <p:cNvGrpSpPr/>
              <p:nvPr/>
            </p:nvGrpSpPr>
            <p:grpSpPr>
              <a:xfrm>
                <a:off x="2966329" y="1121059"/>
                <a:ext cx="851497" cy="655517"/>
                <a:chOff x="2882537" y="3074126"/>
                <a:chExt cx="1097280" cy="844731"/>
              </a:xfrm>
            </p:grpSpPr>
            <p:cxnSp>
              <p:nvCxnSpPr>
                <p:cNvPr id="21" name="Straight Arrow Connector 20">
                  <a:extLst>
                    <a:ext uri="{FF2B5EF4-FFF2-40B4-BE49-F238E27FC236}">
                      <a16:creationId xmlns:a16="http://schemas.microsoft.com/office/drawing/2014/main" id="{999AB66F-85EE-4C6A-9AA4-528A1232202C}"/>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45874D67-DB19-4349-B618-A35C833B4759}"/>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E19B5DF7-4BAD-4F2D-A4A6-39E68A20D0C9}"/>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cxnSp>
            <p:nvCxnSpPr>
              <p:cNvPr id="17" name="Straight Connector 16">
                <a:extLst>
                  <a:ext uri="{FF2B5EF4-FFF2-40B4-BE49-F238E27FC236}">
                    <a16:creationId xmlns:a16="http://schemas.microsoft.com/office/drawing/2014/main" id="{F97CACAD-9568-42B8-823A-1AACA99F3A1A}"/>
                  </a:ext>
                </a:extLst>
              </p:cNvPr>
              <p:cNvCxnSpPr>
                <a:cxnSpLocks/>
              </p:cNvCxnSpPr>
              <p:nvPr/>
            </p:nvCxnSpPr>
            <p:spPr>
              <a:xfrm>
                <a:off x="1446837" y="2991654"/>
                <a:ext cx="594943" cy="38380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7A8B7EB-09D4-4B47-8A61-9FCD34399F80}"/>
                  </a:ext>
                </a:extLst>
              </p:cNvPr>
              <p:cNvCxnSpPr>
                <a:cxnSpLocks/>
              </p:cNvCxnSpPr>
              <p:nvPr/>
            </p:nvCxnSpPr>
            <p:spPr>
              <a:xfrm flipV="1">
                <a:off x="1772020" y="2446916"/>
                <a:ext cx="1206033" cy="767313"/>
              </a:xfrm>
              <a:prstGeom prst="line">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D92204A-1E4E-4261-BA5A-A306F4F2A344}"/>
                  </a:ext>
                </a:extLst>
              </p:cNvPr>
              <p:cNvCxnSpPr>
                <a:cxnSpLocks/>
              </p:cNvCxnSpPr>
              <p:nvPr/>
            </p:nvCxnSpPr>
            <p:spPr>
              <a:xfrm>
                <a:off x="2668857" y="2231005"/>
                <a:ext cx="594943" cy="383804"/>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358AED1-7D31-4827-95A2-DF617BCE915C}"/>
                      </a:ext>
                    </a:extLst>
                  </p:cNvPr>
                  <p:cNvSpPr txBox="1"/>
                  <p:nvPr/>
                </p:nvSpPr>
                <p:spPr>
                  <a:xfrm>
                    <a:off x="2339753" y="2778229"/>
                    <a:ext cx="371740" cy="374270"/>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𝑑</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B0F0"/>
                      </a:solidFill>
                      <a:effectLst/>
                      <a:uLnTx/>
                      <a:uFillTx/>
                      <a:latin typeface="Arial" panose="020B0604020202020204"/>
                      <a:ea typeface="+mn-ea"/>
                      <a:cs typeface="+mn-cs"/>
                    </a:endParaRPr>
                  </a:p>
                </p:txBody>
              </p:sp>
            </mc:Choice>
            <mc:Fallback xmlns="">
              <p:sp>
                <p:nvSpPr>
                  <p:cNvPr id="24" name="TextBox 23">
                    <a:extLst>
                      <a:ext uri="{FF2B5EF4-FFF2-40B4-BE49-F238E27FC236}">
                        <a16:creationId xmlns:a16="http://schemas.microsoft.com/office/drawing/2014/main" id="{D44AF6FF-74D8-4A46-BF64-3D6C0B0F03A4}"/>
                      </a:ext>
                    </a:extLst>
                  </p:cNvPr>
                  <p:cNvSpPr txBox="1">
                    <a:spLocks noRot="1" noChangeAspect="1" noMove="1" noResize="1" noEditPoints="1" noAdjustHandles="1" noChangeArrowheads="1" noChangeShapeType="1" noTextEdit="1"/>
                  </p:cNvSpPr>
                  <p:nvPr/>
                </p:nvSpPr>
                <p:spPr>
                  <a:xfrm>
                    <a:off x="2339753" y="2778229"/>
                    <a:ext cx="371740" cy="374270"/>
                  </a:xfrm>
                  <a:prstGeom prst="rect">
                    <a:avLst/>
                  </a:prstGeom>
                  <a:blipFill>
                    <a:blip r:embed="rId3"/>
                    <a:stretch>
                      <a:fillRect r="-47143"/>
                    </a:stretch>
                  </a:blipFill>
                </p:spPr>
                <p:txBody>
                  <a:bodyPr/>
                  <a:lstStyle/>
                  <a:p>
                    <a:r>
                      <a:rPr lang="en-US">
                        <a:noFill/>
                      </a:rPr>
                      <a:t> </a:t>
                    </a:r>
                  </a:p>
                </p:txBody>
              </p:sp>
            </mc:Fallback>
          </mc:AlternateContent>
        </p:grpSp>
        <p:pic>
          <p:nvPicPr>
            <p:cNvPr id="27" name="Picture 26">
              <a:extLst>
                <a:ext uri="{FF2B5EF4-FFF2-40B4-BE49-F238E27FC236}">
                  <a16:creationId xmlns:a16="http://schemas.microsoft.com/office/drawing/2014/main" id="{A62EF4FE-6E5C-4457-A31A-1B9A1D075AE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tretch>
              <a:fillRect/>
            </a:stretch>
          </p:blipFill>
          <p:spPr>
            <a:xfrm>
              <a:off x="512813" y="3641930"/>
              <a:ext cx="1539468" cy="1291356"/>
            </a:xfrm>
            <a:prstGeom prst="rect">
              <a:avLst/>
            </a:prstGeom>
          </p:spPr>
        </p:pic>
        <p:sp>
          <p:nvSpPr>
            <p:cNvPr id="72" name="Rectangle 71">
              <a:extLst>
                <a:ext uri="{FF2B5EF4-FFF2-40B4-BE49-F238E27FC236}">
                  <a16:creationId xmlns:a16="http://schemas.microsoft.com/office/drawing/2014/main" id="{BCAE9BDD-641A-4B28-BEE7-F0E3B18F09C3}"/>
                </a:ext>
              </a:extLst>
            </p:cNvPr>
            <p:cNvSpPr/>
            <p:nvPr/>
          </p:nvSpPr>
          <p:spPr>
            <a:xfrm>
              <a:off x="429941" y="1487819"/>
              <a:ext cx="4872794" cy="3644153"/>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76" name="TextBox 75">
            <a:extLst>
              <a:ext uri="{FF2B5EF4-FFF2-40B4-BE49-F238E27FC236}">
                <a16:creationId xmlns:a16="http://schemas.microsoft.com/office/drawing/2014/main" id="{8B25D952-526B-4965-A7D4-9A71BFEF8C02}"/>
              </a:ext>
            </a:extLst>
          </p:cNvPr>
          <p:cNvSpPr txBox="1"/>
          <p:nvPr/>
        </p:nvSpPr>
        <p:spPr>
          <a:xfrm>
            <a:off x="239766" y="5389948"/>
            <a:ext cx="5676463" cy="1015663"/>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Until we make contact, the nominal trajectory behaves much like a heritage “Cartesian” tool frame motion controller with a trapezoidal profile</a:t>
            </a:r>
          </a:p>
        </p:txBody>
      </p:sp>
      <p:sp>
        <p:nvSpPr>
          <p:cNvPr id="77" name="TextBox 76">
            <a:extLst>
              <a:ext uri="{FF2B5EF4-FFF2-40B4-BE49-F238E27FC236}">
                <a16:creationId xmlns:a16="http://schemas.microsoft.com/office/drawing/2014/main" id="{E6381B94-00A7-41F4-8824-84344E649F35}"/>
              </a:ext>
            </a:extLst>
          </p:cNvPr>
          <p:cNvSpPr txBox="1"/>
          <p:nvPr/>
        </p:nvSpPr>
        <p:spPr>
          <a:xfrm>
            <a:off x="6392183" y="5376541"/>
            <a:ext cx="5357448" cy="1015663"/>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Once we experience a force, the virtual nominal trajectory marches forward while the commanded position deflects like an RCCM</a:t>
            </a:r>
          </a:p>
        </p:txBody>
      </p:sp>
      <p:cxnSp>
        <p:nvCxnSpPr>
          <p:cNvPr id="78" name="Straight Arrow Connector 77">
            <a:extLst>
              <a:ext uri="{FF2B5EF4-FFF2-40B4-BE49-F238E27FC236}">
                <a16:creationId xmlns:a16="http://schemas.microsoft.com/office/drawing/2014/main" id="{4180DAE1-3576-442E-AE5C-E526F0EF4D76}"/>
              </a:ext>
            </a:extLst>
          </p:cNvPr>
          <p:cNvCxnSpPr>
            <a:cxnSpLocks/>
          </p:cNvCxnSpPr>
          <p:nvPr/>
        </p:nvCxnSpPr>
        <p:spPr bwMode="auto">
          <a:xfrm flipV="1">
            <a:off x="3648682" y="2211116"/>
            <a:ext cx="0" cy="646622"/>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a:extLst>
              <a:ext uri="{FF2B5EF4-FFF2-40B4-BE49-F238E27FC236}">
                <a16:creationId xmlns:a16="http://schemas.microsoft.com/office/drawing/2014/main" id="{8B6791AF-4915-44B1-B24B-42069E10A8B2}"/>
              </a:ext>
            </a:extLst>
          </p:cNvPr>
          <p:cNvCxnSpPr>
            <a:cxnSpLocks/>
          </p:cNvCxnSpPr>
          <p:nvPr/>
        </p:nvCxnSpPr>
        <p:spPr bwMode="auto">
          <a:xfrm flipH="1" flipV="1">
            <a:off x="3215378" y="2591090"/>
            <a:ext cx="433304" cy="26664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a:extLst>
              <a:ext uri="{FF2B5EF4-FFF2-40B4-BE49-F238E27FC236}">
                <a16:creationId xmlns:a16="http://schemas.microsoft.com/office/drawing/2014/main" id="{10F6E779-A21D-470D-9CB3-66B860AE1076}"/>
              </a:ext>
            </a:extLst>
          </p:cNvPr>
          <p:cNvCxnSpPr>
            <a:cxnSpLocks/>
          </p:cNvCxnSpPr>
          <p:nvPr/>
        </p:nvCxnSpPr>
        <p:spPr bwMode="auto">
          <a:xfrm flipV="1">
            <a:off x="3648682" y="2591090"/>
            <a:ext cx="406639" cy="266648"/>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A5FD1AE1-8383-41D5-93EF-C8245CCD0903}"/>
                  </a:ext>
                </a:extLst>
              </p:cNvPr>
              <p:cNvSpPr txBox="1"/>
              <p:nvPr/>
            </p:nvSpPr>
            <p:spPr>
              <a:xfrm>
                <a:off x="3455567" y="2628735"/>
                <a:ext cx="1427109"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81" name="TextBox 80">
                <a:extLst>
                  <a:ext uri="{FF2B5EF4-FFF2-40B4-BE49-F238E27FC236}">
                    <a16:creationId xmlns:a16="http://schemas.microsoft.com/office/drawing/2014/main" id="{A5FD1AE1-8383-41D5-93EF-C8245CCD0903}"/>
                  </a:ext>
                </a:extLst>
              </p:cNvPr>
              <p:cNvSpPr txBox="1">
                <a:spLocks noRot="1" noChangeAspect="1" noMove="1" noResize="1" noEditPoints="1" noAdjustHandles="1" noChangeArrowheads="1" noChangeShapeType="1" noTextEdit="1"/>
              </p:cNvSpPr>
              <p:nvPr/>
            </p:nvSpPr>
            <p:spPr>
              <a:xfrm>
                <a:off x="3455567" y="2628735"/>
                <a:ext cx="1427109" cy="427336"/>
              </a:xfrm>
              <a:prstGeom prst="rect">
                <a:avLst/>
              </a:prstGeom>
              <a:blipFill>
                <a:blip r:embed="rId12"/>
                <a:stretch>
                  <a:fillRect b="-8571"/>
                </a:stretch>
              </a:blipFill>
            </p:spPr>
            <p:txBody>
              <a:bodyPr/>
              <a:lstStyle/>
              <a:p>
                <a:r>
                  <a:rPr lang="en-US">
                    <a:noFill/>
                  </a:rPr>
                  <a:t> </a:t>
                </a:r>
              </a:p>
            </p:txBody>
          </p:sp>
        </mc:Fallback>
      </mc:AlternateContent>
      <p:pic>
        <p:nvPicPr>
          <p:cNvPr id="82" name="Picture 2" descr="https://www.mathworks.com/help/examples/robotics/win64/DesignATrajectoryWithVelocityLimitsUsingTrapVelTrajExample_03.png">
            <a:extLst>
              <a:ext uri="{FF2B5EF4-FFF2-40B4-BE49-F238E27FC236}">
                <a16:creationId xmlns:a16="http://schemas.microsoft.com/office/drawing/2014/main" id="{9B3D074F-CE69-47D2-B4A6-F3EC6F96732E}"/>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5210" t="13323" r="18311" b="58740"/>
          <a:stretch/>
        </p:blipFill>
        <p:spPr bwMode="auto">
          <a:xfrm>
            <a:off x="2929386" y="4283228"/>
            <a:ext cx="2540997" cy="98111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1F2C78EC-D36A-4140-91A1-D8A24B9163A7}"/>
                  </a:ext>
                </a:extLst>
              </p:cNvPr>
              <p:cNvSpPr txBox="1"/>
              <p:nvPr/>
            </p:nvSpPr>
            <p:spPr>
              <a:xfrm>
                <a:off x="2442164" y="4529701"/>
                <a:ext cx="461012" cy="46414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𝑑</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srgbClr val="00B0F0"/>
                  </a:solidFill>
                  <a:effectLst/>
                  <a:uLnTx/>
                  <a:uFillTx/>
                  <a:latin typeface="Arial" panose="020B0604020202020204"/>
                  <a:ea typeface="+mn-ea"/>
                  <a:cs typeface="+mn-cs"/>
                </a:endParaRPr>
              </a:p>
            </p:txBody>
          </p:sp>
        </mc:Choice>
        <mc:Fallback xmlns="">
          <p:sp>
            <p:nvSpPr>
              <p:cNvPr id="83" name="TextBox 82">
                <a:extLst>
                  <a:ext uri="{FF2B5EF4-FFF2-40B4-BE49-F238E27FC236}">
                    <a16:creationId xmlns:a16="http://schemas.microsoft.com/office/drawing/2014/main" id="{1F2C78EC-D36A-4140-91A1-D8A24B9163A7}"/>
                  </a:ext>
                </a:extLst>
              </p:cNvPr>
              <p:cNvSpPr txBox="1">
                <a:spLocks noRot="1" noChangeAspect="1" noMove="1" noResize="1" noEditPoints="1" noAdjustHandles="1" noChangeArrowheads="1" noChangeShapeType="1" noTextEdit="1"/>
              </p:cNvSpPr>
              <p:nvPr/>
            </p:nvSpPr>
            <p:spPr>
              <a:xfrm>
                <a:off x="2442164" y="4529701"/>
                <a:ext cx="461012" cy="464149"/>
              </a:xfrm>
              <a:prstGeom prst="rect">
                <a:avLst/>
              </a:prstGeom>
              <a:blipFill>
                <a:blip r:embed="rId14"/>
                <a:stretch>
                  <a:fillRect r="-37333"/>
                </a:stretch>
              </a:blipFill>
            </p:spPr>
            <p:txBody>
              <a:bodyPr/>
              <a:lstStyle/>
              <a:p>
                <a:r>
                  <a:rPr lang="en-US">
                    <a:noFill/>
                  </a:rPr>
                  <a:t> </a:t>
                </a:r>
              </a:p>
            </p:txBody>
          </p:sp>
        </mc:Fallback>
      </mc:AlternateContent>
      <p:sp>
        <p:nvSpPr>
          <p:cNvPr id="84" name="TextBox 83">
            <a:extLst>
              <a:ext uri="{FF2B5EF4-FFF2-40B4-BE49-F238E27FC236}">
                <a16:creationId xmlns:a16="http://schemas.microsoft.com/office/drawing/2014/main" id="{2E75DD8F-3670-49F4-B5F8-1D31F7B266F1}"/>
              </a:ext>
            </a:extLst>
          </p:cNvPr>
          <p:cNvSpPr txBox="1"/>
          <p:nvPr/>
        </p:nvSpPr>
        <p:spPr>
          <a:xfrm>
            <a:off x="4928623" y="4820846"/>
            <a:ext cx="70539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Time </a:t>
            </a:r>
          </a:p>
        </p:txBody>
      </p:sp>
      <p:sp>
        <p:nvSpPr>
          <p:cNvPr id="90" name="Rectangle 89">
            <a:extLst>
              <a:ext uri="{FF2B5EF4-FFF2-40B4-BE49-F238E27FC236}">
                <a16:creationId xmlns:a16="http://schemas.microsoft.com/office/drawing/2014/main" id="{B76C5F92-63ED-4929-B25B-1ADE2C91B7A6}"/>
              </a:ext>
            </a:extLst>
          </p:cNvPr>
          <p:cNvSpPr/>
          <p:nvPr/>
        </p:nvSpPr>
        <p:spPr>
          <a:xfrm>
            <a:off x="6839338" y="1372442"/>
            <a:ext cx="4574499" cy="3963772"/>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1" name="TextBox 90">
            <a:extLst>
              <a:ext uri="{FF2B5EF4-FFF2-40B4-BE49-F238E27FC236}">
                <a16:creationId xmlns:a16="http://schemas.microsoft.com/office/drawing/2014/main" id="{CA9B5F5E-2E67-42C9-89E1-04B33E8D06D4}"/>
              </a:ext>
            </a:extLst>
          </p:cNvPr>
          <p:cNvSpPr txBox="1"/>
          <p:nvPr/>
        </p:nvSpPr>
        <p:spPr>
          <a:xfrm>
            <a:off x="7260067" y="2916435"/>
            <a:ext cx="787218" cy="646331"/>
          </a:xfrm>
          <a:prstGeom prst="rect">
            <a:avLst/>
          </a:prstGeom>
        </p:spPr>
        <p:txBody>
          <a:bodyPr wrap="square" rtlCol="0">
            <a:spAutoFit/>
          </a:bodyPr>
          <a:lstStyle/>
          <a:p>
            <a:pPr algn="ctr"/>
            <a:r>
              <a:rPr lang="en-US" dirty="0"/>
              <a:t>Initial Pose</a:t>
            </a:r>
          </a:p>
        </p:txBody>
      </p:sp>
      <p:sp>
        <p:nvSpPr>
          <p:cNvPr id="92" name="TextBox 91">
            <a:extLst>
              <a:ext uri="{FF2B5EF4-FFF2-40B4-BE49-F238E27FC236}">
                <a16:creationId xmlns:a16="http://schemas.microsoft.com/office/drawing/2014/main" id="{9ED96030-0DAF-48E9-B194-F98B7A53132C}"/>
              </a:ext>
            </a:extLst>
          </p:cNvPr>
          <p:cNvSpPr txBox="1"/>
          <p:nvPr/>
        </p:nvSpPr>
        <p:spPr>
          <a:xfrm>
            <a:off x="9363259" y="1459851"/>
            <a:ext cx="1387953" cy="646331"/>
          </a:xfrm>
          <a:prstGeom prst="rect">
            <a:avLst/>
          </a:prstGeom>
        </p:spPr>
        <p:txBody>
          <a:bodyPr wrap="square" rtlCol="0">
            <a:spAutoFit/>
          </a:bodyPr>
          <a:lstStyle/>
          <a:p>
            <a:pPr algn="ctr"/>
            <a:r>
              <a:rPr lang="en-US" dirty="0"/>
              <a:t>Nominal Goal Pose</a:t>
            </a:r>
          </a:p>
        </p:txBody>
      </p:sp>
      <p:cxnSp>
        <p:nvCxnSpPr>
          <p:cNvPr id="93" name="Straight Connector 92">
            <a:extLst>
              <a:ext uri="{FF2B5EF4-FFF2-40B4-BE49-F238E27FC236}">
                <a16:creationId xmlns:a16="http://schemas.microsoft.com/office/drawing/2014/main" id="{B42598FF-9757-4558-9C43-F16E865C8DF6}"/>
              </a:ext>
            </a:extLst>
          </p:cNvPr>
          <p:cNvCxnSpPr>
            <a:cxnSpLocks/>
          </p:cNvCxnSpPr>
          <p:nvPr/>
        </p:nvCxnSpPr>
        <p:spPr bwMode="auto">
          <a:xfrm flipV="1">
            <a:off x="8229560" y="2482930"/>
            <a:ext cx="2413649" cy="1452017"/>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94" name="Group 93">
            <a:extLst>
              <a:ext uri="{FF2B5EF4-FFF2-40B4-BE49-F238E27FC236}">
                <a16:creationId xmlns:a16="http://schemas.microsoft.com/office/drawing/2014/main" id="{A57F5EEE-5966-497A-BEB3-DC02150076C7}"/>
              </a:ext>
            </a:extLst>
          </p:cNvPr>
          <p:cNvGrpSpPr/>
          <p:nvPr/>
        </p:nvGrpSpPr>
        <p:grpSpPr>
          <a:xfrm>
            <a:off x="10057236" y="1550074"/>
            <a:ext cx="1171945" cy="902211"/>
            <a:chOff x="2882537" y="3074126"/>
            <a:chExt cx="1097280" cy="844731"/>
          </a:xfrm>
        </p:grpSpPr>
        <p:cxnSp>
          <p:nvCxnSpPr>
            <p:cNvPr id="95" name="Straight Arrow Connector 94">
              <a:extLst>
                <a:ext uri="{FF2B5EF4-FFF2-40B4-BE49-F238E27FC236}">
                  <a16:creationId xmlns:a16="http://schemas.microsoft.com/office/drawing/2014/main" id="{E906AE4F-E86A-4EF9-ACFA-097FFAD75ABE}"/>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6" name="Straight Arrow Connector 95">
              <a:extLst>
                <a:ext uri="{FF2B5EF4-FFF2-40B4-BE49-F238E27FC236}">
                  <a16:creationId xmlns:a16="http://schemas.microsoft.com/office/drawing/2014/main" id="{D19E960F-CC2F-43FF-A0F3-8E90644CC975}"/>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7" name="Straight Arrow Connector 96">
              <a:extLst>
                <a:ext uri="{FF2B5EF4-FFF2-40B4-BE49-F238E27FC236}">
                  <a16:creationId xmlns:a16="http://schemas.microsoft.com/office/drawing/2014/main" id="{D59ADAAC-9F52-4338-9DDC-7883FD6B69DE}"/>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98" name="Group 97">
            <a:extLst>
              <a:ext uri="{FF2B5EF4-FFF2-40B4-BE49-F238E27FC236}">
                <a16:creationId xmlns:a16="http://schemas.microsoft.com/office/drawing/2014/main" id="{DA6E96A0-D725-4C82-924E-1B019C38F880}"/>
              </a:ext>
            </a:extLst>
          </p:cNvPr>
          <p:cNvGrpSpPr/>
          <p:nvPr/>
        </p:nvGrpSpPr>
        <p:grpSpPr>
          <a:xfrm>
            <a:off x="7624985" y="3063381"/>
            <a:ext cx="1171945" cy="902211"/>
            <a:chOff x="2882537" y="3074126"/>
            <a:chExt cx="1097280" cy="844731"/>
          </a:xfrm>
        </p:grpSpPr>
        <p:cxnSp>
          <p:nvCxnSpPr>
            <p:cNvPr id="99" name="Straight Arrow Connector 98">
              <a:extLst>
                <a:ext uri="{FF2B5EF4-FFF2-40B4-BE49-F238E27FC236}">
                  <a16:creationId xmlns:a16="http://schemas.microsoft.com/office/drawing/2014/main" id="{65FB1008-5611-4C90-A810-CED8E411D15F}"/>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a:extLst>
                <a:ext uri="{FF2B5EF4-FFF2-40B4-BE49-F238E27FC236}">
                  <a16:creationId xmlns:a16="http://schemas.microsoft.com/office/drawing/2014/main" id="{D95F5AA2-8172-41FC-8C3C-70DE74B49C51}"/>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a:extLst>
                <a:ext uri="{FF2B5EF4-FFF2-40B4-BE49-F238E27FC236}">
                  <a16:creationId xmlns:a16="http://schemas.microsoft.com/office/drawing/2014/main" id="{F4B080C5-49B2-4483-A47C-CFF9C78970B9}"/>
                </a:ext>
              </a:extLst>
            </p:cNvPr>
            <p:cNvCxnSpPr>
              <a:cxnSpLocks/>
            </p:cNvCxnSpPr>
            <p:nvPr/>
          </p:nvCxnSpPr>
          <p:spPr bwMode="auto">
            <a:xfrm flipV="1">
              <a:off x="3422609" y="3570515"/>
              <a:ext cx="557208" cy="34834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102" name="Group 101">
            <a:extLst>
              <a:ext uri="{FF2B5EF4-FFF2-40B4-BE49-F238E27FC236}">
                <a16:creationId xmlns:a16="http://schemas.microsoft.com/office/drawing/2014/main" id="{9F247729-775E-4016-A26D-54C0EEE3D468}"/>
              </a:ext>
            </a:extLst>
          </p:cNvPr>
          <p:cNvGrpSpPr/>
          <p:nvPr/>
        </p:nvGrpSpPr>
        <p:grpSpPr>
          <a:xfrm>
            <a:off x="9135898" y="2494327"/>
            <a:ext cx="839943" cy="646623"/>
            <a:chOff x="2882537" y="3074126"/>
            <a:chExt cx="1097280" cy="844731"/>
          </a:xfrm>
        </p:grpSpPr>
        <p:cxnSp>
          <p:nvCxnSpPr>
            <p:cNvPr id="103" name="Straight Arrow Connector 102">
              <a:extLst>
                <a:ext uri="{FF2B5EF4-FFF2-40B4-BE49-F238E27FC236}">
                  <a16:creationId xmlns:a16="http://schemas.microsoft.com/office/drawing/2014/main" id="{BEA3240C-1B35-479A-A511-71873D6B02CB}"/>
                </a:ext>
              </a:extLst>
            </p:cNvPr>
            <p:cNvCxnSpPr>
              <a:cxnSpLocks/>
            </p:cNvCxnSpPr>
            <p:nvPr/>
          </p:nvCxnSpPr>
          <p:spPr bwMode="auto">
            <a:xfrm flipV="1">
              <a:off x="3448594" y="3074126"/>
              <a:ext cx="0" cy="844731"/>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C7852FA0-826D-4153-AD78-3EE375308721}"/>
                </a:ext>
              </a:extLst>
            </p:cNvPr>
            <p:cNvCxnSpPr>
              <a:cxnSpLocks/>
            </p:cNvCxnSpPr>
            <p:nvPr/>
          </p:nvCxnSpPr>
          <p:spPr bwMode="auto">
            <a:xfrm flipH="1" flipV="1">
              <a:off x="2882537" y="3570514"/>
              <a:ext cx="566057"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a:extLst>
                <a:ext uri="{FF2B5EF4-FFF2-40B4-BE49-F238E27FC236}">
                  <a16:creationId xmlns:a16="http://schemas.microsoft.com/office/drawing/2014/main" id="{D2E1591F-B7D8-46EE-8A05-AC6231585751}"/>
                </a:ext>
              </a:extLst>
            </p:cNvPr>
            <p:cNvCxnSpPr>
              <a:cxnSpLocks/>
            </p:cNvCxnSpPr>
            <p:nvPr/>
          </p:nvCxnSpPr>
          <p:spPr bwMode="auto">
            <a:xfrm flipV="1">
              <a:off x="3448594" y="3570514"/>
              <a:ext cx="531223"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6AAE29A0-D4B3-4134-B38B-455C588CC43E}"/>
                  </a:ext>
                </a:extLst>
              </p:cNvPr>
              <p:cNvSpPr txBox="1"/>
              <p:nvPr/>
            </p:nvSpPr>
            <p:spPr>
              <a:xfrm>
                <a:off x="8366013" y="2357446"/>
                <a:ext cx="1427109"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106" name="TextBox 105">
                <a:extLst>
                  <a:ext uri="{FF2B5EF4-FFF2-40B4-BE49-F238E27FC236}">
                    <a16:creationId xmlns:a16="http://schemas.microsoft.com/office/drawing/2014/main" id="{6AAE29A0-D4B3-4134-B38B-455C588CC43E}"/>
                  </a:ext>
                </a:extLst>
              </p:cNvPr>
              <p:cNvSpPr txBox="1">
                <a:spLocks noRot="1" noChangeAspect="1" noMove="1" noResize="1" noEditPoints="1" noAdjustHandles="1" noChangeArrowheads="1" noChangeShapeType="1" noTextEdit="1"/>
              </p:cNvSpPr>
              <p:nvPr/>
            </p:nvSpPr>
            <p:spPr>
              <a:xfrm>
                <a:off x="8366013" y="2357446"/>
                <a:ext cx="1427109" cy="427336"/>
              </a:xfrm>
              <a:prstGeom prst="rect">
                <a:avLst/>
              </a:prstGeom>
              <a:blipFill>
                <a:blip r:embed="rId15"/>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8FAE25E8-6ED4-4399-ABA9-B13A5B735B56}"/>
                  </a:ext>
                </a:extLst>
              </p:cNvPr>
              <p:cNvSpPr txBox="1"/>
              <p:nvPr/>
            </p:nvSpPr>
            <p:spPr>
              <a:xfrm>
                <a:off x="8715655" y="3768299"/>
                <a:ext cx="132662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𝑠𝑒𝑛𝑠𝑒</m:t>
                          </m:r>
                        </m:sub>
                      </m:sSub>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7030A0"/>
                  </a:solidFill>
                  <a:effectLst/>
                  <a:uLnTx/>
                  <a:uFillTx/>
                  <a:latin typeface="Calibri"/>
                  <a:ea typeface="+mn-ea"/>
                  <a:cs typeface="+mn-cs"/>
                </a:endParaRPr>
              </a:p>
            </p:txBody>
          </p:sp>
        </mc:Choice>
        <mc:Fallback xmlns="">
          <p:sp>
            <p:nvSpPr>
              <p:cNvPr id="107" name="TextBox 106">
                <a:extLst>
                  <a:ext uri="{FF2B5EF4-FFF2-40B4-BE49-F238E27FC236}">
                    <a16:creationId xmlns:a16="http://schemas.microsoft.com/office/drawing/2014/main" id="{8FAE25E8-6ED4-4399-ABA9-B13A5B735B56}"/>
                  </a:ext>
                </a:extLst>
              </p:cNvPr>
              <p:cNvSpPr txBox="1">
                <a:spLocks noRot="1" noChangeAspect="1" noMove="1" noResize="1" noEditPoints="1" noAdjustHandles="1" noChangeArrowheads="1" noChangeShapeType="1" noTextEdit="1"/>
              </p:cNvSpPr>
              <p:nvPr/>
            </p:nvSpPr>
            <p:spPr>
              <a:xfrm>
                <a:off x="8715655" y="3768299"/>
                <a:ext cx="1326622" cy="400110"/>
              </a:xfrm>
              <a:prstGeom prst="rect">
                <a:avLst/>
              </a:prstGeom>
              <a:blipFill>
                <a:blip r:embed="rId16"/>
                <a:stretch>
                  <a:fillRect b="-15152"/>
                </a:stretch>
              </a:blipFill>
            </p:spPr>
            <p:txBody>
              <a:bodyPr/>
              <a:lstStyle/>
              <a:p>
                <a:r>
                  <a:rPr lang="en-US">
                    <a:noFill/>
                  </a:rPr>
                  <a:t> </a:t>
                </a:r>
              </a:p>
            </p:txBody>
          </p:sp>
        </mc:Fallback>
      </mc:AlternateContent>
      <p:sp>
        <p:nvSpPr>
          <p:cNvPr id="108" name="Arrow: Right 107">
            <a:extLst>
              <a:ext uri="{FF2B5EF4-FFF2-40B4-BE49-F238E27FC236}">
                <a16:creationId xmlns:a16="http://schemas.microsoft.com/office/drawing/2014/main" id="{83AE85CB-5157-4DCE-A317-58A337CFD594}"/>
              </a:ext>
            </a:extLst>
          </p:cNvPr>
          <p:cNvSpPr/>
          <p:nvPr/>
        </p:nvSpPr>
        <p:spPr bwMode="auto">
          <a:xfrm rot="14144236">
            <a:off x="9413404" y="3209484"/>
            <a:ext cx="759434" cy="484901"/>
          </a:xfrm>
          <a:prstGeom prst="rightArrow">
            <a:avLst/>
          </a:prstGeom>
          <a:solidFill>
            <a:srgbClr val="7030A0"/>
          </a:solid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109" name="Rectangle 108">
                <a:extLst>
                  <a:ext uri="{FF2B5EF4-FFF2-40B4-BE49-F238E27FC236}">
                    <a16:creationId xmlns:a16="http://schemas.microsoft.com/office/drawing/2014/main" id="{09A1E468-8898-4639-9D7D-232B962A7052}"/>
                  </a:ext>
                </a:extLst>
              </p:cNvPr>
              <p:cNvSpPr/>
              <p:nvPr/>
            </p:nvSpPr>
            <p:spPr>
              <a:xfrm>
                <a:off x="7735876" y="4710000"/>
                <a:ext cx="3544625"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𝐹</m:t>
                          </m:r>
                        </m:e>
                        <m:sub>
                          <m:r>
                            <a:rPr kumimoji="0" lang="en-US" sz="24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𝑑𝑒𝑠𝑖𝑟𝑒𝑑</m:t>
                          </m:r>
                        </m:sub>
                      </m:s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2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𝑠𝑒𝑛𝑠𝑒</m:t>
                          </m:r>
                        </m:sub>
                      </m:s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chemeClr val="accent5"/>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chemeClr val="accent5"/>
                              </a:solidFill>
                              <a:effectLst/>
                              <a:uLnTx/>
                              <a:uFillTx/>
                              <a:latin typeface="Cambria Math" panose="02040503050406030204" pitchFamily="18" charset="0"/>
                              <a:ea typeface="+mn-ea"/>
                              <a:cs typeface="+mn-cs"/>
                            </a:rPr>
                            <m:t>𝐹</m:t>
                          </m:r>
                        </m:e>
                        <m:sub>
                          <m:r>
                            <a:rPr kumimoji="0" lang="en-US" sz="2400" b="0" i="1" u="none" strike="noStrike" kern="1200" cap="none" spc="0" normalizeH="0" baseline="0" noProof="0" smtClean="0">
                              <a:ln>
                                <a:noFill/>
                              </a:ln>
                              <a:solidFill>
                                <a:schemeClr val="accent5"/>
                              </a:solidFill>
                              <a:effectLst/>
                              <a:uLnTx/>
                              <a:uFillTx/>
                              <a:latin typeface="Cambria Math" panose="02040503050406030204" pitchFamily="18" charset="0"/>
                              <a:ea typeface="+mn-ea"/>
                              <a:cs typeface="+mn-cs"/>
                            </a:rPr>
                            <m:t>𝑒𝑟𝑟𝑜𝑟</m:t>
                          </m:r>
                        </m:sub>
                      </m:sSub>
                    </m:oMath>
                  </m:oMathPara>
                </a14:m>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109" name="Rectangle 108">
                <a:extLst>
                  <a:ext uri="{FF2B5EF4-FFF2-40B4-BE49-F238E27FC236}">
                    <a16:creationId xmlns:a16="http://schemas.microsoft.com/office/drawing/2014/main" id="{09A1E468-8898-4639-9D7D-232B962A7052}"/>
                  </a:ext>
                </a:extLst>
              </p:cNvPr>
              <p:cNvSpPr>
                <a:spLocks noRot="1" noChangeAspect="1" noMove="1" noResize="1" noEditPoints="1" noAdjustHandles="1" noChangeArrowheads="1" noChangeShapeType="1" noTextEdit="1"/>
              </p:cNvSpPr>
              <p:nvPr/>
            </p:nvSpPr>
            <p:spPr>
              <a:xfrm>
                <a:off x="7735876" y="4710000"/>
                <a:ext cx="3544625" cy="461665"/>
              </a:xfrm>
              <a:prstGeom prst="rect">
                <a:avLst/>
              </a:prstGeom>
              <a:blipFill>
                <a:blip r:embed="rId17"/>
                <a:stretch>
                  <a:fillRect b="-2667"/>
                </a:stretch>
              </a:blipFill>
            </p:spPr>
            <p:txBody>
              <a:bodyPr/>
              <a:lstStyle/>
              <a:p>
                <a:r>
                  <a:rPr lang="en-US">
                    <a:noFill/>
                  </a:rPr>
                  <a:t> </a:t>
                </a:r>
              </a:p>
            </p:txBody>
          </p:sp>
        </mc:Fallback>
      </mc:AlternateContent>
      <p:pic>
        <p:nvPicPr>
          <p:cNvPr id="110" name="Picture 109">
            <a:extLst>
              <a:ext uri="{FF2B5EF4-FFF2-40B4-BE49-F238E27FC236}">
                <a16:creationId xmlns:a16="http://schemas.microsoft.com/office/drawing/2014/main" id="{B921590C-C251-456C-9D82-E2D0724476A4}"/>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rcRect l="21112" b="7395"/>
          <a:stretch/>
        </p:blipFill>
        <p:spPr>
          <a:xfrm>
            <a:off x="6919155" y="3909578"/>
            <a:ext cx="1362661" cy="1341780"/>
          </a:xfrm>
          <a:prstGeom prst="rect">
            <a:avLst/>
          </a:prstGeom>
        </p:spPr>
      </p:pic>
      <p:sp>
        <p:nvSpPr>
          <p:cNvPr id="111" name="TextBox 110">
            <a:extLst>
              <a:ext uri="{FF2B5EF4-FFF2-40B4-BE49-F238E27FC236}">
                <a16:creationId xmlns:a16="http://schemas.microsoft.com/office/drawing/2014/main" id="{ACAE92F5-6FEB-4628-9B0F-A62EC7033EC7}"/>
              </a:ext>
            </a:extLst>
          </p:cNvPr>
          <p:cNvSpPr txBox="1"/>
          <p:nvPr/>
        </p:nvSpPr>
        <p:spPr>
          <a:xfrm>
            <a:off x="8104654" y="4361366"/>
            <a:ext cx="28408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Closed loop force controller:</a:t>
            </a:r>
          </a:p>
        </p:txBody>
      </p:sp>
      <p:sp>
        <p:nvSpPr>
          <p:cNvPr id="112" name="Arrow: Right 111">
            <a:extLst>
              <a:ext uri="{FF2B5EF4-FFF2-40B4-BE49-F238E27FC236}">
                <a16:creationId xmlns:a16="http://schemas.microsoft.com/office/drawing/2014/main" id="{3683C0A8-44DA-41F8-B246-CBBBB0FDA806}"/>
              </a:ext>
            </a:extLst>
          </p:cNvPr>
          <p:cNvSpPr/>
          <p:nvPr/>
        </p:nvSpPr>
        <p:spPr bwMode="auto">
          <a:xfrm rot="14144236">
            <a:off x="9520712" y="3168501"/>
            <a:ext cx="276165" cy="176332"/>
          </a:xfrm>
          <a:prstGeom prst="rightArrow">
            <a:avLst/>
          </a:prstGeom>
          <a:solidFill>
            <a:schemeClr val="accent6"/>
          </a:solid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3CE0F908-36E5-4BC8-A227-717F85718064}"/>
                  </a:ext>
                </a:extLst>
              </p:cNvPr>
              <p:cNvSpPr txBox="1"/>
              <p:nvPr/>
            </p:nvSpPr>
            <p:spPr>
              <a:xfrm>
                <a:off x="9902559" y="2938527"/>
                <a:ext cx="132662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𝐹</m:t>
                          </m:r>
                        </m:e>
                        <m:sub>
                          <m: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𝑑𝑒𝑠𝑖𝑟𝑒𝑑</m:t>
                          </m:r>
                        </m:sub>
                      </m:sSub>
                      <m: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chemeClr val="accent6"/>
                  </a:solidFill>
                  <a:effectLst/>
                  <a:uLnTx/>
                  <a:uFillTx/>
                  <a:latin typeface="Calibri"/>
                  <a:ea typeface="+mn-ea"/>
                  <a:cs typeface="+mn-cs"/>
                </a:endParaRPr>
              </a:p>
            </p:txBody>
          </p:sp>
        </mc:Choice>
        <mc:Fallback xmlns="">
          <p:sp>
            <p:nvSpPr>
              <p:cNvPr id="113" name="TextBox 112">
                <a:extLst>
                  <a:ext uri="{FF2B5EF4-FFF2-40B4-BE49-F238E27FC236}">
                    <a16:creationId xmlns:a16="http://schemas.microsoft.com/office/drawing/2014/main" id="{3CE0F908-36E5-4BC8-A227-717F85718064}"/>
                  </a:ext>
                </a:extLst>
              </p:cNvPr>
              <p:cNvSpPr txBox="1">
                <a:spLocks noRot="1" noChangeAspect="1" noMove="1" noResize="1" noEditPoints="1" noAdjustHandles="1" noChangeArrowheads="1" noChangeShapeType="1" noTextEdit="1"/>
              </p:cNvSpPr>
              <p:nvPr/>
            </p:nvSpPr>
            <p:spPr>
              <a:xfrm>
                <a:off x="9902559" y="2938527"/>
                <a:ext cx="1326622" cy="400110"/>
              </a:xfrm>
              <a:prstGeom prst="rect">
                <a:avLst/>
              </a:prstGeom>
              <a:blipFill>
                <a:blip r:embed="rId18"/>
                <a:stretch>
                  <a:fillRect r="-2752" b="-15152"/>
                </a:stretch>
              </a:blipFill>
            </p:spPr>
            <p:txBody>
              <a:bodyPr/>
              <a:lstStyle/>
              <a:p>
                <a:r>
                  <a:rPr lang="en-US">
                    <a:noFill/>
                  </a:rPr>
                  <a:t> </a:t>
                </a:r>
              </a:p>
            </p:txBody>
          </p:sp>
        </mc:Fallback>
      </mc:AlternateContent>
    </p:spTree>
    <p:extLst>
      <p:ext uri="{BB962C8B-B14F-4D97-AF65-F5344CB8AC3E}">
        <p14:creationId xmlns:p14="http://schemas.microsoft.com/office/powerpoint/2010/main" val="2862093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17167-2B81-43EF-B17A-D9D5A0B6823D}"/>
              </a:ext>
            </a:extLst>
          </p:cNvPr>
          <p:cNvSpPr>
            <a:spLocks noGrp="1"/>
          </p:cNvSpPr>
          <p:nvPr>
            <p:ph type="title"/>
          </p:nvPr>
        </p:nvSpPr>
        <p:spPr/>
        <p:txBody>
          <a:bodyPr/>
          <a:lstStyle/>
          <a:p>
            <a:r>
              <a:rPr lang="en-US" dirty="0"/>
              <a:t>Force Regulation</a:t>
            </a:r>
          </a:p>
        </p:txBody>
      </p:sp>
      <p:sp>
        <p:nvSpPr>
          <p:cNvPr id="3" name="Date Placeholder 2">
            <a:extLst>
              <a:ext uri="{FF2B5EF4-FFF2-40B4-BE49-F238E27FC236}">
                <a16:creationId xmlns:a16="http://schemas.microsoft.com/office/drawing/2014/main" id="{444621DE-81E3-47A7-8F14-A50A7F8C3272}"/>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AF2AA68E-176C-4BE9-ABBB-1E6574D70E73}"/>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21E6C039-DC6C-4F9C-A06C-DE6584F9E56F}"/>
              </a:ext>
            </a:extLst>
          </p:cNvPr>
          <p:cNvSpPr>
            <a:spLocks noGrp="1"/>
          </p:cNvSpPr>
          <p:nvPr>
            <p:ph type="sldNum" sz="quarter" idx="20"/>
          </p:nvPr>
        </p:nvSpPr>
        <p:spPr/>
        <p:txBody>
          <a:bodyPr/>
          <a:lstStyle/>
          <a:p>
            <a:fld id="{2D04F4CF-F641-6E4E-8F87-8EB8AA2BFA51}" type="slidenum">
              <a:rPr lang="en-US" smtClean="0"/>
              <a:pPr/>
              <a:t>17</a:t>
            </a:fld>
            <a:endParaRPr lang="en-US"/>
          </a:p>
        </p:txBody>
      </p:sp>
      <p:sp>
        <p:nvSpPr>
          <p:cNvPr id="6" name="Text Placeholder 5">
            <a:extLst>
              <a:ext uri="{FF2B5EF4-FFF2-40B4-BE49-F238E27FC236}">
                <a16:creationId xmlns:a16="http://schemas.microsoft.com/office/drawing/2014/main" id="{EA036A5C-A9D1-4373-94B8-A18B80C2EEBA}"/>
              </a:ext>
            </a:extLst>
          </p:cNvPr>
          <p:cNvSpPr>
            <a:spLocks noGrp="1"/>
          </p:cNvSpPr>
          <p:nvPr>
            <p:ph type="body" sz="quarter" idx="10"/>
          </p:nvPr>
        </p:nvSpPr>
        <p:spPr/>
        <p:txBody>
          <a:bodyPr/>
          <a:lstStyle/>
          <a:p>
            <a:endParaRPr lang="en-US"/>
          </a:p>
        </p:txBody>
      </p:sp>
      <p:sp>
        <p:nvSpPr>
          <p:cNvPr id="53" name="TextBox 52">
            <a:extLst>
              <a:ext uri="{FF2B5EF4-FFF2-40B4-BE49-F238E27FC236}">
                <a16:creationId xmlns:a16="http://schemas.microsoft.com/office/drawing/2014/main" id="{4386EB1E-EBAF-4818-83BD-2AE3F66172DE}"/>
              </a:ext>
            </a:extLst>
          </p:cNvPr>
          <p:cNvSpPr txBox="1"/>
          <p:nvPr/>
        </p:nvSpPr>
        <p:spPr>
          <a:xfrm>
            <a:off x="7205006" y="3278371"/>
            <a:ext cx="787218" cy="646331"/>
          </a:xfrm>
          <a:prstGeom prst="rect">
            <a:avLst/>
          </a:prstGeom>
        </p:spPr>
        <p:txBody>
          <a:bodyPr wrap="square" rtlCol="0">
            <a:spAutoFit/>
          </a:bodyPr>
          <a:lstStyle/>
          <a:p>
            <a:pPr algn="ctr"/>
            <a:r>
              <a:rPr lang="en-US" dirty="0"/>
              <a:t>Initial Pose</a:t>
            </a:r>
          </a:p>
        </p:txBody>
      </p:sp>
      <p:sp>
        <p:nvSpPr>
          <p:cNvPr id="54" name="TextBox 53">
            <a:extLst>
              <a:ext uri="{FF2B5EF4-FFF2-40B4-BE49-F238E27FC236}">
                <a16:creationId xmlns:a16="http://schemas.microsoft.com/office/drawing/2014/main" id="{C4A21F30-D86E-487A-8A9B-082BC45535C6}"/>
              </a:ext>
            </a:extLst>
          </p:cNvPr>
          <p:cNvSpPr txBox="1"/>
          <p:nvPr/>
        </p:nvSpPr>
        <p:spPr>
          <a:xfrm>
            <a:off x="9252837" y="1843624"/>
            <a:ext cx="1387953" cy="646331"/>
          </a:xfrm>
          <a:prstGeom prst="rect">
            <a:avLst/>
          </a:prstGeom>
        </p:spPr>
        <p:txBody>
          <a:bodyPr wrap="square" rtlCol="0">
            <a:spAutoFit/>
          </a:bodyPr>
          <a:lstStyle/>
          <a:p>
            <a:pPr algn="ctr"/>
            <a:r>
              <a:rPr lang="en-US" dirty="0"/>
              <a:t>Baseline Goal Pose</a:t>
            </a:r>
          </a:p>
        </p:txBody>
      </p:sp>
      <p:cxnSp>
        <p:nvCxnSpPr>
          <p:cNvPr id="58" name="Straight Connector 57">
            <a:extLst>
              <a:ext uri="{FF2B5EF4-FFF2-40B4-BE49-F238E27FC236}">
                <a16:creationId xmlns:a16="http://schemas.microsoft.com/office/drawing/2014/main" id="{CC9EF85D-156E-4717-B0D4-F946B5CBFCC7}"/>
              </a:ext>
            </a:extLst>
          </p:cNvPr>
          <p:cNvCxnSpPr>
            <a:cxnSpLocks/>
          </p:cNvCxnSpPr>
          <p:nvPr/>
        </p:nvCxnSpPr>
        <p:spPr bwMode="auto">
          <a:xfrm flipV="1">
            <a:off x="8119138" y="2866703"/>
            <a:ext cx="2413649" cy="1452017"/>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59" name="Group 58">
            <a:extLst>
              <a:ext uri="{FF2B5EF4-FFF2-40B4-BE49-F238E27FC236}">
                <a16:creationId xmlns:a16="http://schemas.microsoft.com/office/drawing/2014/main" id="{661CF67B-66FE-4872-A008-5BA66B649BCA}"/>
              </a:ext>
            </a:extLst>
          </p:cNvPr>
          <p:cNvGrpSpPr/>
          <p:nvPr/>
        </p:nvGrpSpPr>
        <p:grpSpPr>
          <a:xfrm>
            <a:off x="9946814" y="1933847"/>
            <a:ext cx="1171945" cy="902211"/>
            <a:chOff x="2882537" y="3074126"/>
            <a:chExt cx="1097280" cy="844731"/>
          </a:xfrm>
        </p:grpSpPr>
        <p:cxnSp>
          <p:nvCxnSpPr>
            <p:cNvPr id="60" name="Straight Arrow Connector 59">
              <a:extLst>
                <a:ext uri="{FF2B5EF4-FFF2-40B4-BE49-F238E27FC236}">
                  <a16:creationId xmlns:a16="http://schemas.microsoft.com/office/drawing/2014/main" id="{A276C0DF-C0D4-4826-AA48-1CF15421C336}"/>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BA30ABA5-CD14-4743-B794-F0E6D557B8C7}"/>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68926D31-EC51-47A9-8A5D-DA3F8A73FD61}"/>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63" name="Group 62">
            <a:extLst>
              <a:ext uri="{FF2B5EF4-FFF2-40B4-BE49-F238E27FC236}">
                <a16:creationId xmlns:a16="http://schemas.microsoft.com/office/drawing/2014/main" id="{591F75AE-8689-4237-921D-70E9B631AC98}"/>
              </a:ext>
            </a:extLst>
          </p:cNvPr>
          <p:cNvGrpSpPr/>
          <p:nvPr/>
        </p:nvGrpSpPr>
        <p:grpSpPr>
          <a:xfrm>
            <a:off x="7519941" y="3431019"/>
            <a:ext cx="1166566" cy="912969"/>
            <a:chOff x="2887573" y="3064054"/>
            <a:chExt cx="1092244" cy="854803"/>
          </a:xfrm>
        </p:grpSpPr>
        <p:cxnSp>
          <p:nvCxnSpPr>
            <p:cNvPr id="64" name="Straight Arrow Connector 63">
              <a:extLst>
                <a:ext uri="{FF2B5EF4-FFF2-40B4-BE49-F238E27FC236}">
                  <a16:creationId xmlns:a16="http://schemas.microsoft.com/office/drawing/2014/main" id="{AB0710C3-2D96-4867-AC80-62E4D0EC12AF}"/>
                </a:ext>
              </a:extLst>
            </p:cNvPr>
            <p:cNvCxnSpPr>
              <a:cxnSpLocks/>
            </p:cNvCxnSpPr>
            <p:nvPr/>
          </p:nvCxnSpPr>
          <p:spPr bwMode="auto">
            <a:xfrm flipV="1">
              <a:off x="3448594" y="3064054"/>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F6FDACDB-7704-492D-B800-450223F01AC9}"/>
                </a:ext>
              </a:extLst>
            </p:cNvPr>
            <p:cNvCxnSpPr>
              <a:cxnSpLocks/>
            </p:cNvCxnSpPr>
            <p:nvPr/>
          </p:nvCxnSpPr>
          <p:spPr bwMode="auto">
            <a:xfrm flipH="1" flipV="1">
              <a:off x="2887573" y="3565478"/>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D875920B-D3B8-4CE4-91E8-565D2C7488C8}"/>
                </a:ext>
              </a:extLst>
            </p:cNvPr>
            <p:cNvCxnSpPr>
              <a:cxnSpLocks/>
            </p:cNvCxnSpPr>
            <p:nvPr/>
          </p:nvCxnSpPr>
          <p:spPr bwMode="auto">
            <a:xfrm flipV="1">
              <a:off x="3422609" y="3570515"/>
              <a:ext cx="557208" cy="34834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67" name="Group 66">
            <a:extLst>
              <a:ext uri="{FF2B5EF4-FFF2-40B4-BE49-F238E27FC236}">
                <a16:creationId xmlns:a16="http://schemas.microsoft.com/office/drawing/2014/main" id="{B3C382CD-87D5-43A6-A821-81E4108D1E71}"/>
              </a:ext>
            </a:extLst>
          </p:cNvPr>
          <p:cNvGrpSpPr/>
          <p:nvPr/>
        </p:nvGrpSpPr>
        <p:grpSpPr>
          <a:xfrm>
            <a:off x="9014718" y="2872721"/>
            <a:ext cx="839943" cy="646623"/>
            <a:chOff x="2882537" y="3074126"/>
            <a:chExt cx="1097280" cy="844731"/>
          </a:xfrm>
        </p:grpSpPr>
        <p:cxnSp>
          <p:nvCxnSpPr>
            <p:cNvPr id="68" name="Straight Arrow Connector 67">
              <a:extLst>
                <a:ext uri="{FF2B5EF4-FFF2-40B4-BE49-F238E27FC236}">
                  <a16:creationId xmlns:a16="http://schemas.microsoft.com/office/drawing/2014/main" id="{E6466AE9-4FB0-4C10-8883-56FCCA372A81}"/>
                </a:ext>
              </a:extLst>
            </p:cNvPr>
            <p:cNvCxnSpPr>
              <a:cxnSpLocks/>
            </p:cNvCxnSpPr>
            <p:nvPr/>
          </p:nvCxnSpPr>
          <p:spPr bwMode="auto">
            <a:xfrm flipV="1">
              <a:off x="3448594" y="3074126"/>
              <a:ext cx="0" cy="844731"/>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7E8F4B0A-35BC-4BFF-823D-72007557A8B8}"/>
                </a:ext>
              </a:extLst>
            </p:cNvPr>
            <p:cNvCxnSpPr>
              <a:cxnSpLocks/>
            </p:cNvCxnSpPr>
            <p:nvPr/>
          </p:nvCxnSpPr>
          <p:spPr bwMode="auto">
            <a:xfrm flipH="1" flipV="1">
              <a:off x="2882537" y="3570514"/>
              <a:ext cx="566057"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0BDC0C41-804D-4402-BC86-EA655C35C165}"/>
                </a:ext>
              </a:extLst>
            </p:cNvPr>
            <p:cNvCxnSpPr>
              <a:cxnSpLocks/>
            </p:cNvCxnSpPr>
            <p:nvPr/>
          </p:nvCxnSpPr>
          <p:spPr bwMode="auto">
            <a:xfrm flipV="1">
              <a:off x="3448594" y="3570514"/>
              <a:ext cx="531223"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D096858-2D08-4BC3-B31D-6474A50FD7AE}"/>
                  </a:ext>
                </a:extLst>
              </p:cNvPr>
              <p:cNvSpPr txBox="1"/>
              <p:nvPr/>
            </p:nvSpPr>
            <p:spPr>
              <a:xfrm>
                <a:off x="8255591" y="2741219"/>
                <a:ext cx="1427109"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71" name="TextBox 70">
                <a:extLst>
                  <a:ext uri="{FF2B5EF4-FFF2-40B4-BE49-F238E27FC236}">
                    <a16:creationId xmlns:a16="http://schemas.microsoft.com/office/drawing/2014/main" id="{9D096858-2D08-4BC3-B31D-6474A50FD7AE}"/>
                  </a:ext>
                </a:extLst>
              </p:cNvPr>
              <p:cNvSpPr txBox="1">
                <a:spLocks noRot="1" noChangeAspect="1" noMove="1" noResize="1" noEditPoints="1" noAdjustHandles="1" noChangeArrowheads="1" noChangeShapeType="1" noTextEdit="1"/>
              </p:cNvSpPr>
              <p:nvPr/>
            </p:nvSpPr>
            <p:spPr>
              <a:xfrm>
                <a:off x="8255591" y="2741219"/>
                <a:ext cx="1427109" cy="427336"/>
              </a:xfrm>
              <a:prstGeom prst="rect">
                <a:avLst/>
              </a:prstGeom>
              <a:blipFill>
                <a:blip r:embed="rId2"/>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AA2A7197-7EE9-4B55-B730-C55908909EF5}"/>
                  </a:ext>
                </a:extLst>
              </p:cNvPr>
              <p:cNvSpPr txBox="1"/>
              <p:nvPr/>
            </p:nvSpPr>
            <p:spPr>
              <a:xfrm>
                <a:off x="8605233" y="4152072"/>
                <a:ext cx="132662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𝑠𝑒𝑛𝑠𝑒</m:t>
                          </m:r>
                        </m:sub>
                      </m:sSub>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7030A0"/>
                  </a:solidFill>
                  <a:effectLst/>
                  <a:uLnTx/>
                  <a:uFillTx/>
                  <a:latin typeface="Calibri"/>
                  <a:ea typeface="+mn-ea"/>
                  <a:cs typeface="+mn-cs"/>
                </a:endParaRPr>
              </a:p>
            </p:txBody>
          </p:sp>
        </mc:Choice>
        <mc:Fallback xmlns="">
          <p:sp>
            <p:nvSpPr>
              <p:cNvPr id="72" name="TextBox 71">
                <a:extLst>
                  <a:ext uri="{FF2B5EF4-FFF2-40B4-BE49-F238E27FC236}">
                    <a16:creationId xmlns:a16="http://schemas.microsoft.com/office/drawing/2014/main" id="{AA2A7197-7EE9-4B55-B730-C55908909EF5}"/>
                  </a:ext>
                </a:extLst>
              </p:cNvPr>
              <p:cNvSpPr txBox="1">
                <a:spLocks noRot="1" noChangeAspect="1" noMove="1" noResize="1" noEditPoints="1" noAdjustHandles="1" noChangeArrowheads="1" noChangeShapeType="1" noTextEdit="1"/>
              </p:cNvSpPr>
              <p:nvPr/>
            </p:nvSpPr>
            <p:spPr>
              <a:xfrm>
                <a:off x="8605233" y="4152072"/>
                <a:ext cx="1326622" cy="400110"/>
              </a:xfrm>
              <a:prstGeom prst="rect">
                <a:avLst/>
              </a:prstGeom>
              <a:blipFill>
                <a:blip r:embed="rId3"/>
                <a:stretch>
                  <a:fillRect b="-15152"/>
                </a:stretch>
              </a:blipFill>
            </p:spPr>
            <p:txBody>
              <a:bodyPr/>
              <a:lstStyle/>
              <a:p>
                <a:r>
                  <a:rPr lang="en-US">
                    <a:noFill/>
                  </a:rPr>
                  <a:t> </a:t>
                </a:r>
              </a:p>
            </p:txBody>
          </p:sp>
        </mc:Fallback>
      </mc:AlternateContent>
      <p:sp>
        <p:nvSpPr>
          <p:cNvPr id="73" name="Arrow: Right 72">
            <a:extLst>
              <a:ext uri="{FF2B5EF4-FFF2-40B4-BE49-F238E27FC236}">
                <a16:creationId xmlns:a16="http://schemas.microsoft.com/office/drawing/2014/main" id="{606499A2-EA99-4BD8-B204-0E6F14E84C4C}"/>
              </a:ext>
            </a:extLst>
          </p:cNvPr>
          <p:cNvSpPr/>
          <p:nvPr/>
        </p:nvSpPr>
        <p:spPr bwMode="auto">
          <a:xfrm rot="14144236">
            <a:off x="9302982" y="3593257"/>
            <a:ext cx="759434" cy="484901"/>
          </a:xfrm>
          <a:prstGeom prst="rightArrow">
            <a:avLst/>
          </a:prstGeom>
          <a:solidFill>
            <a:srgbClr val="7030A0"/>
          </a:solid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4855F890-5BB6-41AA-90B7-989779C51298}"/>
                  </a:ext>
                </a:extLst>
              </p:cNvPr>
              <p:cNvSpPr/>
              <p:nvPr/>
            </p:nvSpPr>
            <p:spPr>
              <a:xfrm>
                <a:off x="7537585" y="4968750"/>
                <a:ext cx="3487452" cy="461665"/>
              </a:xfrm>
              <a:prstGeom prst="rect">
                <a:avLst/>
              </a:prstGeom>
            </p:spPr>
            <p:txBody>
              <a:bodyPr wrap="square">
                <a:spAutoFit/>
              </a:bodyPr>
              <a:lstStyle/>
              <a:p>
                <a:pPr lvl="0" algn="ctr">
                  <a:defRPr/>
                </a:pPr>
                <a14:m>
                  <m:oMathPara xmlns:m="http://schemas.openxmlformats.org/officeDocument/2006/math">
                    <m:oMathParaPr>
                      <m:jc m:val="centerGroup"/>
                    </m:oMathParaPr>
                    <m:oMath xmlns:m="http://schemas.openxmlformats.org/officeDocument/2006/math">
                      <m:sSub>
                        <m:sSubPr>
                          <m:ctrlPr>
                            <a:rPr lang="en-US" sz="2400" i="1" smtClean="0">
                              <a:solidFill>
                                <a:schemeClr val="accent5"/>
                              </a:solidFill>
                              <a:latin typeface="Cambria Math" panose="02040503050406030204" pitchFamily="18" charset="0"/>
                            </a:rPr>
                          </m:ctrlPr>
                        </m:sSubPr>
                        <m:e>
                          <m:r>
                            <a:rPr lang="en-US" sz="2400" i="1">
                              <a:solidFill>
                                <a:schemeClr val="accent5"/>
                              </a:solidFill>
                              <a:latin typeface="Cambria Math" panose="02040503050406030204" pitchFamily="18" charset="0"/>
                            </a:rPr>
                            <m:t>𝐹</m:t>
                          </m:r>
                        </m:e>
                        <m:sub>
                          <m:r>
                            <a:rPr lang="en-US" sz="2400" i="1">
                              <a:solidFill>
                                <a:schemeClr val="accent5"/>
                              </a:solidFill>
                              <a:latin typeface="Cambria Math" panose="02040503050406030204" pitchFamily="18" charset="0"/>
                            </a:rPr>
                            <m:t>𝑒𝑟𝑟𝑜𝑟</m:t>
                          </m:r>
                        </m:sub>
                      </m:sSub>
                      <m:r>
                        <a:rPr lang="en-US" sz="2400" b="0" i="1" smtClean="0">
                          <a:solidFill>
                            <a:schemeClr val="tx1"/>
                          </a:solidFill>
                          <a:latin typeface="Cambria Math" panose="02040503050406030204" pitchFamily="18" charset="0"/>
                        </a:rPr>
                        <m:t>=</m:t>
                      </m:r>
                      <m:sSub>
                        <m:sSubPr>
                          <m:ctrlPr>
                            <a:rPr kumimoji="0" lang="en-US" sz="24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𝐹</m:t>
                          </m:r>
                        </m:e>
                        <m:sub>
                          <m:r>
                            <a:rPr kumimoji="0" lang="en-US" sz="24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𝑑𝑒𝑠𝑖𝑟𝑒𝑑</m:t>
                          </m:r>
                        </m:sub>
                      </m:s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2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𝑠𝑒𝑛𝑠𝑒</m:t>
                          </m:r>
                        </m:sub>
                      </m:sSub>
                    </m:oMath>
                  </m:oMathPara>
                </a14:m>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74" name="Rectangle 73">
                <a:extLst>
                  <a:ext uri="{FF2B5EF4-FFF2-40B4-BE49-F238E27FC236}">
                    <a16:creationId xmlns:a16="http://schemas.microsoft.com/office/drawing/2014/main" id="{4855F890-5BB6-41AA-90B7-989779C51298}"/>
                  </a:ext>
                </a:extLst>
              </p:cNvPr>
              <p:cNvSpPr>
                <a:spLocks noRot="1" noChangeAspect="1" noMove="1" noResize="1" noEditPoints="1" noAdjustHandles="1" noChangeArrowheads="1" noChangeShapeType="1" noTextEdit="1"/>
              </p:cNvSpPr>
              <p:nvPr/>
            </p:nvSpPr>
            <p:spPr>
              <a:xfrm>
                <a:off x="7537585" y="4968750"/>
                <a:ext cx="3487452" cy="461665"/>
              </a:xfrm>
              <a:prstGeom prst="rect">
                <a:avLst/>
              </a:prstGeom>
              <a:blipFill>
                <a:blip r:embed="rId4"/>
                <a:stretch>
                  <a:fillRect l="-698" b="-2632"/>
                </a:stretch>
              </a:blipFill>
            </p:spPr>
            <p:txBody>
              <a:bodyPr/>
              <a:lstStyle/>
              <a:p>
                <a:r>
                  <a:rPr lang="en-US">
                    <a:noFill/>
                  </a:rPr>
                  <a:t> </a:t>
                </a:r>
              </a:p>
            </p:txBody>
          </p:sp>
        </mc:Fallback>
      </mc:AlternateContent>
      <p:pic>
        <p:nvPicPr>
          <p:cNvPr id="75" name="Picture 74">
            <a:extLst>
              <a:ext uri="{FF2B5EF4-FFF2-40B4-BE49-F238E27FC236}">
                <a16:creationId xmlns:a16="http://schemas.microsoft.com/office/drawing/2014/main" id="{CCC32712-37B6-4585-A5FA-53B583E59697}"/>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rcRect l="21112" b="7395"/>
          <a:stretch/>
        </p:blipFill>
        <p:spPr>
          <a:xfrm>
            <a:off x="6808733" y="4293351"/>
            <a:ext cx="1362661" cy="1341780"/>
          </a:xfrm>
          <a:prstGeom prst="rect">
            <a:avLst/>
          </a:prstGeom>
        </p:spPr>
      </p:pic>
      <p:sp>
        <p:nvSpPr>
          <p:cNvPr id="76" name="TextBox 75">
            <a:extLst>
              <a:ext uri="{FF2B5EF4-FFF2-40B4-BE49-F238E27FC236}">
                <a16:creationId xmlns:a16="http://schemas.microsoft.com/office/drawing/2014/main" id="{1F96756B-4DA7-4E23-A4BC-825606C0A6E1}"/>
              </a:ext>
            </a:extLst>
          </p:cNvPr>
          <p:cNvSpPr txBox="1"/>
          <p:nvPr/>
        </p:nvSpPr>
        <p:spPr>
          <a:xfrm>
            <a:off x="7799948" y="4724902"/>
            <a:ext cx="28408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Closed loop force controller:</a:t>
            </a:r>
          </a:p>
        </p:txBody>
      </p:sp>
      <p:sp>
        <p:nvSpPr>
          <p:cNvPr id="77" name="Arrow: Right 76">
            <a:extLst>
              <a:ext uri="{FF2B5EF4-FFF2-40B4-BE49-F238E27FC236}">
                <a16:creationId xmlns:a16="http://schemas.microsoft.com/office/drawing/2014/main" id="{D8D52280-F8D2-4345-AE43-D5AB5723F11F}"/>
              </a:ext>
            </a:extLst>
          </p:cNvPr>
          <p:cNvSpPr/>
          <p:nvPr/>
        </p:nvSpPr>
        <p:spPr bwMode="auto">
          <a:xfrm rot="14144236">
            <a:off x="9410290" y="3552274"/>
            <a:ext cx="276165" cy="176332"/>
          </a:xfrm>
          <a:prstGeom prst="rightArrow">
            <a:avLst/>
          </a:prstGeom>
          <a:solidFill>
            <a:schemeClr val="accent6"/>
          </a:solid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00F92EC9-8732-4B1D-9B43-AE422317A808}"/>
                  </a:ext>
                </a:extLst>
              </p:cNvPr>
              <p:cNvSpPr txBox="1"/>
              <p:nvPr/>
            </p:nvSpPr>
            <p:spPr>
              <a:xfrm>
                <a:off x="9792137" y="3322300"/>
                <a:ext cx="132662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𝐹</m:t>
                          </m:r>
                        </m:e>
                        <m:sub>
                          <m: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𝑑𝑒𝑠𝑖𝑟𝑒𝑑</m:t>
                          </m:r>
                        </m:sub>
                      </m:sSub>
                    </m:oMath>
                  </m:oMathPara>
                </a14:m>
                <a:endParaRPr kumimoji="0" lang="en-US" sz="2000" b="0" i="0" u="none" strike="noStrike" kern="1200" cap="none" spc="0" normalizeH="0" baseline="0" noProof="0" dirty="0">
                  <a:ln>
                    <a:noFill/>
                  </a:ln>
                  <a:solidFill>
                    <a:schemeClr val="accent6"/>
                  </a:solidFill>
                  <a:effectLst/>
                  <a:uLnTx/>
                  <a:uFillTx/>
                  <a:latin typeface="Calibri"/>
                  <a:ea typeface="+mn-ea"/>
                  <a:cs typeface="+mn-cs"/>
                </a:endParaRPr>
              </a:p>
            </p:txBody>
          </p:sp>
        </mc:Choice>
        <mc:Fallback xmlns="">
          <p:sp>
            <p:nvSpPr>
              <p:cNvPr id="78" name="TextBox 77">
                <a:extLst>
                  <a:ext uri="{FF2B5EF4-FFF2-40B4-BE49-F238E27FC236}">
                    <a16:creationId xmlns:a16="http://schemas.microsoft.com/office/drawing/2014/main" id="{00F92EC9-8732-4B1D-9B43-AE422317A808}"/>
                  </a:ext>
                </a:extLst>
              </p:cNvPr>
              <p:cNvSpPr txBox="1">
                <a:spLocks noRot="1" noChangeAspect="1" noMove="1" noResize="1" noEditPoints="1" noAdjustHandles="1" noChangeArrowheads="1" noChangeShapeType="1" noTextEdit="1"/>
              </p:cNvSpPr>
              <p:nvPr/>
            </p:nvSpPr>
            <p:spPr>
              <a:xfrm>
                <a:off x="9792137" y="3322300"/>
                <a:ext cx="1326622" cy="400110"/>
              </a:xfrm>
              <a:prstGeom prst="rect">
                <a:avLst/>
              </a:prstGeom>
              <a:blipFill>
                <a:blip r:embed="rId7"/>
                <a:stretch>
                  <a:fillRect/>
                </a:stretch>
              </a:blipFill>
            </p:spPr>
            <p:txBody>
              <a:bodyPr/>
              <a:lstStyle/>
              <a:p>
                <a:r>
                  <a:rPr lang="en-US">
                    <a:noFill/>
                  </a:rPr>
                  <a:t> </a:t>
                </a:r>
              </a:p>
            </p:txBody>
          </p:sp>
        </mc:Fallback>
      </mc:AlternateContent>
      <p:cxnSp>
        <p:nvCxnSpPr>
          <p:cNvPr id="81" name="Straight Connector 80">
            <a:extLst>
              <a:ext uri="{FF2B5EF4-FFF2-40B4-BE49-F238E27FC236}">
                <a16:creationId xmlns:a16="http://schemas.microsoft.com/office/drawing/2014/main" id="{389E710B-15C3-4B48-92C0-A466B82E37F2}"/>
              </a:ext>
            </a:extLst>
          </p:cNvPr>
          <p:cNvCxnSpPr>
            <a:cxnSpLocks/>
          </p:cNvCxnSpPr>
          <p:nvPr/>
        </p:nvCxnSpPr>
        <p:spPr bwMode="auto">
          <a:xfrm flipV="1">
            <a:off x="1975760" y="2991557"/>
            <a:ext cx="2413649" cy="1452017"/>
          </a:xfrm>
          <a:prstGeom prst="line">
            <a:avLst/>
          </a:prstGeom>
          <a:ln w="19050">
            <a:solidFill>
              <a:srgbClr val="FF0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82" name="Group 81">
            <a:extLst>
              <a:ext uri="{FF2B5EF4-FFF2-40B4-BE49-F238E27FC236}">
                <a16:creationId xmlns:a16="http://schemas.microsoft.com/office/drawing/2014/main" id="{B052C072-D737-4F9F-9A44-C84863C5B54D}"/>
              </a:ext>
            </a:extLst>
          </p:cNvPr>
          <p:cNvGrpSpPr/>
          <p:nvPr/>
        </p:nvGrpSpPr>
        <p:grpSpPr>
          <a:xfrm>
            <a:off x="3803436" y="2058701"/>
            <a:ext cx="1171945" cy="902211"/>
            <a:chOff x="2882537" y="3074126"/>
            <a:chExt cx="1097280" cy="844731"/>
          </a:xfrm>
        </p:grpSpPr>
        <p:cxnSp>
          <p:nvCxnSpPr>
            <p:cNvPr id="83" name="Straight Arrow Connector 82">
              <a:extLst>
                <a:ext uri="{FF2B5EF4-FFF2-40B4-BE49-F238E27FC236}">
                  <a16:creationId xmlns:a16="http://schemas.microsoft.com/office/drawing/2014/main" id="{42D95858-3F3D-43D4-A533-E0285D3C8E5E}"/>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4" name="Straight Arrow Connector 83">
              <a:extLst>
                <a:ext uri="{FF2B5EF4-FFF2-40B4-BE49-F238E27FC236}">
                  <a16:creationId xmlns:a16="http://schemas.microsoft.com/office/drawing/2014/main" id="{E952E1BE-EFFA-4759-B8B4-7A6A2F99AD0D}"/>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0768D32C-6A47-4CF6-98B4-39D3071CEC83}"/>
                </a:ext>
              </a:extLst>
            </p:cNvPr>
            <p:cNvCxnSpPr>
              <a:cxnSpLocks/>
            </p:cNvCxnSpPr>
            <p:nvPr/>
          </p:nvCxnSpPr>
          <p:spPr bwMode="auto">
            <a:xfrm flipV="1">
              <a:off x="3448594" y="3570514"/>
              <a:ext cx="531223"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86" name="Group 85">
            <a:extLst>
              <a:ext uri="{FF2B5EF4-FFF2-40B4-BE49-F238E27FC236}">
                <a16:creationId xmlns:a16="http://schemas.microsoft.com/office/drawing/2014/main" id="{C72F05AD-26C0-4319-BDC6-CC2D05DFFB49}"/>
              </a:ext>
            </a:extLst>
          </p:cNvPr>
          <p:cNvGrpSpPr/>
          <p:nvPr/>
        </p:nvGrpSpPr>
        <p:grpSpPr>
          <a:xfrm>
            <a:off x="1371185" y="3572008"/>
            <a:ext cx="1171945" cy="902211"/>
            <a:chOff x="2882537" y="3074126"/>
            <a:chExt cx="1097280" cy="844731"/>
          </a:xfrm>
        </p:grpSpPr>
        <p:cxnSp>
          <p:nvCxnSpPr>
            <p:cNvPr id="87" name="Straight Arrow Connector 86">
              <a:extLst>
                <a:ext uri="{FF2B5EF4-FFF2-40B4-BE49-F238E27FC236}">
                  <a16:creationId xmlns:a16="http://schemas.microsoft.com/office/drawing/2014/main" id="{3A876B09-DADB-4CF1-875C-69DE1723166E}"/>
                </a:ext>
              </a:extLst>
            </p:cNvPr>
            <p:cNvCxnSpPr>
              <a:cxnSpLocks/>
            </p:cNvCxnSpPr>
            <p:nvPr/>
          </p:nvCxnSpPr>
          <p:spPr bwMode="auto">
            <a:xfrm flipV="1">
              <a:off x="3448594" y="3074126"/>
              <a:ext cx="0" cy="844731"/>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38161196-CB47-4333-9E25-C1FFCC0DC07D}"/>
                </a:ext>
              </a:extLst>
            </p:cNvPr>
            <p:cNvCxnSpPr>
              <a:cxnSpLocks/>
            </p:cNvCxnSpPr>
            <p:nvPr/>
          </p:nvCxnSpPr>
          <p:spPr bwMode="auto">
            <a:xfrm flipH="1" flipV="1">
              <a:off x="2882537" y="3570514"/>
              <a:ext cx="566057" cy="348343"/>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9A51CFFC-F53C-432D-9AE2-C35B06A4A169}"/>
                </a:ext>
              </a:extLst>
            </p:cNvPr>
            <p:cNvCxnSpPr>
              <a:cxnSpLocks/>
            </p:cNvCxnSpPr>
            <p:nvPr/>
          </p:nvCxnSpPr>
          <p:spPr bwMode="auto">
            <a:xfrm flipV="1">
              <a:off x="3422609" y="3570515"/>
              <a:ext cx="557208" cy="348342"/>
            </a:xfrm>
            <a:prstGeom prst="straightConnector1">
              <a:avLst/>
            </a:prstGeom>
            <a:ln w="38100">
              <a:headEnd type="none" w="med" len="med"/>
              <a:tailEnd type="triangle"/>
            </a:ln>
          </p:spPr>
          <p:style>
            <a:lnRef idx="1">
              <a:schemeClr val="dk1"/>
            </a:lnRef>
            <a:fillRef idx="0">
              <a:schemeClr val="dk1"/>
            </a:fillRef>
            <a:effectRef idx="0">
              <a:schemeClr val="dk1"/>
            </a:effectRef>
            <a:fontRef idx="minor">
              <a:schemeClr val="tx1"/>
            </a:fontRef>
          </p:style>
        </p:cxnSp>
      </p:grpSp>
      <p:grpSp>
        <p:nvGrpSpPr>
          <p:cNvPr id="90" name="Group 89">
            <a:extLst>
              <a:ext uri="{FF2B5EF4-FFF2-40B4-BE49-F238E27FC236}">
                <a16:creationId xmlns:a16="http://schemas.microsoft.com/office/drawing/2014/main" id="{B7AB0793-BBD9-44E4-9071-B8EB49EB7A7D}"/>
              </a:ext>
            </a:extLst>
          </p:cNvPr>
          <p:cNvGrpSpPr/>
          <p:nvPr/>
        </p:nvGrpSpPr>
        <p:grpSpPr>
          <a:xfrm>
            <a:off x="2882098" y="3002954"/>
            <a:ext cx="839943" cy="646623"/>
            <a:chOff x="2882537" y="3074126"/>
            <a:chExt cx="1097280" cy="844731"/>
          </a:xfrm>
        </p:grpSpPr>
        <p:cxnSp>
          <p:nvCxnSpPr>
            <p:cNvPr id="91" name="Straight Arrow Connector 90">
              <a:extLst>
                <a:ext uri="{FF2B5EF4-FFF2-40B4-BE49-F238E27FC236}">
                  <a16:creationId xmlns:a16="http://schemas.microsoft.com/office/drawing/2014/main" id="{230B711A-2947-45A1-9B6E-38B6AB761687}"/>
                </a:ext>
              </a:extLst>
            </p:cNvPr>
            <p:cNvCxnSpPr>
              <a:cxnSpLocks/>
            </p:cNvCxnSpPr>
            <p:nvPr/>
          </p:nvCxnSpPr>
          <p:spPr bwMode="auto">
            <a:xfrm flipV="1">
              <a:off x="3448594" y="3074126"/>
              <a:ext cx="0" cy="844731"/>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CE9690AD-DBA1-4791-9266-844F4373081C}"/>
                </a:ext>
              </a:extLst>
            </p:cNvPr>
            <p:cNvCxnSpPr>
              <a:cxnSpLocks/>
            </p:cNvCxnSpPr>
            <p:nvPr/>
          </p:nvCxnSpPr>
          <p:spPr bwMode="auto">
            <a:xfrm flipH="1" flipV="1">
              <a:off x="2882537" y="3570514"/>
              <a:ext cx="566057"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3" name="Straight Arrow Connector 92">
              <a:extLst>
                <a:ext uri="{FF2B5EF4-FFF2-40B4-BE49-F238E27FC236}">
                  <a16:creationId xmlns:a16="http://schemas.microsoft.com/office/drawing/2014/main" id="{A90380A1-0735-4536-A82A-AEFEB43A040B}"/>
                </a:ext>
              </a:extLst>
            </p:cNvPr>
            <p:cNvCxnSpPr>
              <a:cxnSpLocks/>
            </p:cNvCxnSpPr>
            <p:nvPr/>
          </p:nvCxnSpPr>
          <p:spPr bwMode="auto">
            <a:xfrm flipV="1">
              <a:off x="3448594" y="3570514"/>
              <a:ext cx="531223" cy="348343"/>
            </a:xfrm>
            <a:prstGeom prst="straightConnector1">
              <a:avLst/>
            </a:prstGeom>
            <a:ln w="38100">
              <a:solidFill>
                <a:srgbClr val="00B0F0"/>
              </a:solidFill>
              <a:headEnd type="none" w="med" len="me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44106397-F93D-4B8F-BF92-45F6B1B7CCE9}"/>
                  </a:ext>
                </a:extLst>
              </p:cNvPr>
              <p:cNvSpPr txBox="1"/>
              <p:nvPr/>
            </p:nvSpPr>
            <p:spPr>
              <a:xfrm>
                <a:off x="2112213" y="2866073"/>
                <a:ext cx="1427109" cy="4273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𝑥</m:t>
                          </m:r>
                        </m:e>
                        <m: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00B0F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00B0F0"/>
                  </a:solidFill>
                  <a:effectLst/>
                  <a:uLnTx/>
                  <a:uFillTx/>
                  <a:latin typeface="Calibri"/>
                  <a:ea typeface="+mn-ea"/>
                  <a:cs typeface="+mn-cs"/>
                </a:endParaRPr>
              </a:p>
            </p:txBody>
          </p:sp>
        </mc:Choice>
        <mc:Fallback xmlns="">
          <p:sp>
            <p:nvSpPr>
              <p:cNvPr id="94" name="TextBox 93">
                <a:extLst>
                  <a:ext uri="{FF2B5EF4-FFF2-40B4-BE49-F238E27FC236}">
                    <a16:creationId xmlns:a16="http://schemas.microsoft.com/office/drawing/2014/main" id="{44106397-F93D-4B8F-BF92-45F6B1B7CCE9}"/>
                  </a:ext>
                </a:extLst>
              </p:cNvPr>
              <p:cNvSpPr txBox="1">
                <a:spLocks noRot="1" noChangeAspect="1" noMove="1" noResize="1" noEditPoints="1" noAdjustHandles="1" noChangeArrowheads="1" noChangeShapeType="1" noTextEdit="1"/>
              </p:cNvSpPr>
              <p:nvPr/>
            </p:nvSpPr>
            <p:spPr>
              <a:xfrm>
                <a:off x="2112213" y="2866073"/>
                <a:ext cx="1427109" cy="427336"/>
              </a:xfrm>
              <a:prstGeom prst="rect">
                <a:avLst/>
              </a:prstGeom>
              <a:blipFill>
                <a:blip r:embed="rId8"/>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D66EAACD-2DFE-42EB-BE2F-A77B39C0FC68}"/>
                  </a:ext>
                </a:extLst>
              </p:cNvPr>
              <p:cNvSpPr txBox="1"/>
              <p:nvPr/>
            </p:nvSpPr>
            <p:spPr>
              <a:xfrm>
                <a:off x="2461855" y="4276926"/>
                <a:ext cx="132662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𝑠𝑒𝑛𝑠𝑒</m:t>
                          </m:r>
                        </m:sub>
                      </m:sSub>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𝑡</m:t>
                      </m:r>
                      <m:r>
                        <a:rPr kumimoji="0" lang="en-US" sz="2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srgbClr val="7030A0"/>
                  </a:solidFill>
                  <a:effectLst/>
                  <a:uLnTx/>
                  <a:uFillTx/>
                  <a:latin typeface="Calibri"/>
                  <a:ea typeface="+mn-ea"/>
                  <a:cs typeface="+mn-cs"/>
                </a:endParaRPr>
              </a:p>
            </p:txBody>
          </p:sp>
        </mc:Choice>
        <mc:Fallback xmlns="">
          <p:sp>
            <p:nvSpPr>
              <p:cNvPr id="95" name="TextBox 94">
                <a:extLst>
                  <a:ext uri="{FF2B5EF4-FFF2-40B4-BE49-F238E27FC236}">
                    <a16:creationId xmlns:a16="http://schemas.microsoft.com/office/drawing/2014/main" id="{D66EAACD-2DFE-42EB-BE2F-A77B39C0FC68}"/>
                  </a:ext>
                </a:extLst>
              </p:cNvPr>
              <p:cNvSpPr txBox="1">
                <a:spLocks noRot="1" noChangeAspect="1" noMove="1" noResize="1" noEditPoints="1" noAdjustHandles="1" noChangeArrowheads="1" noChangeShapeType="1" noTextEdit="1"/>
              </p:cNvSpPr>
              <p:nvPr/>
            </p:nvSpPr>
            <p:spPr>
              <a:xfrm>
                <a:off x="2461855" y="4276926"/>
                <a:ext cx="1326622" cy="400110"/>
              </a:xfrm>
              <a:prstGeom prst="rect">
                <a:avLst/>
              </a:prstGeom>
              <a:blipFill>
                <a:blip r:embed="rId9"/>
                <a:stretch>
                  <a:fillRect b="-15385"/>
                </a:stretch>
              </a:blipFill>
            </p:spPr>
            <p:txBody>
              <a:bodyPr/>
              <a:lstStyle/>
              <a:p>
                <a:r>
                  <a:rPr lang="en-US">
                    <a:noFill/>
                  </a:rPr>
                  <a:t> </a:t>
                </a:r>
              </a:p>
            </p:txBody>
          </p:sp>
        </mc:Fallback>
      </mc:AlternateContent>
      <p:sp>
        <p:nvSpPr>
          <p:cNvPr id="96" name="Arrow: Right 95">
            <a:extLst>
              <a:ext uri="{FF2B5EF4-FFF2-40B4-BE49-F238E27FC236}">
                <a16:creationId xmlns:a16="http://schemas.microsoft.com/office/drawing/2014/main" id="{D06E07FF-BDBB-4A17-88F8-4F4CA804AC6B}"/>
              </a:ext>
            </a:extLst>
          </p:cNvPr>
          <p:cNvSpPr/>
          <p:nvPr/>
        </p:nvSpPr>
        <p:spPr bwMode="auto">
          <a:xfrm rot="14144236">
            <a:off x="3159604" y="3718111"/>
            <a:ext cx="759434" cy="484901"/>
          </a:xfrm>
          <a:prstGeom prst="rightArrow">
            <a:avLst/>
          </a:prstGeom>
          <a:solidFill>
            <a:srgbClr val="7030A0"/>
          </a:solidFill>
          <a:ln w="95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p:pic>
        <p:nvPicPr>
          <p:cNvPr id="98" name="Picture 97">
            <a:extLst>
              <a:ext uri="{FF2B5EF4-FFF2-40B4-BE49-F238E27FC236}">
                <a16:creationId xmlns:a16="http://schemas.microsoft.com/office/drawing/2014/main" id="{F5BB71D1-CF4F-4C45-BD8B-59246B17CC88}"/>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rcRect l="21112" b="7395"/>
          <a:stretch/>
        </p:blipFill>
        <p:spPr>
          <a:xfrm>
            <a:off x="665355" y="4418205"/>
            <a:ext cx="1362661" cy="1341780"/>
          </a:xfrm>
          <a:prstGeom prst="rect">
            <a:avLst/>
          </a:prstGeom>
        </p:spPr>
      </p:pic>
      <p:sp>
        <p:nvSpPr>
          <p:cNvPr id="99" name="TextBox 98">
            <a:extLst>
              <a:ext uri="{FF2B5EF4-FFF2-40B4-BE49-F238E27FC236}">
                <a16:creationId xmlns:a16="http://schemas.microsoft.com/office/drawing/2014/main" id="{D6041F02-96F0-4332-88E0-0D60648AFCC3}"/>
              </a:ext>
            </a:extLst>
          </p:cNvPr>
          <p:cNvSpPr txBox="1"/>
          <p:nvPr/>
        </p:nvSpPr>
        <p:spPr>
          <a:xfrm>
            <a:off x="1704745" y="4770148"/>
            <a:ext cx="28408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Closed loop force controller:</a:t>
            </a:r>
          </a:p>
        </p:txBody>
      </p:sp>
      <p:sp>
        <p:nvSpPr>
          <p:cNvPr id="100" name="Arrow: Right 99">
            <a:extLst>
              <a:ext uri="{FF2B5EF4-FFF2-40B4-BE49-F238E27FC236}">
                <a16:creationId xmlns:a16="http://schemas.microsoft.com/office/drawing/2014/main" id="{BAC1D1AB-E78A-46F1-B122-AF689B050B78}"/>
              </a:ext>
            </a:extLst>
          </p:cNvPr>
          <p:cNvSpPr/>
          <p:nvPr/>
        </p:nvSpPr>
        <p:spPr bwMode="auto">
          <a:xfrm rot="14144236">
            <a:off x="3266912" y="3677128"/>
            <a:ext cx="276165" cy="176332"/>
          </a:xfrm>
          <a:prstGeom prst="rightArrow">
            <a:avLst/>
          </a:prstGeom>
          <a:solidFill>
            <a:schemeClr val="accent6"/>
          </a:solid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332DA1EE-5812-48DC-8892-A60433E97BA7}"/>
                  </a:ext>
                </a:extLst>
              </p:cNvPr>
              <p:cNvSpPr txBox="1"/>
              <p:nvPr/>
            </p:nvSpPr>
            <p:spPr>
              <a:xfrm>
                <a:off x="3648759" y="3447154"/>
                <a:ext cx="132662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𝐹</m:t>
                          </m:r>
                        </m:e>
                        <m:sub>
                          <m: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𝑑𝑒𝑠𝑖𝑟𝑒𝑑</m:t>
                          </m:r>
                        </m:sub>
                      </m:sSub>
                    </m:oMath>
                  </m:oMathPara>
                </a14:m>
                <a:endParaRPr kumimoji="0" lang="en-US" sz="2000" b="0" i="0" u="none" strike="noStrike" kern="1200" cap="none" spc="0" normalizeH="0" baseline="0" noProof="0" dirty="0">
                  <a:ln>
                    <a:noFill/>
                  </a:ln>
                  <a:solidFill>
                    <a:schemeClr val="accent6"/>
                  </a:solidFill>
                  <a:effectLst/>
                  <a:uLnTx/>
                  <a:uFillTx/>
                  <a:latin typeface="Calibri"/>
                  <a:ea typeface="+mn-ea"/>
                  <a:cs typeface="+mn-cs"/>
                </a:endParaRPr>
              </a:p>
            </p:txBody>
          </p:sp>
        </mc:Choice>
        <mc:Fallback xmlns="">
          <p:sp>
            <p:nvSpPr>
              <p:cNvPr id="101" name="TextBox 100">
                <a:extLst>
                  <a:ext uri="{FF2B5EF4-FFF2-40B4-BE49-F238E27FC236}">
                    <a16:creationId xmlns:a16="http://schemas.microsoft.com/office/drawing/2014/main" id="{332DA1EE-5812-48DC-8892-A60433E97BA7}"/>
                  </a:ext>
                </a:extLst>
              </p:cNvPr>
              <p:cNvSpPr txBox="1">
                <a:spLocks noRot="1" noChangeAspect="1" noMove="1" noResize="1" noEditPoints="1" noAdjustHandles="1" noChangeArrowheads="1" noChangeShapeType="1" noTextEdit="1"/>
              </p:cNvSpPr>
              <p:nvPr/>
            </p:nvSpPr>
            <p:spPr>
              <a:xfrm>
                <a:off x="3648759" y="3447154"/>
                <a:ext cx="1326622" cy="400110"/>
              </a:xfrm>
              <a:prstGeom prst="rect">
                <a:avLst/>
              </a:prstGeom>
              <a:blipFill>
                <a:blip r:embed="rId10"/>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Rectangle 101">
                <a:extLst>
                  <a:ext uri="{FF2B5EF4-FFF2-40B4-BE49-F238E27FC236}">
                    <a16:creationId xmlns:a16="http://schemas.microsoft.com/office/drawing/2014/main" id="{7F210441-44DB-44DE-9FC3-0387D747D48D}"/>
                  </a:ext>
                </a:extLst>
              </p:cNvPr>
              <p:cNvSpPr/>
              <p:nvPr/>
            </p:nvSpPr>
            <p:spPr>
              <a:xfrm>
                <a:off x="1334765" y="5003610"/>
                <a:ext cx="3527969" cy="461665"/>
              </a:xfrm>
              <a:prstGeom prst="rect">
                <a:avLst/>
              </a:prstGeom>
            </p:spPr>
            <p:txBody>
              <a:bodyPr wrap="square">
                <a:spAutoFit/>
              </a:bodyPr>
              <a:lstStyle/>
              <a:p>
                <a:pPr lvl="0" algn="ctr">
                  <a:defRPr/>
                </a:pPr>
                <a14:m>
                  <m:oMathPara xmlns:m="http://schemas.openxmlformats.org/officeDocument/2006/math">
                    <m:oMathParaPr>
                      <m:jc m:val="centerGroup"/>
                    </m:oMathParaPr>
                    <m:oMath xmlns:m="http://schemas.openxmlformats.org/officeDocument/2006/math">
                      <m:sSub>
                        <m:sSubPr>
                          <m:ctrlPr>
                            <a:rPr lang="en-US" sz="2400" i="1" smtClean="0">
                              <a:solidFill>
                                <a:schemeClr val="accent5"/>
                              </a:solidFill>
                              <a:latin typeface="Cambria Math" panose="02040503050406030204" pitchFamily="18" charset="0"/>
                            </a:rPr>
                          </m:ctrlPr>
                        </m:sSubPr>
                        <m:e>
                          <m:r>
                            <a:rPr lang="en-US" sz="2400" i="1">
                              <a:solidFill>
                                <a:schemeClr val="accent5"/>
                              </a:solidFill>
                              <a:latin typeface="Cambria Math" panose="02040503050406030204" pitchFamily="18" charset="0"/>
                            </a:rPr>
                            <m:t>𝐹</m:t>
                          </m:r>
                        </m:e>
                        <m:sub>
                          <m:r>
                            <a:rPr lang="en-US" sz="2400" i="1">
                              <a:solidFill>
                                <a:schemeClr val="accent5"/>
                              </a:solidFill>
                              <a:latin typeface="Cambria Math" panose="02040503050406030204" pitchFamily="18" charset="0"/>
                            </a:rPr>
                            <m:t>𝑒𝑟𝑟𝑜𝑟</m:t>
                          </m:r>
                        </m:sub>
                      </m:sSub>
                      <m:r>
                        <a:rPr lang="en-US" sz="2400" b="0" i="1" smtClean="0">
                          <a:solidFill>
                            <a:schemeClr val="tx1"/>
                          </a:solidFill>
                          <a:latin typeface="Cambria Math" panose="02040503050406030204" pitchFamily="18" charset="0"/>
                        </a:rPr>
                        <m:t>=</m:t>
                      </m:r>
                      <m:sSub>
                        <m:sSubPr>
                          <m:ctrlPr>
                            <a:rPr kumimoji="0" lang="en-US" sz="24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𝐹</m:t>
                          </m:r>
                        </m:e>
                        <m:sub>
                          <m:r>
                            <a:rPr kumimoji="0" lang="en-US" sz="24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𝑑𝑒𝑠𝑖𝑟𝑒𝑑</m:t>
                          </m:r>
                        </m:sub>
                      </m:sSub>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𝐹</m:t>
                          </m:r>
                        </m:e>
                        <m:sub>
                          <m:r>
                            <a:rPr kumimoji="0" lang="en-US" sz="2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𝑠𝑒𝑛𝑠𝑒</m:t>
                          </m:r>
                        </m:sub>
                      </m:sSub>
                    </m:oMath>
                  </m:oMathPara>
                </a14:m>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102" name="Rectangle 101">
                <a:extLst>
                  <a:ext uri="{FF2B5EF4-FFF2-40B4-BE49-F238E27FC236}">
                    <a16:creationId xmlns:a16="http://schemas.microsoft.com/office/drawing/2014/main" id="{7F210441-44DB-44DE-9FC3-0387D747D48D}"/>
                  </a:ext>
                </a:extLst>
              </p:cNvPr>
              <p:cNvSpPr>
                <a:spLocks noRot="1" noChangeAspect="1" noMove="1" noResize="1" noEditPoints="1" noAdjustHandles="1" noChangeArrowheads="1" noChangeShapeType="1" noTextEdit="1"/>
              </p:cNvSpPr>
              <p:nvPr/>
            </p:nvSpPr>
            <p:spPr>
              <a:xfrm>
                <a:off x="1334765" y="5003610"/>
                <a:ext cx="3527969" cy="461665"/>
              </a:xfrm>
              <a:prstGeom prst="rect">
                <a:avLst/>
              </a:prstGeom>
              <a:blipFill>
                <a:blip r:embed="rId11"/>
                <a:stretch>
                  <a:fillRect l="-173" b="-1316"/>
                </a:stretch>
              </a:blipFill>
            </p:spPr>
            <p:txBody>
              <a:bodyPr/>
              <a:lstStyle/>
              <a:p>
                <a:r>
                  <a:rPr lang="en-US">
                    <a:noFill/>
                  </a:rPr>
                  <a:t> </a:t>
                </a:r>
              </a:p>
            </p:txBody>
          </p:sp>
        </mc:Fallback>
      </mc:AlternateContent>
    </p:spTree>
    <p:extLst>
      <p:ext uri="{BB962C8B-B14F-4D97-AF65-F5344CB8AC3E}">
        <p14:creationId xmlns:p14="http://schemas.microsoft.com/office/powerpoint/2010/main" val="1897352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CFCDF-F962-AE44-4683-A4341C7C4A2E}"/>
              </a:ext>
            </a:extLst>
          </p:cNvPr>
          <p:cNvSpPr>
            <a:spLocks noGrp="1"/>
          </p:cNvSpPr>
          <p:nvPr>
            <p:ph type="title"/>
          </p:nvPr>
        </p:nvSpPr>
        <p:spPr/>
        <p:txBody>
          <a:bodyPr/>
          <a:lstStyle/>
          <a:p>
            <a:r>
              <a:rPr lang="en-US" dirty="0"/>
              <a:t>Chamfer Find</a:t>
            </a:r>
          </a:p>
        </p:txBody>
      </p:sp>
      <p:sp>
        <p:nvSpPr>
          <p:cNvPr id="3" name="Date Placeholder 2">
            <a:extLst>
              <a:ext uri="{FF2B5EF4-FFF2-40B4-BE49-F238E27FC236}">
                <a16:creationId xmlns:a16="http://schemas.microsoft.com/office/drawing/2014/main" id="{97E1FD14-60A4-F0FC-20CB-1364767CA929}"/>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CB7C7778-2F6D-0C44-B321-101CE311468E}"/>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FBD89025-F1C0-262F-A5F5-35B664D22FF3}"/>
              </a:ext>
            </a:extLst>
          </p:cNvPr>
          <p:cNvSpPr>
            <a:spLocks noGrp="1"/>
          </p:cNvSpPr>
          <p:nvPr>
            <p:ph type="sldNum" sz="quarter" idx="20"/>
          </p:nvPr>
        </p:nvSpPr>
        <p:spPr/>
        <p:txBody>
          <a:bodyPr/>
          <a:lstStyle/>
          <a:p>
            <a:fld id="{2D04F4CF-F641-6E4E-8F87-8EB8AA2BFA51}" type="slidenum">
              <a:rPr lang="en-US" smtClean="0"/>
              <a:pPr/>
              <a:t>18</a:t>
            </a:fld>
            <a:endParaRPr lang="en-US"/>
          </a:p>
        </p:txBody>
      </p:sp>
      <p:sp>
        <p:nvSpPr>
          <p:cNvPr id="6" name="Text Placeholder 5">
            <a:extLst>
              <a:ext uri="{FF2B5EF4-FFF2-40B4-BE49-F238E27FC236}">
                <a16:creationId xmlns:a16="http://schemas.microsoft.com/office/drawing/2014/main" id="{D8396909-D09F-B390-4895-3D94798F287E}"/>
              </a:ext>
            </a:extLst>
          </p:cNvPr>
          <p:cNvSpPr>
            <a:spLocks noGrp="1"/>
          </p:cNvSpPr>
          <p:nvPr>
            <p:ph type="body" sz="quarter" idx="10"/>
          </p:nvPr>
        </p:nvSpPr>
        <p:spPr/>
        <p:txBody>
          <a:bodyPr/>
          <a:lstStyle/>
          <a:p>
            <a:endParaRPr lang="en-US"/>
          </a:p>
        </p:txBody>
      </p:sp>
      <p:pic>
        <p:nvPicPr>
          <p:cNvPr id="26" name="Picture 25">
            <a:extLst>
              <a:ext uri="{FF2B5EF4-FFF2-40B4-BE49-F238E27FC236}">
                <a16:creationId xmlns:a16="http://schemas.microsoft.com/office/drawing/2014/main" id="{7B2F6834-CFE7-7C4C-6FC2-8DEC74DDC91B}"/>
              </a:ext>
            </a:extLst>
          </p:cNvPr>
          <p:cNvPicPr>
            <a:picLocks noChangeAspect="1"/>
          </p:cNvPicPr>
          <p:nvPr/>
        </p:nvPicPr>
        <p:blipFill rotWithShape="1">
          <a:blip r:embed="rId2"/>
          <a:srcRect l="89356"/>
          <a:stretch/>
        </p:blipFill>
        <p:spPr>
          <a:xfrm>
            <a:off x="3372059" y="2537587"/>
            <a:ext cx="977171" cy="1631126"/>
          </a:xfrm>
          <a:prstGeom prst="rect">
            <a:avLst/>
          </a:prstGeom>
        </p:spPr>
      </p:pic>
      <p:grpSp>
        <p:nvGrpSpPr>
          <p:cNvPr id="48" name="Group 47">
            <a:extLst>
              <a:ext uri="{FF2B5EF4-FFF2-40B4-BE49-F238E27FC236}">
                <a16:creationId xmlns:a16="http://schemas.microsoft.com/office/drawing/2014/main" id="{57B28ABB-77B7-890E-3C4E-AB105E7997CD}"/>
              </a:ext>
            </a:extLst>
          </p:cNvPr>
          <p:cNvGrpSpPr/>
          <p:nvPr/>
        </p:nvGrpSpPr>
        <p:grpSpPr>
          <a:xfrm>
            <a:off x="4301233" y="2537586"/>
            <a:ext cx="2340842" cy="2379282"/>
            <a:chOff x="4301233" y="3507081"/>
            <a:chExt cx="1387012" cy="1409789"/>
          </a:xfrm>
        </p:grpSpPr>
        <p:grpSp>
          <p:nvGrpSpPr>
            <p:cNvPr id="30" name="Group 29">
              <a:extLst>
                <a:ext uri="{FF2B5EF4-FFF2-40B4-BE49-F238E27FC236}">
                  <a16:creationId xmlns:a16="http://schemas.microsoft.com/office/drawing/2014/main" id="{980F7B52-1FBD-E6E1-1ACE-CE409BA8A81C}"/>
                </a:ext>
              </a:extLst>
            </p:cNvPr>
            <p:cNvGrpSpPr/>
            <p:nvPr/>
          </p:nvGrpSpPr>
          <p:grpSpPr>
            <a:xfrm>
              <a:off x="4573138" y="3507081"/>
              <a:ext cx="1097398" cy="333461"/>
              <a:chOff x="5525638" y="3348331"/>
              <a:chExt cx="1097398" cy="333461"/>
            </a:xfrm>
          </p:grpSpPr>
          <p:sp>
            <p:nvSpPr>
              <p:cNvPr id="28" name="Right Triangle 27">
                <a:extLst>
                  <a:ext uri="{FF2B5EF4-FFF2-40B4-BE49-F238E27FC236}">
                    <a16:creationId xmlns:a16="http://schemas.microsoft.com/office/drawing/2014/main" id="{740FE38F-98A4-6204-95B7-2EDDBE071321}"/>
                  </a:ext>
                </a:extLst>
              </p:cNvPr>
              <p:cNvSpPr/>
              <p:nvPr/>
            </p:nvSpPr>
            <p:spPr>
              <a:xfrm rot="10800000">
                <a:off x="5525638" y="3348680"/>
                <a:ext cx="1004907" cy="33311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E45C0A4-8C4E-0095-F484-668CF730EBD1}"/>
                  </a:ext>
                </a:extLst>
              </p:cNvPr>
              <p:cNvSpPr/>
              <p:nvPr/>
            </p:nvSpPr>
            <p:spPr>
              <a:xfrm>
                <a:off x="6530545" y="3348331"/>
                <a:ext cx="92491" cy="33311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11C3589A-8CEC-4912-8FE5-254F8A32334A}"/>
                </a:ext>
              </a:extLst>
            </p:cNvPr>
            <p:cNvGrpSpPr/>
            <p:nvPr/>
          </p:nvGrpSpPr>
          <p:grpSpPr>
            <a:xfrm flipV="1">
              <a:off x="4574167" y="4583410"/>
              <a:ext cx="1114078" cy="333460"/>
              <a:chOff x="5525638" y="3348332"/>
              <a:chExt cx="1114078" cy="333460"/>
            </a:xfrm>
          </p:grpSpPr>
          <p:sp>
            <p:nvSpPr>
              <p:cNvPr id="32" name="Right Triangle 31">
                <a:extLst>
                  <a:ext uri="{FF2B5EF4-FFF2-40B4-BE49-F238E27FC236}">
                    <a16:creationId xmlns:a16="http://schemas.microsoft.com/office/drawing/2014/main" id="{9A0D22A0-AD43-1C8E-0D35-70F3EA67DCC6}"/>
                  </a:ext>
                </a:extLst>
              </p:cNvPr>
              <p:cNvSpPr/>
              <p:nvPr/>
            </p:nvSpPr>
            <p:spPr>
              <a:xfrm rot="10800000">
                <a:off x="5525638" y="3348680"/>
                <a:ext cx="1004907" cy="33311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9175977-C8DA-5965-38A0-218D429332A2}"/>
                  </a:ext>
                </a:extLst>
              </p:cNvPr>
              <p:cNvSpPr/>
              <p:nvPr/>
            </p:nvSpPr>
            <p:spPr>
              <a:xfrm>
                <a:off x="6530545" y="3348332"/>
                <a:ext cx="109171" cy="3331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35" name="Straight Arrow Connector 34">
              <a:extLst>
                <a:ext uri="{FF2B5EF4-FFF2-40B4-BE49-F238E27FC236}">
                  <a16:creationId xmlns:a16="http://schemas.microsoft.com/office/drawing/2014/main" id="{54ABD586-A973-427A-6EE3-0330FB5391CE}"/>
                </a:ext>
              </a:extLst>
            </p:cNvPr>
            <p:cNvCxnSpPr>
              <a:cxnSpLocks/>
            </p:cNvCxnSpPr>
            <p:nvPr/>
          </p:nvCxnSpPr>
          <p:spPr>
            <a:xfrm>
              <a:off x="4301233" y="3710097"/>
              <a:ext cx="714689" cy="0"/>
            </a:xfrm>
            <a:prstGeom prst="straightConnector1">
              <a:avLst/>
            </a:prstGeom>
            <a:ln w="19050">
              <a:solidFill>
                <a:schemeClr val="accent4"/>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4B6361C-459E-7739-AA5D-E1A25996F3A3}"/>
                </a:ext>
              </a:extLst>
            </p:cNvPr>
            <p:cNvCxnSpPr>
              <a:cxnSpLocks/>
            </p:cNvCxnSpPr>
            <p:nvPr/>
          </p:nvCxnSpPr>
          <p:spPr>
            <a:xfrm>
              <a:off x="5036344" y="3710097"/>
              <a:ext cx="0" cy="1032808"/>
            </a:xfrm>
            <a:prstGeom prst="straightConnector1">
              <a:avLst/>
            </a:prstGeom>
            <a:ln w="19050">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65898B2-4AA4-26F8-CCE7-440531001890}"/>
                </a:ext>
              </a:extLst>
            </p:cNvPr>
            <p:cNvCxnSpPr>
              <a:cxnSpLocks/>
            </p:cNvCxnSpPr>
            <p:nvPr/>
          </p:nvCxnSpPr>
          <p:spPr>
            <a:xfrm flipH="1" flipV="1">
              <a:off x="5091114" y="3702209"/>
              <a:ext cx="0" cy="1032808"/>
            </a:xfrm>
            <a:prstGeom prst="straightConnector1">
              <a:avLst/>
            </a:prstGeom>
            <a:ln w="19050">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62E2365-19B0-7498-B2DA-CD1D51324371}"/>
                </a:ext>
              </a:extLst>
            </p:cNvPr>
            <p:cNvCxnSpPr>
              <a:cxnSpLocks/>
            </p:cNvCxnSpPr>
            <p:nvPr/>
          </p:nvCxnSpPr>
          <p:spPr>
            <a:xfrm>
              <a:off x="5150646" y="3717158"/>
              <a:ext cx="0" cy="468286"/>
            </a:xfrm>
            <a:prstGeom prst="straightConnector1">
              <a:avLst/>
            </a:prstGeom>
            <a:ln w="19050">
              <a:solidFill>
                <a:schemeClr val="accent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6AEEBF52-0E0B-D29D-75FE-122306C2BA2A}"/>
              </a:ext>
            </a:extLst>
          </p:cNvPr>
          <p:cNvSpPr txBox="1"/>
          <p:nvPr/>
        </p:nvSpPr>
        <p:spPr>
          <a:xfrm>
            <a:off x="4266663" y="2888373"/>
            <a:ext cx="1206171" cy="461665"/>
          </a:xfrm>
          <a:prstGeom prst="rect">
            <a:avLst/>
          </a:prstGeom>
        </p:spPr>
        <p:txBody>
          <a:bodyPr wrap="square" rtlCol="0">
            <a:spAutoFit/>
          </a:bodyPr>
          <a:lstStyle/>
          <a:p>
            <a:pPr algn="l"/>
            <a:r>
              <a:rPr lang="en-US" sz="1200" dirty="0">
                <a:solidFill>
                  <a:schemeClr val="accent4"/>
                </a:solidFill>
              </a:rPr>
              <a:t>1. Axial Move to Contact</a:t>
            </a:r>
          </a:p>
        </p:txBody>
      </p:sp>
      <p:sp>
        <p:nvSpPr>
          <p:cNvPr id="49" name="TextBox 48">
            <a:extLst>
              <a:ext uri="{FF2B5EF4-FFF2-40B4-BE49-F238E27FC236}">
                <a16:creationId xmlns:a16="http://schemas.microsoft.com/office/drawing/2014/main" id="{24709FE1-F3BB-B673-DB01-07B31AD1CBE6}"/>
              </a:ext>
            </a:extLst>
          </p:cNvPr>
          <p:cNvSpPr txBox="1"/>
          <p:nvPr/>
        </p:nvSpPr>
        <p:spPr>
          <a:xfrm>
            <a:off x="4301233" y="3914976"/>
            <a:ext cx="1253853" cy="461665"/>
          </a:xfrm>
          <a:prstGeom prst="rect">
            <a:avLst/>
          </a:prstGeom>
        </p:spPr>
        <p:txBody>
          <a:bodyPr wrap="square" rtlCol="0">
            <a:spAutoFit/>
          </a:bodyPr>
          <a:lstStyle/>
          <a:p>
            <a:pPr algn="r"/>
            <a:r>
              <a:rPr lang="en-US" sz="1200" dirty="0">
                <a:solidFill>
                  <a:schemeClr val="accent6"/>
                </a:solidFill>
              </a:rPr>
              <a:t>2. Lateral Move to Contact x2</a:t>
            </a:r>
          </a:p>
        </p:txBody>
      </p:sp>
      <p:sp>
        <p:nvSpPr>
          <p:cNvPr id="50" name="TextBox 49">
            <a:extLst>
              <a:ext uri="{FF2B5EF4-FFF2-40B4-BE49-F238E27FC236}">
                <a16:creationId xmlns:a16="http://schemas.microsoft.com/office/drawing/2014/main" id="{4410870C-4C5D-70E4-91CA-968E10C364C2}"/>
              </a:ext>
            </a:extLst>
          </p:cNvPr>
          <p:cNvSpPr txBox="1"/>
          <p:nvPr/>
        </p:nvSpPr>
        <p:spPr>
          <a:xfrm>
            <a:off x="5749422" y="3358628"/>
            <a:ext cx="862765" cy="646331"/>
          </a:xfrm>
          <a:prstGeom prst="rect">
            <a:avLst/>
          </a:prstGeom>
        </p:spPr>
        <p:txBody>
          <a:bodyPr wrap="square" rtlCol="0">
            <a:spAutoFit/>
          </a:bodyPr>
          <a:lstStyle/>
          <a:p>
            <a:r>
              <a:rPr lang="en-US" sz="1200" dirty="0">
                <a:solidFill>
                  <a:srgbClr val="34B2F1"/>
                </a:solidFill>
              </a:rPr>
              <a:t>3. Lateral Move to Center</a:t>
            </a:r>
          </a:p>
        </p:txBody>
      </p:sp>
    </p:spTree>
    <p:extLst>
      <p:ext uri="{BB962C8B-B14F-4D97-AF65-F5344CB8AC3E}">
        <p14:creationId xmlns:p14="http://schemas.microsoft.com/office/powerpoint/2010/main" val="595391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6837-481D-489E-B696-E165BFDB7302}"/>
              </a:ext>
            </a:extLst>
          </p:cNvPr>
          <p:cNvSpPr>
            <a:spLocks noGrp="1"/>
          </p:cNvSpPr>
          <p:nvPr>
            <p:ph type="title"/>
          </p:nvPr>
        </p:nvSpPr>
        <p:spPr/>
        <p:txBody>
          <a:bodyPr/>
          <a:lstStyle/>
          <a:p>
            <a:r>
              <a:rPr lang="en-US" dirty="0"/>
              <a:t>Control Diagrams</a:t>
            </a:r>
          </a:p>
        </p:txBody>
      </p:sp>
      <p:sp>
        <p:nvSpPr>
          <p:cNvPr id="3" name="Date Placeholder 2">
            <a:extLst>
              <a:ext uri="{FF2B5EF4-FFF2-40B4-BE49-F238E27FC236}">
                <a16:creationId xmlns:a16="http://schemas.microsoft.com/office/drawing/2014/main" id="{351D8013-10D0-4839-B616-4D086094F254}"/>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11986959-C7B7-4E1F-9FE9-FB32F31B7468}"/>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58FB275B-3535-45AA-9F5C-02AB2BEEBD7D}"/>
              </a:ext>
            </a:extLst>
          </p:cNvPr>
          <p:cNvSpPr>
            <a:spLocks noGrp="1"/>
          </p:cNvSpPr>
          <p:nvPr>
            <p:ph type="sldNum" sz="quarter" idx="20"/>
          </p:nvPr>
        </p:nvSpPr>
        <p:spPr/>
        <p:txBody>
          <a:bodyPr/>
          <a:lstStyle/>
          <a:p>
            <a:fld id="{2D04F4CF-F641-6E4E-8F87-8EB8AA2BFA51}" type="slidenum">
              <a:rPr lang="en-US" smtClean="0"/>
              <a:pPr/>
              <a:t>19</a:t>
            </a:fld>
            <a:endParaRPr lang="en-US"/>
          </a:p>
        </p:txBody>
      </p:sp>
      <p:sp>
        <p:nvSpPr>
          <p:cNvPr id="6" name="Text Placeholder 5">
            <a:extLst>
              <a:ext uri="{FF2B5EF4-FFF2-40B4-BE49-F238E27FC236}">
                <a16:creationId xmlns:a16="http://schemas.microsoft.com/office/drawing/2014/main" id="{CFD5193D-4BBE-4F7F-8FCA-0121884E6B66}"/>
              </a:ext>
            </a:extLst>
          </p:cNvPr>
          <p:cNvSpPr>
            <a:spLocks noGrp="1"/>
          </p:cNvSpPr>
          <p:nvPr>
            <p:ph type="body" sz="quarter" idx="10"/>
          </p:nvPr>
        </p:nvSpPr>
        <p:spPr/>
        <p:txBody>
          <a:bodyPr/>
          <a:lstStyle/>
          <a:p>
            <a:endParaRPr lang="en-US"/>
          </a:p>
        </p:txBody>
      </p:sp>
      <p:grpSp>
        <p:nvGrpSpPr>
          <p:cNvPr id="16" name="Group 15">
            <a:extLst>
              <a:ext uri="{FF2B5EF4-FFF2-40B4-BE49-F238E27FC236}">
                <a16:creationId xmlns:a16="http://schemas.microsoft.com/office/drawing/2014/main" id="{536416DF-A884-B325-0BE1-35477D916899}"/>
              </a:ext>
            </a:extLst>
          </p:cNvPr>
          <p:cNvGrpSpPr/>
          <p:nvPr/>
        </p:nvGrpSpPr>
        <p:grpSpPr>
          <a:xfrm>
            <a:off x="438272" y="1173021"/>
            <a:ext cx="110069" cy="466725"/>
            <a:chOff x="1718731" y="1866900"/>
            <a:chExt cx="110069" cy="466725"/>
          </a:xfrm>
        </p:grpSpPr>
        <p:cxnSp>
          <p:nvCxnSpPr>
            <p:cNvPr id="9" name="Straight Connector 8">
              <a:extLst>
                <a:ext uri="{FF2B5EF4-FFF2-40B4-BE49-F238E27FC236}">
                  <a16:creationId xmlns:a16="http://schemas.microsoft.com/office/drawing/2014/main" id="{F4CDC280-AE34-D652-C5F9-9D26D0E21446}"/>
                </a:ext>
              </a:extLst>
            </p:cNvPr>
            <p:cNvCxnSpPr/>
            <p:nvPr/>
          </p:nvCxnSpPr>
          <p:spPr>
            <a:xfrm>
              <a:off x="1828800" y="1866900"/>
              <a:ext cx="0" cy="46672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B2D294C-5699-0BAD-7F95-818797631C03}"/>
                </a:ext>
              </a:extLst>
            </p:cNvPr>
            <p:cNvCxnSpPr>
              <a:cxnSpLocks/>
            </p:cNvCxnSpPr>
            <p:nvPr/>
          </p:nvCxnSpPr>
          <p:spPr>
            <a:xfrm flipH="1">
              <a:off x="1718733" y="1917700"/>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F5A5AD6-9685-E8AC-D300-26E2322C3ADE}"/>
                </a:ext>
              </a:extLst>
            </p:cNvPr>
            <p:cNvCxnSpPr>
              <a:cxnSpLocks/>
            </p:cNvCxnSpPr>
            <p:nvPr/>
          </p:nvCxnSpPr>
          <p:spPr>
            <a:xfrm flipH="1">
              <a:off x="1718732" y="2024591"/>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F8FA60E-8119-69C0-C60A-953D42F17FBA}"/>
                </a:ext>
              </a:extLst>
            </p:cNvPr>
            <p:cNvCxnSpPr>
              <a:cxnSpLocks/>
            </p:cNvCxnSpPr>
            <p:nvPr/>
          </p:nvCxnSpPr>
          <p:spPr>
            <a:xfrm flipH="1">
              <a:off x="1718731" y="2125662"/>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82C119-E979-0EBC-9B68-C97636DAEC2D}"/>
                </a:ext>
              </a:extLst>
            </p:cNvPr>
            <p:cNvCxnSpPr>
              <a:cxnSpLocks/>
            </p:cNvCxnSpPr>
            <p:nvPr/>
          </p:nvCxnSpPr>
          <p:spPr>
            <a:xfrm flipH="1">
              <a:off x="1718731" y="2232024"/>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3E9F65C5-E05D-BDC6-B443-ACC8C07B1B75}"/>
              </a:ext>
            </a:extLst>
          </p:cNvPr>
          <p:cNvGrpSpPr/>
          <p:nvPr/>
        </p:nvGrpSpPr>
        <p:grpSpPr>
          <a:xfrm>
            <a:off x="836224" y="2073274"/>
            <a:ext cx="110069" cy="466725"/>
            <a:chOff x="1718731" y="1866900"/>
            <a:chExt cx="110069" cy="466725"/>
          </a:xfrm>
        </p:grpSpPr>
        <p:cxnSp>
          <p:nvCxnSpPr>
            <p:cNvPr id="18" name="Straight Connector 17">
              <a:extLst>
                <a:ext uri="{FF2B5EF4-FFF2-40B4-BE49-F238E27FC236}">
                  <a16:creationId xmlns:a16="http://schemas.microsoft.com/office/drawing/2014/main" id="{E6B1A2DA-06EF-4717-F2D7-1D4A5DC0CF30}"/>
                </a:ext>
              </a:extLst>
            </p:cNvPr>
            <p:cNvCxnSpPr/>
            <p:nvPr/>
          </p:nvCxnSpPr>
          <p:spPr>
            <a:xfrm>
              <a:off x="1828800" y="1866900"/>
              <a:ext cx="0" cy="46672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681436-A8FB-6622-C500-A9F9BC5B6290}"/>
                </a:ext>
              </a:extLst>
            </p:cNvPr>
            <p:cNvCxnSpPr>
              <a:cxnSpLocks/>
            </p:cNvCxnSpPr>
            <p:nvPr/>
          </p:nvCxnSpPr>
          <p:spPr>
            <a:xfrm flipH="1">
              <a:off x="1718733" y="1917700"/>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64AAC83-CA48-F1D0-A350-50BE642C2223}"/>
                </a:ext>
              </a:extLst>
            </p:cNvPr>
            <p:cNvCxnSpPr>
              <a:cxnSpLocks/>
            </p:cNvCxnSpPr>
            <p:nvPr/>
          </p:nvCxnSpPr>
          <p:spPr>
            <a:xfrm flipH="1">
              <a:off x="1718732" y="2024591"/>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E17A584-B02B-1250-1E4F-A720665C5249}"/>
                </a:ext>
              </a:extLst>
            </p:cNvPr>
            <p:cNvCxnSpPr>
              <a:cxnSpLocks/>
            </p:cNvCxnSpPr>
            <p:nvPr/>
          </p:nvCxnSpPr>
          <p:spPr>
            <a:xfrm flipH="1">
              <a:off x="1718731" y="2125662"/>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A279044-9F97-1CD6-AA4F-8B4C1C03D556}"/>
                </a:ext>
              </a:extLst>
            </p:cNvPr>
            <p:cNvCxnSpPr>
              <a:cxnSpLocks/>
            </p:cNvCxnSpPr>
            <p:nvPr/>
          </p:nvCxnSpPr>
          <p:spPr>
            <a:xfrm flipH="1">
              <a:off x="1718731" y="2232024"/>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32DC060C-C9EC-A8A7-2B9A-93F130F8D8BA}"/>
              </a:ext>
            </a:extLst>
          </p:cNvPr>
          <p:cNvGrpSpPr/>
          <p:nvPr/>
        </p:nvGrpSpPr>
        <p:grpSpPr>
          <a:xfrm>
            <a:off x="736998" y="1188560"/>
            <a:ext cx="509588" cy="173039"/>
            <a:chOff x="1946275" y="1773235"/>
            <a:chExt cx="509588" cy="173039"/>
          </a:xfrm>
        </p:grpSpPr>
        <p:cxnSp>
          <p:nvCxnSpPr>
            <p:cNvPr id="24" name="Straight Connector 23">
              <a:extLst>
                <a:ext uri="{FF2B5EF4-FFF2-40B4-BE49-F238E27FC236}">
                  <a16:creationId xmlns:a16="http://schemas.microsoft.com/office/drawing/2014/main" id="{BA982839-1E5C-411D-DB26-3B24E1CA5DDD}"/>
                </a:ext>
              </a:extLst>
            </p:cNvPr>
            <p:cNvCxnSpPr>
              <a:cxnSpLocks/>
            </p:cNvCxnSpPr>
            <p:nvPr/>
          </p:nvCxnSpPr>
          <p:spPr>
            <a:xfrm>
              <a:off x="1946275" y="1858960"/>
              <a:ext cx="20929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A376BF3-9258-FC6E-69B6-D0C5AACBDE5B}"/>
                </a:ext>
              </a:extLst>
            </p:cNvPr>
            <p:cNvCxnSpPr/>
            <p:nvPr/>
          </p:nvCxnSpPr>
          <p:spPr>
            <a:xfrm>
              <a:off x="2063496" y="1774824"/>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B672011-45C1-58A6-28E6-285472391097}"/>
                </a:ext>
              </a:extLst>
            </p:cNvPr>
            <p:cNvCxnSpPr/>
            <p:nvPr/>
          </p:nvCxnSpPr>
          <p:spPr>
            <a:xfrm>
              <a:off x="2063495" y="1944685"/>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E01B279-B4DC-EE56-BC60-B6E06A3812EE}"/>
                </a:ext>
              </a:extLst>
            </p:cNvPr>
            <p:cNvCxnSpPr>
              <a:cxnSpLocks/>
            </p:cNvCxnSpPr>
            <p:nvPr/>
          </p:nvCxnSpPr>
          <p:spPr>
            <a:xfrm>
              <a:off x="2314320" y="1774824"/>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74F9F3B-9BA8-6968-CD5F-242087A40EA0}"/>
                </a:ext>
              </a:extLst>
            </p:cNvPr>
            <p:cNvCxnSpPr>
              <a:cxnSpLocks/>
            </p:cNvCxnSpPr>
            <p:nvPr/>
          </p:nvCxnSpPr>
          <p:spPr>
            <a:xfrm>
              <a:off x="2155570" y="1773235"/>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AAF6F26-C385-553B-D98F-9FFD3219D2D8}"/>
                </a:ext>
              </a:extLst>
            </p:cNvPr>
            <p:cNvCxnSpPr>
              <a:cxnSpLocks/>
            </p:cNvCxnSpPr>
            <p:nvPr/>
          </p:nvCxnSpPr>
          <p:spPr>
            <a:xfrm>
              <a:off x="2314583" y="1862136"/>
              <a:ext cx="14128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FE1CDDD5-3F31-BC83-792F-BB492F2B6D34}"/>
              </a:ext>
            </a:extLst>
          </p:cNvPr>
          <p:cNvGrpSpPr/>
          <p:nvPr/>
        </p:nvGrpSpPr>
        <p:grpSpPr>
          <a:xfrm>
            <a:off x="1656910" y="1160585"/>
            <a:ext cx="509585" cy="152136"/>
            <a:chOff x="1829339" y="1346589"/>
            <a:chExt cx="509585" cy="152136"/>
          </a:xfrm>
        </p:grpSpPr>
        <p:cxnSp>
          <p:nvCxnSpPr>
            <p:cNvPr id="44" name="Straight Connector 43">
              <a:extLst>
                <a:ext uri="{FF2B5EF4-FFF2-40B4-BE49-F238E27FC236}">
                  <a16:creationId xmlns:a16="http://schemas.microsoft.com/office/drawing/2014/main" id="{FBC4BEF9-8645-1BC9-24CD-22C5BDFF0DE8}"/>
                </a:ext>
              </a:extLst>
            </p:cNvPr>
            <p:cNvCxnSpPr>
              <a:cxnSpLocks/>
            </p:cNvCxnSpPr>
            <p:nvPr/>
          </p:nvCxnSpPr>
          <p:spPr>
            <a:xfrm>
              <a:off x="2213496" y="1420671"/>
              <a:ext cx="125428" cy="15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22B34B1-345A-D83A-D724-E52834C89C93}"/>
                </a:ext>
              </a:extLst>
            </p:cNvPr>
            <p:cNvCxnSpPr>
              <a:cxnSpLocks/>
            </p:cNvCxnSpPr>
            <p:nvPr/>
          </p:nvCxnSpPr>
          <p:spPr>
            <a:xfrm>
              <a:off x="1829339" y="1421464"/>
              <a:ext cx="11722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C1993F4-651F-1722-DF2F-35719EC7E050}"/>
                </a:ext>
              </a:extLst>
            </p:cNvPr>
            <p:cNvCxnSpPr>
              <a:cxnSpLocks/>
            </p:cNvCxnSpPr>
            <p:nvPr/>
          </p:nvCxnSpPr>
          <p:spPr>
            <a:xfrm flipV="1">
              <a:off x="1944834" y="1346589"/>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E9C0386-1D7E-C4E5-AEB3-979B76296159}"/>
                </a:ext>
              </a:extLst>
            </p:cNvPr>
            <p:cNvCxnSpPr>
              <a:cxnSpLocks/>
            </p:cNvCxnSpPr>
            <p:nvPr/>
          </p:nvCxnSpPr>
          <p:spPr>
            <a:xfrm flipV="1">
              <a:off x="2044577" y="1348707"/>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6F8E42C-F916-B42E-AFF5-86B87EE8167A}"/>
                </a:ext>
              </a:extLst>
            </p:cNvPr>
            <p:cNvCxnSpPr>
              <a:cxnSpLocks/>
            </p:cNvCxnSpPr>
            <p:nvPr/>
          </p:nvCxnSpPr>
          <p:spPr>
            <a:xfrm flipH="1" flipV="1">
              <a:off x="1978004" y="134949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D30536C-E6C4-925D-1652-DD2B4603895C}"/>
                </a:ext>
              </a:extLst>
            </p:cNvPr>
            <p:cNvCxnSpPr>
              <a:cxnSpLocks/>
            </p:cNvCxnSpPr>
            <p:nvPr/>
          </p:nvCxnSpPr>
          <p:spPr>
            <a:xfrm flipH="1" flipV="1">
              <a:off x="2111772" y="134711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4EF7CC3-18A1-D05F-2867-CD153804E3BB}"/>
                </a:ext>
              </a:extLst>
            </p:cNvPr>
            <p:cNvCxnSpPr>
              <a:cxnSpLocks/>
            </p:cNvCxnSpPr>
            <p:nvPr/>
          </p:nvCxnSpPr>
          <p:spPr>
            <a:xfrm flipV="1">
              <a:off x="2182052" y="1424377"/>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F4FC76C8-9789-B1A5-9C17-3165DFEED400}"/>
              </a:ext>
            </a:extLst>
          </p:cNvPr>
          <p:cNvGrpSpPr/>
          <p:nvPr/>
        </p:nvGrpSpPr>
        <p:grpSpPr>
          <a:xfrm>
            <a:off x="953260" y="2124074"/>
            <a:ext cx="509588" cy="173039"/>
            <a:chOff x="1946275" y="1773235"/>
            <a:chExt cx="509588" cy="173039"/>
          </a:xfrm>
        </p:grpSpPr>
        <p:cxnSp>
          <p:nvCxnSpPr>
            <p:cNvPr id="66" name="Straight Connector 65">
              <a:extLst>
                <a:ext uri="{FF2B5EF4-FFF2-40B4-BE49-F238E27FC236}">
                  <a16:creationId xmlns:a16="http://schemas.microsoft.com/office/drawing/2014/main" id="{4B240F9D-A806-5856-11A8-646B04F71CB0}"/>
                </a:ext>
              </a:extLst>
            </p:cNvPr>
            <p:cNvCxnSpPr>
              <a:cxnSpLocks/>
            </p:cNvCxnSpPr>
            <p:nvPr/>
          </p:nvCxnSpPr>
          <p:spPr>
            <a:xfrm>
              <a:off x="1946275" y="1858960"/>
              <a:ext cx="20929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627D2BB-9F6B-3A7F-4896-731A609EC721}"/>
                </a:ext>
              </a:extLst>
            </p:cNvPr>
            <p:cNvCxnSpPr/>
            <p:nvPr/>
          </p:nvCxnSpPr>
          <p:spPr>
            <a:xfrm>
              <a:off x="2063496" y="1774824"/>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503AD41-88A5-E09B-83FA-A2CD771060D9}"/>
                </a:ext>
              </a:extLst>
            </p:cNvPr>
            <p:cNvCxnSpPr/>
            <p:nvPr/>
          </p:nvCxnSpPr>
          <p:spPr>
            <a:xfrm>
              <a:off x="2063495" y="1944685"/>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934D8A0-6766-3674-9311-A75C33F2E114}"/>
                </a:ext>
              </a:extLst>
            </p:cNvPr>
            <p:cNvCxnSpPr>
              <a:cxnSpLocks/>
            </p:cNvCxnSpPr>
            <p:nvPr/>
          </p:nvCxnSpPr>
          <p:spPr>
            <a:xfrm>
              <a:off x="2314320" y="1774824"/>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6E67B0C-8029-80E4-1565-F3E58C243A9B}"/>
                </a:ext>
              </a:extLst>
            </p:cNvPr>
            <p:cNvCxnSpPr>
              <a:cxnSpLocks/>
            </p:cNvCxnSpPr>
            <p:nvPr/>
          </p:nvCxnSpPr>
          <p:spPr>
            <a:xfrm>
              <a:off x="2155570" y="1773235"/>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CFDE14D-BB41-501F-8D87-FFA92C96325A}"/>
                </a:ext>
              </a:extLst>
            </p:cNvPr>
            <p:cNvCxnSpPr>
              <a:cxnSpLocks/>
            </p:cNvCxnSpPr>
            <p:nvPr/>
          </p:nvCxnSpPr>
          <p:spPr>
            <a:xfrm>
              <a:off x="2314583" y="1862136"/>
              <a:ext cx="141280" cy="0"/>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8F894B0A-2F9C-F4CA-61FF-944F620A326A}"/>
                  </a:ext>
                </a:extLst>
              </p:cNvPr>
              <p:cNvSpPr/>
              <p:nvPr/>
            </p:nvSpPr>
            <p:spPr>
              <a:xfrm>
                <a:off x="1464811" y="2089147"/>
                <a:ext cx="430664" cy="438151"/>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𝐽</m:t>
                          </m:r>
                        </m:e>
                        <m:sub>
                          <m:r>
                            <a:rPr lang="en-US" sz="1600" b="0" i="1" smtClean="0">
                              <a:solidFill>
                                <a:schemeClr val="tx1"/>
                              </a:solidFill>
                              <a:latin typeface="Cambria Math" panose="02040503050406030204" pitchFamily="18" charset="0"/>
                            </a:rPr>
                            <m:t>𝑚</m:t>
                          </m:r>
                        </m:sub>
                      </m:sSub>
                    </m:oMath>
                  </m:oMathPara>
                </a14:m>
                <a:endParaRPr lang="en-US" sz="1600" dirty="0">
                  <a:solidFill>
                    <a:schemeClr val="tx1"/>
                  </a:solidFill>
                </a:endParaRPr>
              </a:p>
            </p:txBody>
          </p:sp>
        </mc:Choice>
        <mc:Fallback xmlns="">
          <p:sp>
            <p:nvSpPr>
              <p:cNvPr id="72" name="Rectangle 71">
                <a:extLst>
                  <a:ext uri="{FF2B5EF4-FFF2-40B4-BE49-F238E27FC236}">
                    <a16:creationId xmlns:a16="http://schemas.microsoft.com/office/drawing/2014/main" id="{8F894B0A-2F9C-F4CA-61FF-944F620A326A}"/>
                  </a:ext>
                </a:extLst>
              </p:cNvPr>
              <p:cNvSpPr>
                <a:spLocks noRot="1" noChangeAspect="1" noMove="1" noResize="1" noEditPoints="1" noAdjustHandles="1" noChangeArrowheads="1" noChangeShapeType="1" noTextEdit="1"/>
              </p:cNvSpPr>
              <p:nvPr/>
            </p:nvSpPr>
            <p:spPr>
              <a:xfrm>
                <a:off x="1464811" y="2089147"/>
                <a:ext cx="430664" cy="438151"/>
              </a:xfrm>
              <a:prstGeom prst="rect">
                <a:avLst/>
              </a:prstGeom>
              <a:blipFill>
                <a:blip r:embed="rId2"/>
                <a:stretch>
                  <a:fillRect/>
                </a:stretch>
              </a:blipFill>
              <a:ln w="12700"/>
            </p:spPr>
            <p:txBody>
              <a:bodyPr/>
              <a:lstStyle/>
              <a:p>
                <a:r>
                  <a:rPr lang="en-US">
                    <a:noFill/>
                  </a:rPr>
                  <a:t> </a:t>
                </a:r>
              </a:p>
            </p:txBody>
          </p:sp>
        </mc:Fallback>
      </mc:AlternateContent>
      <p:sp>
        <p:nvSpPr>
          <p:cNvPr id="73" name="Arrow: Right 72">
            <a:extLst>
              <a:ext uri="{FF2B5EF4-FFF2-40B4-BE49-F238E27FC236}">
                <a16:creationId xmlns:a16="http://schemas.microsoft.com/office/drawing/2014/main" id="{52F04A15-33A3-FC18-EBD2-64AFA89935C5}"/>
              </a:ext>
            </a:extLst>
          </p:cNvPr>
          <p:cNvSpPr/>
          <p:nvPr/>
        </p:nvSpPr>
        <p:spPr>
          <a:xfrm>
            <a:off x="1070480" y="2376486"/>
            <a:ext cx="392359" cy="122234"/>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7FDC31A7-D595-5A7E-6F06-DCBB4EE3F05B}"/>
                  </a:ext>
                </a:extLst>
              </p:cNvPr>
              <p:cNvSpPr/>
              <p:nvPr/>
            </p:nvSpPr>
            <p:spPr>
              <a:xfrm>
                <a:off x="2572882" y="1139680"/>
                <a:ext cx="615189" cy="438151"/>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𝐽</m:t>
                          </m:r>
                        </m:e>
                        <m:sub>
                          <m:r>
                            <a:rPr lang="en-US" b="0" i="1" smtClean="0">
                              <a:solidFill>
                                <a:schemeClr val="tx1"/>
                              </a:solidFill>
                              <a:latin typeface="Cambria Math" panose="02040503050406030204" pitchFamily="18" charset="0"/>
                            </a:rPr>
                            <m:t>𝑟</m:t>
                          </m:r>
                        </m:sub>
                      </m:sSub>
                    </m:oMath>
                  </m:oMathPara>
                </a14:m>
                <a:endParaRPr lang="en-US" dirty="0">
                  <a:solidFill>
                    <a:schemeClr val="tx1"/>
                  </a:solidFill>
                </a:endParaRPr>
              </a:p>
            </p:txBody>
          </p:sp>
        </mc:Choice>
        <mc:Fallback xmlns="">
          <p:sp>
            <p:nvSpPr>
              <p:cNvPr id="74" name="Rectangle 73">
                <a:extLst>
                  <a:ext uri="{FF2B5EF4-FFF2-40B4-BE49-F238E27FC236}">
                    <a16:creationId xmlns:a16="http://schemas.microsoft.com/office/drawing/2014/main" id="{7FDC31A7-D595-5A7E-6F06-DCBB4EE3F05B}"/>
                  </a:ext>
                </a:extLst>
              </p:cNvPr>
              <p:cNvSpPr>
                <a:spLocks noRot="1" noChangeAspect="1" noMove="1" noResize="1" noEditPoints="1" noAdjustHandles="1" noChangeArrowheads="1" noChangeShapeType="1" noTextEdit="1"/>
              </p:cNvSpPr>
              <p:nvPr/>
            </p:nvSpPr>
            <p:spPr>
              <a:xfrm>
                <a:off x="2572882" y="1139680"/>
                <a:ext cx="615189" cy="438151"/>
              </a:xfrm>
              <a:prstGeom prst="rect">
                <a:avLst/>
              </a:prstGeom>
              <a:blipFill>
                <a:blip r:embed="rId3"/>
                <a:stretch>
                  <a:fillRect/>
                </a:stretch>
              </a:blipFill>
              <a:ln w="12700"/>
            </p:spPr>
            <p:txBody>
              <a:bodyPr/>
              <a:lstStyle/>
              <a:p>
                <a:r>
                  <a:rPr lang="en-US">
                    <a:noFill/>
                  </a:rPr>
                  <a:t> </a:t>
                </a:r>
              </a:p>
            </p:txBody>
          </p:sp>
        </mc:Fallback>
      </mc:AlternateContent>
      <p:sp>
        <p:nvSpPr>
          <p:cNvPr id="75" name="Arrow: Right 74">
            <a:extLst>
              <a:ext uri="{FF2B5EF4-FFF2-40B4-BE49-F238E27FC236}">
                <a16:creationId xmlns:a16="http://schemas.microsoft.com/office/drawing/2014/main" id="{5CF9E3D7-3C4E-17DB-04B3-CAAAAE5DFFA1}"/>
              </a:ext>
            </a:extLst>
          </p:cNvPr>
          <p:cNvSpPr/>
          <p:nvPr/>
        </p:nvSpPr>
        <p:spPr>
          <a:xfrm>
            <a:off x="3340189" y="1284149"/>
            <a:ext cx="392359" cy="122234"/>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C2922420-12EB-965D-A210-D382A3C78A1F}"/>
                  </a:ext>
                </a:extLst>
              </p:cNvPr>
              <p:cNvSpPr txBox="1"/>
              <p:nvPr/>
            </p:nvSpPr>
            <p:spPr>
              <a:xfrm>
                <a:off x="1006707" y="1776079"/>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𝐷</m:t>
                          </m:r>
                        </m:e>
                        <m:sub>
                          <m:r>
                            <a:rPr lang="en-US" sz="1600" b="0" i="1" smtClean="0">
                              <a:latin typeface="Cambria Math" panose="02040503050406030204" pitchFamily="18" charset="0"/>
                            </a:rPr>
                            <m:t>𝑚</m:t>
                          </m:r>
                        </m:sub>
                      </m:sSub>
                    </m:oMath>
                  </m:oMathPara>
                </a14:m>
                <a:endParaRPr lang="en-US" sz="1600" dirty="0"/>
              </a:p>
            </p:txBody>
          </p:sp>
        </mc:Choice>
        <mc:Fallback xmlns="">
          <p:sp>
            <p:nvSpPr>
              <p:cNvPr id="76" name="TextBox 75">
                <a:extLst>
                  <a:ext uri="{FF2B5EF4-FFF2-40B4-BE49-F238E27FC236}">
                    <a16:creationId xmlns:a16="http://schemas.microsoft.com/office/drawing/2014/main" id="{C2922420-12EB-965D-A210-D382A3C78A1F}"/>
                  </a:ext>
                </a:extLst>
              </p:cNvPr>
              <p:cNvSpPr txBox="1">
                <a:spLocks noRot="1" noChangeAspect="1" noMove="1" noResize="1" noEditPoints="1" noAdjustHandles="1" noChangeArrowheads="1" noChangeShapeType="1" noTextEdit="1"/>
              </p:cNvSpPr>
              <p:nvPr/>
            </p:nvSpPr>
            <p:spPr>
              <a:xfrm>
                <a:off x="1006707" y="1776079"/>
                <a:ext cx="300277" cy="338554"/>
              </a:xfrm>
              <a:prstGeom prst="rect">
                <a:avLst/>
              </a:prstGeom>
              <a:blipFill>
                <a:blip r:embed="rId4"/>
                <a:stretch>
                  <a:fillRect r="-326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EADB5698-20B7-C71A-269F-F4DDB3763EE5}"/>
                  </a:ext>
                </a:extLst>
              </p:cNvPr>
              <p:cNvSpPr txBox="1"/>
              <p:nvPr/>
            </p:nvSpPr>
            <p:spPr>
              <a:xfrm>
                <a:off x="1021028" y="2408816"/>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𝜏</m:t>
                          </m:r>
                        </m:e>
                        <m:sub>
                          <m:r>
                            <a:rPr lang="en-US" sz="1600" b="0" i="1" smtClean="0">
                              <a:latin typeface="Cambria Math" panose="02040503050406030204" pitchFamily="18" charset="0"/>
                            </a:rPr>
                            <m:t>𝑚</m:t>
                          </m:r>
                        </m:sub>
                      </m:sSub>
                    </m:oMath>
                  </m:oMathPara>
                </a14:m>
                <a:endParaRPr lang="en-US" sz="1600" dirty="0"/>
              </a:p>
            </p:txBody>
          </p:sp>
        </mc:Choice>
        <mc:Fallback xmlns="">
          <p:sp>
            <p:nvSpPr>
              <p:cNvPr id="77" name="TextBox 76">
                <a:extLst>
                  <a:ext uri="{FF2B5EF4-FFF2-40B4-BE49-F238E27FC236}">
                    <a16:creationId xmlns:a16="http://schemas.microsoft.com/office/drawing/2014/main" id="{EADB5698-20B7-C71A-269F-F4DDB3763EE5}"/>
                  </a:ext>
                </a:extLst>
              </p:cNvPr>
              <p:cNvSpPr txBox="1">
                <a:spLocks noRot="1" noChangeAspect="1" noMove="1" noResize="1" noEditPoints="1" noAdjustHandles="1" noChangeArrowheads="1" noChangeShapeType="1" noTextEdit="1"/>
              </p:cNvSpPr>
              <p:nvPr/>
            </p:nvSpPr>
            <p:spPr>
              <a:xfrm>
                <a:off x="1021028" y="2408816"/>
                <a:ext cx="300277" cy="338554"/>
              </a:xfrm>
              <a:prstGeom prst="rect">
                <a:avLst/>
              </a:prstGeom>
              <a:blipFill>
                <a:blip r:embed="rId5"/>
                <a:stretch>
                  <a:fillRect r="-1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89B59AD3-3349-961E-7AC9-1E9B1DF3B965}"/>
                  </a:ext>
                </a:extLst>
              </p:cNvPr>
              <p:cNvSpPr/>
              <p:nvPr/>
            </p:nvSpPr>
            <p:spPr>
              <a:xfrm>
                <a:off x="2414713" y="2089147"/>
                <a:ext cx="430664" cy="438151"/>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𝐽</m:t>
                          </m:r>
                        </m:e>
                        <m:sub>
                          <m:r>
                            <a:rPr lang="en-US" sz="1600" b="0" i="1" smtClean="0">
                              <a:solidFill>
                                <a:schemeClr val="tx1"/>
                              </a:solidFill>
                              <a:latin typeface="Cambria Math" panose="02040503050406030204" pitchFamily="18" charset="0"/>
                            </a:rPr>
                            <m:t>𝑜</m:t>
                          </m:r>
                        </m:sub>
                      </m:sSub>
                    </m:oMath>
                  </m:oMathPara>
                </a14:m>
                <a:endParaRPr lang="en-US" sz="1600" dirty="0">
                  <a:solidFill>
                    <a:schemeClr val="tx1"/>
                  </a:solidFill>
                </a:endParaRPr>
              </a:p>
            </p:txBody>
          </p:sp>
        </mc:Choice>
        <mc:Fallback xmlns="">
          <p:sp>
            <p:nvSpPr>
              <p:cNvPr id="78" name="Rectangle 77">
                <a:extLst>
                  <a:ext uri="{FF2B5EF4-FFF2-40B4-BE49-F238E27FC236}">
                    <a16:creationId xmlns:a16="http://schemas.microsoft.com/office/drawing/2014/main" id="{89B59AD3-3349-961E-7AC9-1E9B1DF3B965}"/>
                  </a:ext>
                </a:extLst>
              </p:cNvPr>
              <p:cNvSpPr>
                <a:spLocks noRot="1" noChangeAspect="1" noMove="1" noResize="1" noEditPoints="1" noAdjustHandles="1" noChangeArrowheads="1" noChangeShapeType="1" noTextEdit="1"/>
              </p:cNvSpPr>
              <p:nvPr/>
            </p:nvSpPr>
            <p:spPr>
              <a:xfrm>
                <a:off x="2414713" y="2089147"/>
                <a:ext cx="430664" cy="438151"/>
              </a:xfrm>
              <a:prstGeom prst="rect">
                <a:avLst/>
              </a:prstGeom>
              <a:blipFill>
                <a:blip r:embed="rId6"/>
                <a:stretch>
                  <a:fillRect/>
                </a:stretch>
              </a:blipFill>
              <a:ln w="12700"/>
            </p:spPr>
            <p:txBody>
              <a:bodyPr/>
              <a:lstStyle/>
              <a:p>
                <a:r>
                  <a:rPr lang="en-US">
                    <a:noFill/>
                  </a:rPr>
                  <a:t> </a:t>
                </a:r>
              </a:p>
            </p:txBody>
          </p:sp>
        </mc:Fallback>
      </mc:AlternateContent>
      <p:grpSp>
        <p:nvGrpSpPr>
          <p:cNvPr id="79" name="Group 78">
            <a:extLst>
              <a:ext uri="{FF2B5EF4-FFF2-40B4-BE49-F238E27FC236}">
                <a16:creationId xmlns:a16="http://schemas.microsoft.com/office/drawing/2014/main" id="{2D9BB3E0-AB21-9588-43A2-4D73FFF58900}"/>
              </a:ext>
            </a:extLst>
          </p:cNvPr>
          <p:cNvGrpSpPr/>
          <p:nvPr/>
        </p:nvGrpSpPr>
        <p:grpSpPr>
          <a:xfrm>
            <a:off x="1898650" y="2133597"/>
            <a:ext cx="509588" cy="173039"/>
            <a:chOff x="1946275" y="1773235"/>
            <a:chExt cx="509588" cy="173039"/>
          </a:xfrm>
        </p:grpSpPr>
        <p:cxnSp>
          <p:nvCxnSpPr>
            <p:cNvPr id="80" name="Straight Connector 79">
              <a:extLst>
                <a:ext uri="{FF2B5EF4-FFF2-40B4-BE49-F238E27FC236}">
                  <a16:creationId xmlns:a16="http://schemas.microsoft.com/office/drawing/2014/main" id="{A8779C8C-38B1-5C3A-3BB1-FEF83971ADEE}"/>
                </a:ext>
              </a:extLst>
            </p:cNvPr>
            <p:cNvCxnSpPr>
              <a:cxnSpLocks/>
            </p:cNvCxnSpPr>
            <p:nvPr/>
          </p:nvCxnSpPr>
          <p:spPr>
            <a:xfrm>
              <a:off x="1946275" y="1858960"/>
              <a:ext cx="20929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0576741-6CF5-C3B4-954E-0AD9ACDD1AF4}"/>
                </a:ext>
              </a:extLst>
            </p:cNvPr>
            <p:cNvCxnSpPr/>
            <p:nvPr/>
          </p:nvCxnSpPr>
          <p:spPr>
            <a:xfrm>
              <a:off x="2063496" y="1774824"/>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28FAB29C-C62F-0C5F-1E35-AF529974E220}"/>
                </a:ext>
              </a:extLst>
            </p:cNvPr>
            <p:cNvCxnSpPr/>
            <p:nvPr/>
          </p:nvCxnSpPr>
          <p:spPr>
            <a:xfrm>
              <a:off x="2063495" y="1944685"/>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78106F3-C160-6FCA-2411-F2E398D3D15F}"/>
                </a:ext>
              </a:extLst>
            </p:cNvPr>
            <p:cNvCxnSpPr>
              <a:cxnSpLocks/>
            </p:cNvCxnSpPr>
            <p:nvPr/>
          </p:nvCxnSpPr>
          <p:spPr>
            <a:xfrm>
              <a:off x="2314320" y="1774824"/>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7D4249B2-422D-53C0-A11C-B75A9536CBBB}"/>
                </a:ext>
              </a:extLst>
            </p:cNvPr>
            <p:cNvCxnSpPr>
              <a:cxnSpLocks/>
            </p:cNvCxnSpPr>
            <p:nvPr/>
          </p:nvCxnSpPr>
          <p:spPr>
            <a:xfrm>
              <a:off x="2155570" y="1773235"/>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13AC4CA-2AE8-8328-A0C2-F007ABE2C4D4}"/>
                </a:ext>
              </a:extLst>
            </p:cNvPr>
            <p:cNvCxnSpPr>
              <a:cxnSpLocks/>
            </p:cNvCxnSpPr>
            <p:nvPr/>
          </p:nvCxnSpPr>
          <p:spPr>
            <a:xfrm>
              <a:off x="2314583" y="1862136"/>
              <a:ext cx="14128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890A94C5-98DC-9069-50BD-70C329091FAE}"/>
              </a:ext>
            </a:extLst>
          </p:cNvPr>
          <p:cNvGrpSpPr/>
          <p:nvPr/>
        </p:nvGrpSpPr>
        <p:grpSpPr>
          <a:xfrm>
            <a:off x="1901232" y="2360738"/>
            <a:ext cx="509585" cy="152136"/>
            <a:chOff x="1829339" y="1346589"/>
            <a:chExt cx="509585" cy="152136"/>
          </a:xfrm>
        </p:grpSpPr>
        <p:cxnSp>
          <p:nvCxnSpPr>
            <p:cNvPr id="87" name="Straight Connector 86">
              <a:extLst>
                <a:ext uri="{FF2B5EF4-FFF2-40B4-BE49-F238E27FC236}">
                  <a16:creationId xmlns:a16="http://schemas.microsoft.com/office/drawing/2014/main" id="{1F4276FC-C23B-7B8C-30AC-EADCE5EAAF20}"/>
                </a:ext>
              </a:extLst>
            </p:cNvPr>
            <p:cNvCxnSpPr>
              <a:cxnSpLocks/>
            </p:cNvCxnSpPr>
            <p:nvPr/>
          </p:nvCxnSpPr>
          <p:spPr>
            <a:xfrm>
              <a:off x="2213496" y="1420671"/>
              <a:ext cx="125428" cy="15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76B5EBC-FCFE-3BB3-7D0E-FADFDC787B03}"/>
                </a:ext>
              </a:extLst>
            </p:cNvPr>
            <p:cNvCxnSpPr>
              <a:cxnSpLocks/>
            </p:cNvCxnSpPr>
            <p:nvPr/>
          </p:nvCxnSpPr>
          <p:spPr>
            <a:xfrm>
              <a:off x="1829339" y="1421464"/>
              <a:ext cx="11722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8D6AF81-CD59-8448-3ADD-4A295BE7DAEB}"/>
                </a:ext>
              </a:extLst>
            </p:cNvPr>
            <p:cNvCxnSpPr>
              <a:cxnSpLocks/>
            </p:cNvCxnSpPr>
            <p:nvPr/>
          </p:nvCxnSpPr>
          <p:spPr>
            <a:xfrm flipV="1">
              <a:off x="1944834" y="1346589"/>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868991D-EE43-2234-B733-34FA2A70E947}"/>
                </a:ext>
              </a:extLst>
            </p:cNvPr>
            <p:cNvCxnSpPr>
              <a:cxnSpLocks/>
            </p:cNvCxnSpPr>
            <p:nvPr/>
          </p:nvCxnSpPr>
          <p:spPr>
            <a:xfrm flipV="1">
              <a:off x="2044577" y="1348707"/>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78C0051-09BC-AEFD-B269-1829A6EB7B52}"/>
                </a:ext>
              </a:extLst>
            </p:cNvPr>
            <p:cNvCxnSpPr>
              <a:cxnSpLocks/>
            </p:cNvCxnSpPr>
            <p:nvPr/>
          </p:nvCxnSpPr>
          <p:spPr>
            <a:xfrm flipH="1" flipV="1">
              <a:off x="1978004" y="134949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6B4B909-4B27-FF0B-FAC2-65F81B1C71E3}"/>
                </a:ext>
              </a:extLst>
            </p:cNvPr>
            <p:cNvCxnSpPr>
              <a:cxnSpLocks/>
            </p:cNvCxnSpPr>
            <p:nvPr/>
          </p:nvCxnSpPr>
          <p:spPr>
            <a:xfrm flipH="1" flipV="1">
              <a:off x="2111772" y="134711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DE23693-657A-C027-DEE2-4E41AC51A573}"/>
                </a:ext>
              </a:extLst>
            </p:cNvPr>
            <p:cNvCxnSpPr>
              <a:cxnSpLocks/>
            </p:cNvCxnSpPr>
            <p:nvPr/>
          </p:nvCxnSpPr>
          <p:spPr>
            <a:xfrm flipV="1">
              <a:off x="2182052" y="1424377"/>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DAEBB65-DB97-467F-E66C-FD3D67EFE214}"/>
                  </a:ext>
                </a:extLst>
              </p:cNvPr>
              <p:cNvSpPr txBox="1"/>
              <p:nvPr/>
            </p:nvSpPr>
            <p:spPr>
              <a:xfrm>
                <a:off x="1950164" y="1772623"/>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𝐷</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94" name="TextBox 93">
                <a:extLst>
                  <a:ext uri="{FF2B5EF4-FFF2-40B4-BE49-F238E27FC236}">
                    <a16:creationId xmlns:a16="http://schemas.microsoft.com/office/drawing/2014/main" id="{7DAEBB65-DB97-467F-E66C-FD3D67EFE214}"/>
                  </a:ext>
                </a:extLst>
              </p:cNvPr>
              <p:cNvSpPr txBox="1">
                <a:spLocks noRot="1" noChangeAspect="1" noMove="1" noResize="1" noEditPoints="1" noAdjustHandles="1" noChangeArrowheads="1" noChangeShapeType="1" noTextEdit="1"/>
              </p:cNvSpPr>
              <p:nvPr/>
            </p:nvSpPr>
            <p:spPr>
              <a:xfrm>
                <a:off x="1950164" y="1772623"/>
                <a:ext cx="300277" cy="338554"/>
              </a:xfrm>
              <a:prstGeom prst="rect">
                <a:avLst/>
              </a:prstGeom>
              <a:blipFill>
                <a:blip r:embed="rId7"/>
                <a:stretch>
                  <a:fillRect r="-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1D13AFB-8972-A173-2F33-C7AE935E698E}"/>
                  </a:ext>
                </a:extLst>
              </p:cNvPr>
              <p:cNvSpPr txBox="1"/>
              <p:nvPr/>
            </p:nvSpPr>
            <p:spPr>
              <a:xfrm>
                <a:off x="1950164" y="2442096"/>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𝐾</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95" name="TextBox 94">
                <a:extLst>
                  <a:ext uri="{FF2B5EF4-FFF2-40B4-BE49-F238E27FC236}">
                    <a16:creationId xmlns:a16="http://schemas.microsoft.com/office/drawing/2014/main" id="{61D13AFB-8972-A173-2F33-C7AE935E698E}"/>
                  </a:ext>
                </a:extLst>
              </p:cNvPr>
              <p:cNvSpPr txBox="1">
                <a:spLocks noRot="1" noChangeAspect="1" noMove="1" noResize="1" noEditPoints="1" noAdjustHandles="1" noChangeArrowheads="1" noChangeShapeType="1" noTextEdit="1"/>
              </p:cNvSpPr>
              <p:nvPr/>
            </p:nvSpPr>
            <p:spPr>
              <a:xfrm>
                <a:off x="1950164" y="2442096"/>
                <a:ext cx="300277" cy="338554"/>
              </a:xfrm>
              <a:prstGeom prst="rect">
                <a:avLst/>
              </a:prstGeom>
              <a:blipFill>
                <a:blip r:embed="rId8"/>
                <a:stretch>
                  <a:fillRect r="-12245"/>
                </a:stretch>
              </a:blipFill>
            </p:spPr>
            <p:txBody>
              <a:bodyPr/>
              <a:lstStyle/>
              <a:p>
                <a:r>
                  <a:rPr lang="en-US">
                    <a:noFill/>
                  </a:rPr>
                  <a:t> </a:t>
                </a:r>
              </a:p>
            </p:txBody>
          </p:sp>
        </mc:Fallback>
      </mc:AlternateContent>
      <p:cxnSp>
        <p:nvCxnSpPr>
          <p:cNvPr id="97" name="Straight Connector 96">
            <a:extLst>
              <a:ext uri="{FF2B5EF4-FFF2-40B4-BE49-F238E27FC236}">
                <a16:creationId xmlns:a16="http://schemas.microsoft.com/office/drawing/2014/main" id="{9895D5EA-36C7-FADF-C67E-2CC73ECD7F00}"/>
              </a:ext>
            </a:extLst>
          </p:cNvPr>
          <p:cNvCxnSpPr>
            <a:cxnSpLocks/>
          </p:cNvCxnSpPr>
          <p:nvPr/>
        </p:nvCxnSpPr>
        <p:spPr>
          <a:xfrm>
            <a:off x="1680143" y="2578093"/>
            <a:ext cx="0" cy="37313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31E7203-D8C2-E024-6274-08805893468B}"/>
              </a:ext>
            </a:extLst>
          </p:cNvPr>
          <p:cNvCxnSpPr>
            <a:cxnSpLocks/>
          </p:cNvCxnSpPr>
          <p:nvPr/>
        </p:nvCxnSpPr>
        <p:spPr>
          <a:xfrm>
            <a:off x="2630045" y="2578093"/>
            <a:ext cx="0" cy="37313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4BE0662-3F44-5809-6A80-93EEFC95A24B}"/>
              </a:ext>
            </a:extLst>
          </p:cNvPr>
          <p:cNvCxnSpPr>
            <a:cxnSpLocks/>
          </p:cNvCxnSpPr>
          <p:nvPr/>
        </p:nvCxnSpPr>
        <p:spPr>
          <a:xfrm>
            <a:off x="2630045" y="2838448"/>
            <a:ext cx="284605" cy="0"/>
          </a:xfrm>
          <a:prstGeom prst="line">
            <a:avLst/>
          </a:prstGeom>
          <a:ln w="1905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DA836A3-A17E-94C7-95E0-2E86AA4DA440}"/>
              </a:ext>
            </a:extLst>
          </p:cNvPr>
          <p:cNvCxnSpPr>
            <a:cxnSpLocks/>
          </p:cNvCxnSpPr>
          <p:nvPr/>
        </p:nvCxnSpPr>
        <p:spPr>
          <a:xfrm>
            <a:off x="1681653" y="2838448"/>
            <a:ext cx="284605" cy="0"/>
          </a:xfrm>
          <a:prstGeom prst="line">
            <a:avLst/>
          </a:prstGeom>
          <a:ln w="1905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19C417E8-FA30-07A1-07B6-1E141B08D152}"/>
                  </a:ext>
                </a:extLst>
              </p:cNvPr>
              <p:cNvSpPr txBox="1"/>
              <p:nvPr/>
            </p:nvSpPr>
            <p:spPr>
              <a:xfrm>
                <a:off x="1638647" y="2797761"/>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𝑚</m:t>
                          </m:r>
                        </m:sub>
                      </m:sSub>
                    </m:oMath>
                  </m:oMathPara>
                </a14:m>
                <a:endParaRPr lang="en-US" sz="1600" dirty="0"/>
              </a:p>
            </p:txBody>
          </p:sp>
        </mc:Choice>
        <mc:Fallback xmlns="">
          <p:sp>
            <p:nvSpPr>
              <p:cNvPr id="106" name="TextBox 105">
                <a:extLst>
                  <a:ext uri="{FF2B5EF4-FFF2-40B4-BE49-F238E27FC236}">
                    <a16:creationId xmlns:a16="http://schemas.microsoft.com/office/drawing/2014/main" id="{19C417E8-FA30-07A1-07B6-1E141B08D152}"/>
                  </a:ext>
                </a:extLst>
              </p:cNvPr>
              <p:cNvSpPr txBox="1">
                <a:spLocks noRot="1" noChangeAspect="1" noMove="1" noResize="1" noEditPoints="1" noAdjustHandles="1" noChangeArrowheads="1" noChangeShapeType="1" noTextEdit="1"/>
              </p:cNvSpPr>
              <p:nvPr/>
            </p:nvSpPr>
            <p:spPr>
              <a:xfrm>
                <a:off x="1638647" y="2797761"/>
                <a:ext cx="300277" cy="338554"/>
              </a:xfrm>
              <a:prstGeom prst="rect">
                <a:avLst/>
              </a:prstGeom>
              <a:blipFill>
                <a:blip r:embed="rId9"/>
                <a:stretch>
                  <a:fillRect r="-22449" b="-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FA963B53-6D07-647D-7258-20A47BB76547}"/>
                  </a:ext>
                </a:extLst>
              </p:cNvPr>
              <p:cNvSpPr txBox="1"/>
              <p:nvPr/>
            </p:nvSpPr>
            <p:spPr>
              <a:xfrm>
                <a:off x="2579023" y="2781949"/>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107" name="TextBox 106">
                <a:extLst>
                  <a:ext uri="{FF2B5EF4-FFF2-40B4-BE49-F238E27FC236}">
                    <a16:creationId xmlns:a16="http://schemas.microsoft.com/office/drawing/2014/main" id="{FA963B53-6D07-647D-7258-20A47BB76547}"/>
                  </a:ext>
                </a:extLst>
              </p:cNvPr>
              <p:cNvSpPr txBox="1">
                <a:spLocks noRot="1" noChangeAspect="1" noMove="1" noResize="1" noEditPoints="1" noAdjustHandles="1" noChangeArrowheads="1" noChangeShapeType="1" noTextEdit="1"/>
              </p:cNvSpPr>
              <p:nvPr/>
            </p:nvSpPr>
            <p:spPr>
              <a:xfrm>
                <a:off x="2579023" y="2781949"/>
                <a:ext cx="300277" cy="338554"/>
              </a:xfrm>
              <a:prstGeom prst="rect">
                <a:avLst/>
              </a:prstGeom>
              <a:blipFill>
                <a:blip r:embed="rId10"/>
                <a:stretch>
                  <a:fillRect r="-8163" b="-5357"/>
                </a:stretch>
              </a:blipFill>
            </p:spPr>
            <p:txBody>
              <a:bodyPr/>
              <a:lstStyle/>
              <a:p>
                <a:r>
                  <a:rPr lang="en-US">
                    <a:noFill/>
                  </a:rPr>
                  <a:t> </a:t>
                </a:r>
              </a:p>
            </p:txBody>
          </p:sp>
        </mc:Fallback>
      </mc:AlternateContent>
      <p:cxnSp>
        <p:nvCxnSpPr>
          <p:cNvPr id="110" name="Straight Connector 109">
            <a:extLst>
              <a:ext uri="{FF2B5EF4-FFF2-40B4-BE49-F238E27FC236}">
                <a16:creationId xmlns:a16="http://schemas.microsoft.com/office/drawing/2014/main" id="{AC866E99-C347-F4FF-79B9-1B44FBC6C469}"/>
              </a:ext>
            </a:extLst>
          </p:cNvPr>
          <p:cNvCxnSpPr>
            <a:cxnSpLocks/>
          </p:cNvCxnSpPr>
          <p:nvPr/>
        </p:nvCxnSpPr>
        <p:spPr>
          <a:xfrm>
            <a:off x="1956384" y="1978968"/>
            <a:ext cx="0" cy="53099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E237426-CAD9-9628-9D97-7C24E5ADA74B}"/>
              </a:ext>
            </a:extLst>
          </p:cNvPr>
          <p:cNvCxnSpPr>
            <a:cxnSpLocks/>
          </p:cNvCxnSpPr>
          <p:nvPr/>
        </p:nvCxnSpPr>
        <p:spPr>
          <a:xfrm>
            <a:off x="1567140" y="1978968"/>
            <a:ext cx="395471"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F87B2373-47DD-0219-66CD-F6B8C66E3B54}"/>
                  </a:ext>
                </a:extLst>
              </p:cNvPr>
              <p:cNvSpPr txBox="1"/>
              <p:nvPr/>
            </p:nvSpPr>
            <p:spPr>
              <a:xfrm>
                <a:off x="1356483" y="1736533"/>
                <a:ext cx="646814" cy="276999"/>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𝑟𝑎𝑡𝑖𝑜</m:t>
                      </m:r>
                      <m:r>
                        <a:rPr lang="en-US" sz="1200" b="0" i="1" smtClean="0">
                          <a:latin typeface="Cambria Math" panose="02040503050406030204" pitchFamily="18" charset="0"/>
                        </a:rPr>
                        <m:t>:</m:t>
                      </m:r>
                      <m:r>
                        <a:rPr lang="en-US" sz="1200" b="0" i="1" smtClean="0">
                          <a:latin typeface="Cambria Math" panose="02040503050406030204" pitchFamily="18" charset="0"/>
                        </a:rPr>
                        <m:t>𝑛</m:t>
                      </m:r>
                    </m:oMath>
                  </m:oMathPara>
                </a14:m>
                <a:endParaRPr lang="en-US" sz="1200" dirty="0"/>
              </a:p>
            </p:txBody>
          </p:sp>
        </mc:Choice>
        <mc:Fallback xmlns="">
          <p:sp>
            <p:nvSpPr>
              <p:cNvPr id="121" name="TextBox 120">
                <a:extLst>
                  <a:ext uri="{FF2B5EF4-FFF2-40B4-BE49-F238E27FC236}">
                    <a16:creationId xmlns:a16="http://schemas.microsoft.com/office/drawing/2014/main" id="{F87B2373-47DD-0219-66CD-F6B8C66E3B54}"/>
                  </a:ext>
                </a:extLst>
              </p:cNvPr>
              <p:cNvSpPr txBox="1">
                <a:spLocks noRot="1" noChangeAspect="1" noMove="1" noResize="1" noEditPoints="1" noAdjustHandles="1" noChangeArrowheads="1" noChangeShapeType="1" noTextEdit="1"/>
              </p:cNvSpPr>
              <p:nvPr/>
            </p:nvSpPr>
            <p:spPr>
              <a:xfrm>
                <a:off x="1356483" y="1736533"/>
                <a:ext cx="646814" cy="276999"/>
              </a:xfrm>
              <a:prstGeom prst="rect">
                <a:avLst/>
              </a:prstGeom>
              <a:blipFill>
                <a:blip r:embed="rId11"/>
                <a:stretch>
                  <a:fillRect/>
                </a:stretch>
              </a:blipFill>
            </p:spPr>
            <p:txBody>
              <a:bodyPr/>
              <a:lstStyle/>
              <a:p>
                <a:r>
                  <a:rPr lang="en-US">
                    <a:noFill/>
                  </a:rPr>
                  <a:t> </a:t>
                </a:r>
              </a:p>
            </p:txBody>
          </p:sp>
        </mc:Fallback>
      </mc:AlternateContent>
      <p:grpSp>
        <p:nvGrpSpPr>
          <p:cNvPr id="122" name="Group 121">
            <a:extLst>
              <a:ext uri="{FF2B5EF4-FFF2-40B4-BE49-F238E27FC236}">
                <a16:creationId xmlns:a16="http://schemas.microsoft.com/office/drawing/2014/main" id="{D12F54E0-3B46-986E-910E-96B85B0CE87C}"/>
              </a:ext>
            </a:extLst>
          </p:cNvPr>
          <p:cNvGrpSpPr/>
          <p:nvPr/>
        </p:nvGrpSpPr>
        <p:grpSpPr>
          <a:xfrm>
            <a:off x="836224" y="3442232"/>
            <a:ext cx="110069" cy="466725"/>
            <a:chOff x="1718731" y="1866900"/>
            <a:chExt cx="110069" cy="466725"/>
          </a:xfrm>
        </p:grpSpPr>
        <p:cxnSp>
          <p:nvCxnSpPr>
            <p:cNvPr id="123" name="Straight Connector 122">
              <a:extLst>
                <a:ext uri="{FF2B5EF4-FFF2-40B4-BE49-F238E27FC236}">
                  <a16:creationId xmlns:a16="http://schemas.microsoft.com/office/drawing/2014/main" id="{CE2C14B4-AB59-5C95-2E32-9B254819C91E}"/>
                </a:ext>
              </a:extLst>
            </p:cNvPr>
            <p:cNvCxnSpPr/>
            <p:nvPr/>
          </p:nvCxnSpPr>
          <p:spPr>
            <a:xfrm>
              <a:off x="1828800" y="1866900"/>
              <a:ext cx="0" cy="46672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C08B987B-0E5B-ECCC-8FED-4CF8E059C708}"/>
                </a:ext>
              </a:extLst>
            </p:cNvPr>
            <p:cNvCxnSpPr>
              <a:cxnSpLocks/>
            </p:cNvCxnSpPr>
            <p:nvPr/>
          </p:nvCxnSpPr>
          <p:spPr>
            <a:xfrm flipH="1">
              <a:off x="1718733" y="1917700"/>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E86C66C7-5E1F-9F71-2450-7265E6CFC5B9}"/>
                </a:ext>
              </a:extLst>
            </p:cNvPr>
            <p:cNvCxnSpPr>
              <a:cxnSpLocks/>
            </p:cNvCxnSpPr>
            <p:nvPr/>
          </p:nvCxnSpPr>
          <p:spPr>
            <a:xfrm flipH="1">
              <a:off x="1718732" y="2024591"/>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4B377FC2-5405-F28F-481A-1F2D6547B9E9}"/>
                </a:ext>
              </a:extLst>
            </p:cNvPr>
            <p:cNvCxnSpPr>
              <a:cxnSpLocks/>
            </p:cNvCxnSpPr>
            <p:nvPr/>
          </p:nvCxnSpPr>
          <p:spPr>
            <a:xfrm flipH="1">
              <a:off x="1718731" y="2125662"/>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AA47AF47-35DC-CD66-90D2-026A149BB7C3}"/>
                </a:ext>
              </a:extLst>
            </p:cNvPr>
            <p:cNvCxnSpPr>
              <a:cxnSpLocks/>
            </p:cNvCxnSpPr>
            <p:nvPr/>
          </p:nvCxnSpPr>
          <p:spPr>
            <a:xfrm flipH="1">
              <a:off x="1718731" y="2232024"/>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128" name="Group 127">
            <a:extLst>
              <a:ext uri="{FF2B5EF4-FFF2-40B4-BE49-F238E27FC236}">
                <a16:creationId xmlns:a16="http://schemas.microsoft.com/office/drawing/2014/main" id="{3199607F-68DB-0FA4-B83A-50491CEC793D}"/>
              </a:ext>
            </a:extLst>
          </p:cNvPr>
          <p:cNvGrpSpPr/>
          <p:nvPr/>
        </p:nvGrpSpPr>
        <p:grpSpPr>
          <a:xfrm>
            <a:off x="953260" y="3493032"/>
            <a:ext cx="509588" cy="173039"/>
            <a:chOff x="1946275" y="1773235"/>
            <a:chExt cx="509588" cy="173039"/>
          </a:xfrm>
        </p:grpSpPr>
        <p:cxnSp>
          <p:nvCxnSpPr>
            <p:cNvPr id="129" name="Straight Connector 128">
              <a:extLst>
                <a:ext uri="{FF2B5EF4-FFF2-40B4-BE49-F238E27FC236}">
                  <a16:creationId xmlns:a16="http://schemas.microsoft.com/office/drawing/2014/main" id="{B721F87D-982A-9790-6713-1679E1369C8C}"/>
                </a:ext>
              </a:extLst>
            </p:cNvPr>
            <p:cNvCxnSpPr>
              <a:cxnSpLocks/>
            </p:cNvCxnSpPr>
            <p:nvPr/>
          </p:nvCxnSpPr>
          <p:spPr>
            <a:xfrm>
              <a:off x="1946275" y="1858960"/>
              <a:ext cx="20929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FD077FE8-0BDD-262D-4846-5DBF12F029EC}"/>
                </a:ext>
              </a:extLst>
            </p:cNvPr>
            <p:cNvCxnSpPr/>
            <p:nvPr/>
          </p:nvCxnSpPr>
          <p:spPr>
            <a:xfrm>
              <a:off x="2063496" y="1774824"/>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218A796-41DD-F7A9-C21F-6AB5D6AE9B15}"/>
                </a:ext>
              </a:extLst>
            </p:cNvPr>
            <p:cNvCxnSpPr/>
            <p:nvPr/>
          </p:nvCxnSpPr>
          <p:spPr>
            <a:xfrm>
              <a:off x="2063495" y="1944685"/>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7062861-9F05-AEE7-9681-56FBD27C7D77}"/>
                </a:ext>
              </a:extLst>
            </p:cNvPr>
            <p:cNvCxnSpPr>
              <a:cxnSpLocks/>
            </p:cNvCxnSpPr>
            <p:nvPr/>
          </p:nvCxnSpPr>
          <p:spPr>
            <a:xfrm>
              <a:off x="2314320" y="1774824"/>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FAC92050-66F1-61FD-13B8-6B95211ECF74}"/>
                </a:ext>
              </a:extLst>
            </p:cNvPr>
            <p:cNvCxnSpPr>
              <a:cxnSpLocks/>
            </p:cNvCxnSpPr>
            <p:nvPr/>
          </p:nvCxnSpPr>
          <p:spPr>
            <a:xfrm>
              <a:off x="2155570" y="1773235"/>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BACBA4B7-61D1-63AD-203B-C1F8FAB2F4E8}"/>
                </a:ext>
              </a:extLst>
            </p:cNvPr>
            <p:cNvCxnSpPr>
              <a:cxnSpLocks/>
            </p:cNvCxnSpPr>
            <p:nvPr/>
          </p:nvCxnSpPr>
          <p:spPr>
            <a:xfrm>
              <a:off x="2314583" y="1862136"/>
              <a:ext cx="141280" cy="0"/>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5" name="Rectangle 134">
                <a:extLst>
                  <a:ext uri="{FF2B5EF4-FFF2-40B4-BE49-F238E27FC236}">
                    <a16:creationId xmlns:a16="http://schemas.microsoft.com/office/drawing/2014/main" id="{3123A9CE-4B37-68E7-C9B6-2C7FEE08DF49}"/>
                  </a:ext>
                </a:extLst>
              </p:cNvPr>
              <p:cNvSpPr/>
              <p:nvPr/>
            </p:nvSpPr>
            <p:spPr>
              <a:xfrm>
                <a:off x="1464811" y="3458105"/>
                <a:ext cx="430664" cy="438151"/>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𝐽</m:t>
                          </m:r>
                        </m:e>
                        <m:sub>
                          <m:r>
                            <a:rPr lang="en-US" sz="1600" b="0" i="1" smtClean="0">
                              <a:solidFill>
                                <a:schemeClr val="tx1"/>
                              </a:solidFill>
                              <a:latin typeface="Cambria Math" panose="02040503050406030204" pitchFamily="18" charset="0"/>
                            </a:rPr>
                            <m:t>𝑚</m:t>
                          </m:r>
                        </m:sub>
                      </m:sSub>
                    </m:oMath>
                  </m:oMathPara>
                </a14:m>
                <a:endParaRPr lang="en-US" sz="1600" dirty="0">
                  <a:solidFill>
                    <a:schemeClr val="tx1"/>
                  </a:solidFill>
                </a:endParaRPr>
              </a:p>
            </p:txBody>
          </p:sp>
        </mc:Choice>
        <mc:Fallback xmlns="">
          <p:sp>
            <p:nvSpPr>
              <p:cNvPr id="135" name="Rectangle 134">
                <a:extLst>
                  <a:ext uri="{FF2B5EF4-FFF2-40B4-BE49-F238E27FC236}">
                    <a16:creationId xmlns:a16="http://schemas.microsoft.com/office/drawing/2014/main" id="{3123A9CE-4B37-68E7-C9B6-2C7FEE08DF49}"/>
                  </a:ext>
                </a:extLst>
              </p:cNvPr>
              <p:cNvSpPr>
                <a:spLocks noRot="1" noChangeAspect="1" noMove="1" noResize="1" noEditPoints="1" noAdjustHandles="1" noChangeArrowheads="1" noChangeShapeType="1" noTextEdit="1"/>
              </p:cNvSpPr>
              <p:nvPr/>
            </p:nvSpPr>
            <p:spPr>
              <a:xfrm>
                <a:off x="1464811" y="3458105"/>
                <a:ext cx="430664" cy="438151"/>
              </a:xfrm>
              <a:prstGeom prst="rect">
                <a:avLst/>
              </a:prstGeom>
              <a:blipFill>
                <a:blip r:embed="rId12"/>
                <a:stretch>
                  <a:fillRect/>
                </a:stretch>
              </a:blipFill>
              <a:ln w="12700"/>
            </p:spPr>
            <p:txBody>
              <a:bodyPr/>
              <a:lstStyle/>
              <a:p>
                <a:r>
                  <a:rPr lang="en-US">
                    <a:noFill/>
                  </a:rPr>
                  <a:t> </a:t>
                </a:r>
              </a:p>
            </p:txBody>
          </p:sp>
        </mc:Fallback>
      </mc:AlternateContent>
      <p:sp>
        <p:nvSpPr>
          <p:cNvPr id="136" name="Arrow: Right 135">
            <a:extLst>
              <a:ext uri="{FF2B5EF4-FFF2-40B4-BE49-F238E27FC236}">
                <a16:creationId xmlns:a16="http://schemas.microsoft.com/office/drawing/2014/main" id="{198DCF65-EA96-A4FC-E5C8-8801734709DC}"/>
              </a:ext>
            </a:extLst>
          </p:cNvPr>
          <p:cNvSpPr/>
          <p:nvPr/>
        </p:nvSpPr>
        <p:spPr>
          <a:xfrm>
            <a:off x="1070480" y="3745444"/>
            <a:ext cx="392359" cy="122234"/>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A25F3FC7-A7AE-1EA4-453C-29535F5E5547}"/>
                  </a:ext>
                </a:extLst>
              </p:cNvPr>
              <p:cNvSpPr txBox="1"/>
              <p:nvPr/>
            </p:nvSpPr>
            <p:spPr>
              <a:xfrm>
                <a:off x="1006707" y="3145037"/>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𝐷</m:t>
                          </m:r>
                        </m:e>
                        <m:sub>
                          <m:r>
                            <a:rPr lang="en-US" sz="1600" b="0" i="1" smtClean="0">
                              <a:latin typeface="Cambria Math" panose="02040503050406030204" pitchFamily="18" charset="0"/>
                            </a:rPr>
                            <m:t>𝑚</m:t>
                          </m:r>
                        </m:sub>
                      </m:sSub>
                    </m:oMath>
                  </m:oMathPara>
                </a14:m>
                <a:endParaRPr lang="en-US" sz="1600" dirty="0"/>
              </a:p>
            </p:txBody>
          </p:sp>
        </mc:Choice>
        <mc:Fallback xmlns="">
          <p:sp>
            <p:nvSpPr>
              <p:cNvPr id="137" name="TextBox 136">
                <a:extLst>
                  <a:ext uri="{FF2B5EF4-FFF2-40B4-BE49-F238E27FC236}">
                    <a16:creationId xmlns:a16="http://schemas.microsoft.com/office/drawing/2014/main" id="{A25F3FC7-A7AE-1EA4-453C-29535F5E5547}"/>
                  </a:ext>
                </a:extLst>
              </p:cNvPr>
              <p:cNvSpPr txBox="1">
                <a:spLocks noRot="1" noChangeAspect="1" noMove="1" noResize="1" noEditPoints="1" noAdjustHandles="1" noChangeArrowheads="1" noChangeShapeType="1" noTextEdit="1"/>
              </p:cNvSpPr>
              <p:nvPr/>
            </p:nvSpPr>
            <p:spPr>
              <a:xfrm>
                <a:off x="1006707" y="3145037"/>
                <a:ext cx="300277" cy="338554"/>
              </a:xfrm>
              <a:prstGeom prst="rect">
                <a:avLst/>
              </a:prstGeom>
              <a:blipFill>
                <a:blip r:embed="rId13"/>
                <a:stretch>
                  <a:fillRect r="-326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DFB39590-A6CC-E6B5-89DC-90FF676F9BAF}"/>
                  </a:ext>
                </a:extLst>
              </p:cNvPr>
              <p:cNvSpPr txBox="1"/>
              <p:nvPr/>
            </p:nvSpPr>
            <p:spPr>
              <a:xfrm>
                <a:off x="1021028" y="3777774"/>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𝜏</m:t>
                          </m:r>
                        </m:e>
                        <m:sub>
                          <m:r>
                            <a:rPr lang="en-US" sz="1600" b="0" i="1" smtClean="0">
                              <a:latin typeface="Cambria Math" panose="02040503050406030204" pitchFamily="18" charset="0"/>
                            </a:rPr>
                            <m:t>𝑚</m:t>
                          </m:r>
                        </m:sub>
                      </m:sSub>
                    </m:oMath>
                  </m:oMathPara>
                </a14:m>
                <a:endParaRPr lang="en-US" sz="1600" dirty="0"/>
              </a:p>
            </p:txBody>
          </p:sp>
        </mc:Choice>
        <mc:Fallback xmlns="">
          <p:sp>
            <p:nvSpPr>
              <p:cNvPr id="138" name="TextBox 137">
                <a:extLst>
                  <a:ext uri="{FF2B5EF4-FFF2-40B4-BE49-F238E27FC236}">
                    <a16:creationId xmlns:a16="http://schemas.microsoft.com/office/drawing/2014/main" id="{DFB39590-A6CC-E6B5-89DC-90FF676F9BAF}"/>
                  </a:ext>
                </a:extLst>
              </p:cNvPr>
              <p:cNvSpPr txBox="1">
                <a:spLocks noRot="1" noChangeAspect="1" noMove="1" noResize="1" noEditPoints="1" noAdjustHandles="1" noChangeArrowheads="1" noChangeShapeType="1" noTextEdit="1"/>
              </p:cNvSpPr>
              <p:nvPr/>
            </p:nvSpPr>
            <p:spPr>
              <a:xfrm>
                <a:off x="1021028" y="3777774"/>
                <a:ext cx="300277" cy="338554"/>
              </a:xfrm>
              <a:prstGeom prst="rect">
                <a:avLst/>
              </a:prstGeom>
              <a:blipFill>
                <a:blip r:embed="rId14"/>
                <a:stretch>
                  <a:fillRect r="-1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Rectangle 138">
                <a:extLst>
                  <a:ext uri="{FF2B5EF4-FFF2-40B4-BE49-F238E27FC236}">
                    <a16:creationId xmlns:a16="http://schemas.microsoft.com/office/drawing/2014/main" id="{8D07317B-43B6-B892-05FE-B20BE7A4E587}"/>
                  </a:ext>
                </a:extLst>
              </p:cNvPr>
              <p:cNvSpPr/>
              <p:nvPr/>
            </p:nvSpPr>
            <p:spPr>
              <a:xfrm>
                <a:off x="2414713" y="3458105"/>
                <a:ext cx="430664" cy="438151"/>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𝐽</m:t>
                          </m:r>
                        </m:e>
                        <m:sub>
                          <m:r>
                            <a:rPr lang="en-US" sz="1600" b="0" i="1" smtClean="0">
                              <a:solidFill>
                                <a:schemeClr val="tx1"/>
                              </a:solidFill>
                              <a:latin typeface="Cambria Math" panose="02040503050406030204" pitchFamily="18" charset="0"/>
                            </a:rPr>
                            <m:t>𝑜</m:t>
                          </m:r>
                        </m:sub>
                      </m:sSub>
                    </m:oMath>
                  </m:oMathPara>
                </a14:m>
                <a:endParaRPr lang="en-US" sz="1600" dirty="0">
                  <a:solidFill>
                    <a:schemeClr val="tx1"/>
                  </a:solidFill>
                </a:endParaRPr>
              </a:p>
            </p:txBody>
          </p:sp>
        </mc:Choice>
        <mc:Fallback xmlns="">
          <p:sp>
            <p:nvSpPr>
              <p:cNvPr id="139" name="Rectangle 138">
                <a:extLst>
                  <a:ext uri="{FF2B5EF4-FFF2-40B4-BE49-F238E27FC236}">
                    <a16:creationId xmlns:a16="http://schemas.microsoft.com/office/drawing/2014/main" id="{8D07317B-43B6-B892-05FE-B20BE7A4E587}"/>
                  </a:ext>
                </a:extLst>
              </p:cNvPr>
              <p:cNvSpPr>
                <a:spLocks noRot="1" noChangeAspect="1" noMove="1" noResize="1" noEditPoints="1" noAdjustHandles="1" noChangeArrowheads="1" noChangeShapeType="1" noTextEdit="1"/>
              </p:cNvSpPr>
              <p:nvPr/>
            </p:nvSpPr>
            <p:spPr>
              <a:xfrm>
                <a:off x="2414713" y="3458105"/>
                <a:ext cx="430664" cy="438151"/>
              </a:xfrm>
              <a:prstGeom prst="rect">
                <a:avLst/>
              </a:prstGeom>
              <a:blipFill>
                <a:blip r:embed="rId15"/>
                <a:stretch>
                  <a:fillRect/>
                </a:stretch>
              </a:blipFill>
              <a:ln w="12700"/>
            </p:spPr>
            <p:txBody>
              <a:bodyPr/>
              <a:lstStyle/>
              <a:p>
                <a:r>
                  <a:rPr lang="en-US">
                    <a:noFill/>
                  </a:rPr>
                  <a:t> </a:t>
                </a:r>
              </a:p>
            </p:txBody>
          </p:sp>
        </mc:Fallback>
      </mc:AlternateContent>
      <p:grpSp>
        <p:nvGrpSpPr>
          <p:cNvPr id="140" name="Group 139">
            <a:extLst>
              <a:ext uri="{FF2B5EF4-FFF2-40B4-BE49-F238E27FC236}">
                <a16:creationId xmlns:a16="http://schemas.microsoft.com/office/drawing/2014/main" id="{F9EF2402-517B-030B-2CF8-C4F28E61B586}"/>
              </a:ext>
            </a:extLst>
          </p:cNvPr>
          <p:cNvGrpSpPr/>
          <p:nvPr/>
        </p:nvGrpSpPr>
        <p:grpSpPr>
          <a:xfrm>
            <a:off x="1898650" y="3502555"/>
            <a:ext cx="509588" cy="173039"/>
            <a:chOff x="1946275" y="1773235"/>
            <a:chExt cx="509588" cy="173039"/>
          </a:xfrm>
        </p:grpSpPr>
        <p:cxnSp>
          <p:nvCxnSpPr>
            <p:cNvPr id="141" name="Straight Connector 140">
              <a:extLst>
                <a:ext uri="{FF2B5EF4-FFF2-40B4-BE49-F238E27FC236}">
                  <a16:creationId xmlns:a16="http://schemas.microsoft.com/office/drawing/2014/main" id="{735FF468-7140-993A-E38F-CF0D94E8DF82}"/>
                </a:ext>
              </a:extLst>
            </p:cNvPr>
            <p:cNvCxnSpPr>
              <a:cxnSpLocks/>
            </p:cNvCxnSpPr>
            <p:nvPr/>
          </p:nvCxnSpPr>
          <p:spPr>
            <a:xfrm>
              <a:off x="1946275" y="1858960"/>
              <a:ext cx="20929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66C1ECBD-7DC5-6379-C311-B966EDCC6426}"/>
                </a:ext>
              </a:extLst>
            </p:cNvPr>
            <p:cNvCxnSpPr/>
            <p:nvPr/>
          </p:nvCxnSpPr>
          <p:spPr>
            <a:xfrm>
              <a:off x="2063496" y="1774824"/>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D454F10-3A72-EC18-58AD-FE7F7F437226}"/>
                </a:ext>
              </a:extLst>
            </p:cNvPr>
            <p:cNvCxnSpPr/>
            <p:nvPr/>
          </p:nvCxnSpPr>
          <p:spPr>
            <a:xfrm>
              <a:off x="2063495" y="1944685"/>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461EC1A3-4824-269D-093F-FD90BC3B1EA9}"/>
                </a:ext>
              </a:extLst>
            </p:cNvPr>
            <p:cNvCxnSpPr>
              <a:cxnSpLocks/>
            </p:cNvCxnSpPr>
            <p:nvPr/>
          </p:nvCxnSpPr>
          <p:spPr>
            <a:xfrm>
              <a:off x="2314320" y="1774824"/>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6DEF93E-6C33-222C-9070-4EB0CD70C2A2}"/>
                </a:ext>
              </a:extLst>
            </p:cNvPr>
            <p:cNvCxnSpPr>
              <a:cxnSpLocks/>
            </p:cNvCxnSpPr>
            <p:nvPr/>
          </p:nvCxnSpPr>
          <p:spPr>
            <a:xfrm>
              <a:off x="2155570" y="1773235"/>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E0A01D90-DC98-FE6E-A105-E0D51184B852}"/>
                </a:ext>
              </a:extLst>
            </p:cNvPr>
            <p:cNvCxnSpPr>
              <a:cxnSpLocks/>
            </p:cNvCxnSpPr>
            <p:nvPr/>
          </p:nvCxnSpPr>
          <p:spPr>
            <a:xfrm>
              <a:off x="2314583" y="1862136"/>
              <a:ext cx="14128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id="{F5FF0ED4-6C79-D2B8-0FFA-61A3A38D37B8}"/>
              </a:ext>
            </a:extLst>
          </p:cNvPr>
          <p:cNvGrpSpPr/>
          <p:nvPr/>
        </p:nvGrpSpPr>
        <p:grpSpPr>
          <a:xfrm>
            <a:off x="1901232" y="3729696"/>
            <a:ext cx="509585" cy="152136"/>
            <a:chOff x="1829339" y="1346589"/>
            <a:chExt cx="509585" cy="152136"/>
          </a:xfrm>
        </p:grpSpPr>
        <p:cxnSp>
          <p:nvCxnSpPr>
            <p:cNvPr id="148" name="Straight Connector 147">
              <a:extLst>
                <a:ext uri="{FF2B5EF4-FFF2-40B4-BE49-F238E27FC236}">
                  <a16:creationId xmlns:a16="http://schemas.microsoft.com/office/drawing/2014/main" id="{01D15B9A-1A40-19AC-A6C6-466F3069F1FB}"/>
                </a:ext>
              </a:extLst>
            </p:cNvPr>
            <p:cNvCxnSpPr>
              <a:cxnSpLocks/>
            </p:cNvCxnSpPr>
            <p:nvPr/>
          </p:nvCxnSpPr>
          <p:spPr>
            <a:xfrm>
              <a:off x="2213496" y="1420671"/>
              <a:ext cx="125428" cy="15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1A789B44-D1EB-6FE9-6EE4-133EEEC9DAF2}"/>
                </a:ext>
              </a:extLst>
            </p:cNvPr>
            <p:cNvCxnSpPr>
              <a:cxnSpLocks/>
            </p:cNvCxnSpPr>
            <p:nvPr/>
          </p:nvCxnSpPr>
          <p:spPr>
            <a:xfrm>
              <a:off x="1829339" y="1421464"/>
              <a:ext cx="11722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9694A9C9-6AA3-5925-0C49-193873BB3EB1}"/>
                </a:ext>
              </a:extLst>
            </p:cNvPr>
            <p:cNvCxnSpPr>
              <a:cxnSpLocks/>
            </p:cNvCxnSpPr>
            <p:nvPr/>
          </p:nvCxnSpPr>
          <p:spPr>
            <a:xfrm flipV="1">
              <a:off x="1944834" y="1346589"/>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649CF31E-62D6-7920-AC71-379A4023CACC}"/>
                </a:ext>
              </a:extLst>
            </p:cNvPr>
            <p:cNvCxnSpPr>
              <a:cxnSpLocks/>
            </p:cNvCxnSpPr>
            <p:nvPr/>
          </p:nvCxnSpPr>
          <p:spPr>
            <a:xfrm flipV="1">
              <a:off x="2044577" y="1348707"/>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739E4DE5-F2FB-7738-DA6C-4AD188692A23}"/>
                </a:ext>
              </a:extLst>
            </p:cNvPr>
            <p:cNvCxnSpPr>
              <a:cxnSpLocks/>
            </p:cNvCxnSpPr>
            <p:nvPr/>
          </p:nvCxnSpPr>
          <p:spPr>
            <a:xfrm flipH="1" flipV="1">
              <a:off x="1978004" y="134949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CC79BDD-44E5-C6C0-2AD2-B6B0BDC5BC38}"/>
                </a:ext>
              </a:extLst>
            </p:cNvPr>
            <p:cNvCxnSpPr>
              <a:cxnSpLocks/>
            </p:cNvCxnSpPr>
            <p:nvPr/>
          </p:nvCxnSpPr>
          <p:spPr>
            <a:xfrm flipH="1" flipV="1">
              <a:off x="2111772" y="134711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74F1C99-D7CC-8BA4-4DC1-859FA085A1BA}"/>
                </a:ext>
              </a:extLst>
            </p:cNvPr>
            <p:cNvCxnSpPr>
              <a:cxnSpLocks/>
            </p:cNvCxnSpPr>
            <p:nvPr/>
          </p:nvCxnSpPr>
          <p:spPr>
            <a:xfrm flipV="1">
              <a:off x="2182052" y="1424377"/>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F9DD7015-6CD2-B147-B304-4D31B7E96456}"/>
                  </a:ext>
                </a:extLst>
              </p:cNvPr>
              <p:cNvSpPr txBox="1"/>
              <p:nvPr/>
            </p:nvSpPr>
            <p:spPr>
              <a:xfrm>
                <a:off x="1950164" y="3141581"/>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𝐷</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155" name="TextBox 154">
                <a:extLst>
                  <a:ext uri="{FF2B5EF4-FFF2-40B4-BE49-F238E27FC236}">
                    <a16:creationId xmlns:a16="http://schemas.microsoft.com/office/drawing/2014/main" id="{F9DD7015-6CD2-B147-B304-4D31B7E96456}"/>
                  </a:ext>
                </a:extLst>
              </p:cNvPr>
              <p:cNvSpPr txBox="1">
                <a:spLocks noRot="1" noChangeAspect="1" noMove="1" noResize="1" noEditPoints="1" noAdjustHandles="1" noChangeArrowheads="1" noChangeShapeType="1" noTextEdit="1"/>
              </p:cNvSpPr>
              <p:nvPr/>
            </p:nvSpPr>
            <p:spPr>
              <a:xfrm>
                <a:off x="1950164" y="3141581"/>
                <a:ext cx="300277" cy="338554"/>
              </a:xfrm>
              <a:prstGeom prst="rect">
                <a:avLst/>
              </a:prstGeom>
              <a:blipFill>
                <a:blip r:embed="rId16"/>
                <a:stretch>
                  <a:fillRect r="-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TextBox 155">
                <a:extLst>
                  <a:ext uri="{FF2B5EF4-FFF2-40B4-BE49-F238E27FC236}">
                    <a16:creationId xmlns:a16="http://schemas.microsoft.com/office/drawing/2014/main" id="{9C927D48-06FE-2375-2733-B90D32238828}"/>
                  </a:ext>
                </a:extLst>
              </p:cNvPr>
              <p:cNvSpPr txBox="1"/>
              <p:nvPr/>
            </p:nvSpPr>
            <p:spPr>
              <a:xfrm>
                <a:off x="1950164" y="3811054"/>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𝐾</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156" name="TextBox 155">
                <a:extLst>
                  <a:ext uri="{FF2B5EF4-FFF2-40B4-BE49-F238E27FC236}">
                    <a16:creationId xmlns:a16="http://schemas.microsoft.com/office/drawing/2014/main" id="{9C927D48-06FE-2375-2733-B90D32238828}"/>
                  </a:ext>
                </a:extLst>
              </p:cNvPr>
              <p:cNvSpPr txBox="1">
                <a:spLocks noRot="1" noChangeAspect="1" noMove="1" noResize="1" noEditPoints="1" noAdjustHandles="1" noChangeArrowheads="1" noChangeShapeType="1" noTextEdit="1"/>
              </p:cNvSpPr>
              <p:nvPr/>
            </p:nvSpPr>
            <p:spPr>
              <a:xfrm>
                <a:off x="1950164" y="3811054"/>
                <a:ext cx="300277" cy="338554"/>
              </a:xfrm>
              <a:prstGeom prst="rect">
                <a:avLst/>
              </a:prstGeom>
              <a:blipFill>
                <a:blip r:embed="rId17"/>
                <a:stretch>
                  <a:fillRect r="-12245"/>
                </a:stretch>
              </a:blipFill>
            </p:spPr>
            <p:txBody>
              <a:bodyPr/>
              <a:lstStyle/>
              <a:p>
                <a:r>
                  <a:rPr lang="en-US">
                    <a:noFill/>
                  </a:rPr>
                  <a:t> </a:t>
                </a:r>
              </a:p>
            </p:txBody>
          </p:sp>
        </mc:Fallback>
      </mc:AlternateContent>
      <p:cxnSp>
        <p:nvCxnSpPr>
          <p:cNvPr id="157" name="Straight Connector 156">
            <a:extLst>
              <a:ext uri="{FF2B5EF4-FFF2-40B4-BE49-F238E27FC236}">
                <a16:creationId xmlns:a16="http://schemas.microsoft.com/office/drawing/2014/main" id="{F1F0B940-925D-42A0-92A4-8640943BACFD}"/>
              </a:ext>
            </a:extLst>
          </p:cNvPr>
          <p:cNvCxnSpPr>
            <a:cxnSpLocks/>
          </p:cNvCxnSpPr>
          <p:nvPr/>
        </p:nvCxnSpPr>
        <p:spPr>
          <a:xfrm>
            <a:off x="1680143" y="3947051"/>
            <a:ext cx="0" cy="37313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09A948F9-8F5A-B939-2463-84DF8DA7E0BA}"/>
              </a:ext>
            </a:extLst>
          </p:cNvPr>
          <p:cNvCxnSpPr>
            <a:cxnSpLocks/>
          </p:cNvCxnSpPr>
          <p:nvPr/>
        </p:nvCxnSpPr>
        <p:spPr>
          <a:xfrm>
            <a:off x="2630045" y="3947051"/>
            <a:ext cx="0" cy="37313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6818AE5C-7793-E314-547B-A29D50C79D11}"/>
              </a:ext>
            </a:extLst>
          </p:cNvPr>
          <p:cNvCxnSpPr>
            <a:cxnSpLocks/>
          </p:cNvCxnSpPr>
          <p:nvPr/>
        </p:nvCxnSpPr>
        <p:spPr>
          <a:xfrm>
            <a:off x="2630045" y="4207406"/>
            <a:ext cx="284605" cy="0"/>
          </a:xfrm>
          <a:prstGeom prst="line">
            <a:avLst/>
          </a:prstGeom>
          <a:ln w="1905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BA7811C5-F938-0817-2B80-B3CE80DAC56E}"/>
              </a:ext>
            </a:extLst>
          </p:cNvPr>
          <p:cNvCxnSpPr>
            <a:cxnSpLocks/>
          </p:cNvCxnSpPr>
          <p:nvPr/>
        </p:nvCxnSpPr>
        <p:spPr>
          <a:xfrm>
            <a:off x="1681653" y="4207406"/>
            <a:ext cx="284605" cy="0"/>
          </a:xfrm>
          <a:prstGeom prst="line">
            <a:avLst/>
          </a:prstGeom>
          <a:ln w="1905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EA802506-BB32-F0E7-1595-B7C9D1ECE135}"/>
                  </a:ext>
                </a:extLst>
              </p:cNvPr>
              <p:cNvSpPr txBox="1"/>
              <p:nvPr/>
            </p:nvSpPr>
            <p:spPr>
              <a:xfrm>
                <a:off x="1638647" y="4166719"/>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𝑚</m:t>
                          </m:r>
                        </m:sub>
                      </m:sSub>
                    </m:oMath>
                  </m:oMathPara>
                </a14:m>
                <a:endParaRPr lang="en-US" sz="1600" dirty="0"/>
              </a:p>
            </p:txBody>
          </p:sp>
        </mc:Choice>
        <mc:Fallback xmlns="">
          <p:sp>
            <p:nvSpPr>
              <p:cNvPr id="161" name="TextBox 160">
                <a:extLst>
                  <a:ext uri="{FF2B5EF4-FFF2-40B4-BE49-F238E27FC236}">
                    <a16:creationId xmlns:a16="http://schemas.microsoft.com/office/drawing/2014/main" id="{EA802506-BB32-F0E7-1595-B7C9D1ECE135}"/>
                  </a:ext>
                </a:extLst>
              </p:cNvPr>
              <p:cNvSpPr txBox="1">
                <a:spLocks noRot="1" noChangeAspect="1" noMove="1" noResize="1" noEditPoints="1" noAdjustHandles="1" noChangeArrowheads="1" noChangeShapeType="1" noTextEdit="1"/>
              </p:cNvSpPr>
              <p:nvPr/>
            </p:nvSpPr>
            <p:spPr>
              <a:xfrm>
                <a:off x="1638647" y="4166719"/>
                <a:ext cx="300277" cy="338554"/>
              </a:xfrm>
              <a:prstGeom prst="rect">
                <a:avLst/>
              </a:prstGeom>
              <a:blipFill>
                <a:blip r:embed="rId18"/>
                <a:stretch>
                  <a:fillRect r="-22449" b="-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2" name="TextBox 161">
                <a:extLst>
                  <a:ext uri="{FF2B5EF4-FFF2-40B4-BE49-F238E27FC236}">
                    <a16:creationId xmlns:a16="http://schemas.microsoft.com/office/drawing/2014/main" id="{D11F9744-C72A-FAC8-65A4-157A9DD2512C}"/>
                  </a:ext>
                </a:extLst>
              </p:cNvPr>
              <p:cNvSpPr txBox="1"/>
              <p:nvPr/>
            </p:nvSpPr>
            <p:spPr>
              <a:xfrm>
                <a:off x="2579023" y="4150907"/>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162" name="TextBox 161">
                <a:extLst>
                  <a:ext uri="{FF2B5EF4-FFF2-40B4-BE49-F238E27FC236}">
                    <a16:creationId xmlns:a16="http://schemas.microsoft.com/office/drawing/2014/main" id="{D11F9744-C72A-FAC8-65A4-157A9DD2512C}"/>
                  </a:ext>
                </a:extLst>
              </p:cNvPr>
              <p:cNvSpPr txBox="1">
                <a:spLocks noRot="1" noChangeAspect="1" noMove="1" noResize="1" noEditPoints="1" noAdjustHandles="1" noChangeArrowheads="1" noChangeShapeType="1" noTextEdit="1"/>
              </p:cNvSpPr>
              <p:nvPr/>
            </p:nvSpPr>
            <p:spPr>
              <a:xfrm>
                <a:off x="2579023" y="4150907"/>
                <a:ext cx="300277" cy="338554"/>
              </a:xfrm>
              <a:prstGeom prst="rect">
                <a:avLst/>
              </a:prstGeom>
              <a:blipFill>
                <a:blip r:embed="rId19"/>
                <a:stretch>
                  <a:fillRect r="-8163" b="-5455"/>
                </a:stretch>
              </a:blipFill>
            </p:spPr>
            <p:txBody>
              <a:bodyPr/>
              <a:lstStyle/>
              <a:p>
                <a:r>
                  <a:rPr lang="en-US">
                    <a:noFill/>
                  </a:rPr>
                  <a:t> </a:t>
                </a:r>
              </a:p>
            </p:txBody>
          </p:sp>
        </mc:Fallback>
      </mc:AlternateContent>
      <p:cxnSp>
        <p:nvCxnSpPr>
          <p:cNvPr id="163" name="Straight Connector 162">
            <a:extLst>
              <a:ext uri="{FF2B5EF4-FFF2-40B4-BE49-F238E27FC236}">
                <a16:creationId xmlns:a16="http://schemas.microsoft.com/office/drawing/2014/main" id="{6A263E16-73F5-0770-50E2-B099C19D94E9}"/>
              </a:ext>
            </a:extLst>
          </p:cNvPr>
          <p:cNvCxnSpPr>
            <a:cxnSpLocks/>
          </p:cNvCxnSpPr>
          <p:nvPr/>
        </p:nvCxnSpPr>
        <p:spPr>
          <a:xfrm>
            <a:off x="1956384" y="3347926"/>
            <a:ext cx="0" cy="53099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EA1B06BF-94F8-01EA-CA17-0AD710DB671A}"/>
              </a:ext>
            </a:extLst>
          </p:cNvPr>
          <p:cNvCxnSpPr>
            <a:cxnSpLocks/>
          </p:cNvCxnSpPr>
          <p:nvPr/>
        </p:nvCxnSpPr>
        <p:spPr>
          <a:xfrm>
            <a:off x="1567140" y="3347926"/>
            <a:ext cx="395471"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165" name="Arrow: Right 164">
            <a:extLst>
              <a:ext uri="{FF2B5EF4-FFF2-40B4-BE49-F238E27FC236}">
                <a16:creationId xmlns:a16="http://schemas.microsoft.com/office/drawing/2014/main" id="{6183F005-0A86-292A-E1BA-6E82CA1AF88B}"/>
              </a:ext>
            </a:extLst>
          </p:cNvPr>
          <p:cNvSpPr/>
          <p:nvPr/>
        </p:nvSpPr>
        <p:spPr>
          <a:xfrm flipH="1">
            <a:off x="2851852" y="2243930"/>
            <a:ext cx="392359" cy="122234"/>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C0FE5389-0D86-E10A-920F-FB9F2D4D733E}"/>
                  </a:ext>
                </a:extLst>
              </p:cNvPr>
              <p:cNvSpPr txBox="1"/>
              <p:nvPr/>
            </p:nvSpPr>
            <p:spPr>
              <a:xfrm>
                <a:off x="2909916" y="2262900"/>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𝜏</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166" name="TextBox 165">
                <a:extLst>
                  <a:ext uri="{FF2B5EF4-FFF2-40B4-BE49-F238E27FC236}">
                    <a16:creationId xmlns:a16="http://schemas.microsoft.com/office/drawing/2014/main" id="{C0FE5389-0D86-E10A-920F-FB9F2D4D733E}"/>
                  </a:ext>
                </a:extLst>
              </p:cNvPr>
              <p:cNvSpPr txBox="1">
                <a:spLocks noRot="1" noChangeAspect="1" noMove="1" noResize="1" noEditPoints="1" noAdjustHandles="1" noChangeArrowheads="1" noChangeShapeType="1" noTextEdit="1"/>
              </p:cNvSpPr>
              <p:nvPr/>
            </p:nvSpPr>
            <p:spPr>
              <a:xfrm>
                <a:off x="2909916" y="2262900"/>
                <a:ext cx="300277" cy="338554"/>
              </a:xfrm>
              <a:prstGeom prst="rect">
                <a:avLst/>
              </a:prstGeom>
              <a:blipFill>
                <a:blip r:embed="rId20"/>
                <a:stretch>
                  <a:fillRect r="-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7" name="Rectangle 166">
                <a:extLst>
                  <a:ext uri="{FF2B5EF4-FFF2-40B4-BE49-F238E27FC236}">
                    <a16:creationId xmlns:a16="http://schemas.microsoft.com/office/drawing/2014/main" id="{2A651C21-B4A1-C937-ECE8-0B8D0B248DD4}"/>
                  </a:ext>
                </a:extLst>
              </p:cNvPr>
              <p:cNvSpPr/>
              <p:nvPr/>
            </p:nvSpPr>
            <p:spPr>
              <a:xfrm>
                <a:off x="3364614" y="3460668"/>
                <a:ext cx="430664" cy="438151"/>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𝐽</m:t>
                          </m:r>
                        </m:e>
                        <m:sub>
                          <m:r>
                            <a:rPr lang="en-US" sz="1600" b="0" i="1" smtClean="0">
                              <a:solidFill>
                                <a:schemeClr val="tx1"/>
                              </a:solidFill>
                              <a:latin typeface="Cambria Math" panose="02040503050406030204" pitchFamily="18" charset="0"/>
                            </a:rPr>
                            <m:t>𝑙</m:t>
                          </m:r>
                        </m:sub>
                      </m:sSub>
                    </m:oMath>
                  </m:oMathPara>
                </a14:m>
                <a:endParaRPr lang="en-US" sz="1600" dirty="0">
                  <a:solidFill>
                    <a:schemeClr val="tx1"/>
                  </a:solidFill>
                </a:endParaRPr>
              </a:p>
            </p:txBody>
          </p:sp>
        </mc:Choice>
        <mc:Fallback xmlns="">
          <p:sp>
            <p:nvSpPr>
              <p:cNvPr id="167" name="Rectangle 166">
                <a:extLst>
                  <a:ext uri="{FF2B5EF4-FFF2-40B4-BE49-F238E27FC236}">
                    <a16:creationId xmlns:a16="http://schemas.microsoft.com/office/drawing/2014/main" id="{2A651C21-B4A1-C937-ECE8-0B8D0B248DD4}"/>
                  </a:ext>
                </a:extLst>
              </p:cNvPr>
              <p:cNvSpPr>
                <a:spLocks noRot="1" noChangeAspect="1" noMove="1" noResize="1" noEditPoints="1" noAdjustHandles="1" noChangeArrowheads="1" noChangeShapeType="1" noTextEdit="1"/>
              </p:cNvSpPr>
              <p:nvPr/>
            </p:nvSpPr>
            <p:spPr>
              <a:xfrm>
                <a:off x="3364614" y="3460668"/>
                <a:ext cx="430664" cy="438151"/>
              </a:xfrm>
              <a:prstGeom prst="rect">
                <a:avLst/>
              </a:prstGeom>
              <a:blipFill>
                <a:blip r:embed="rId21"/>
                <a:stretch>
                  <a:fillRect/>
                </a:stretch>
              </a:blipFill>
              <a:ln w="12700"/>
            </p:spPr>
            <p:txBody>
              <a:bodyPr/>
              <a:lstStyle/>
              <a:p>
                <a:r>
                  <a:rPr lang="en-US">
                    <a:noFill/>
                  </a:rPr>
                  <a:t> </a:t>
                </a:r>
              </a:p>
            </p:txBody>
          </p:sp>
        </mc:Fallback>
      </mc:AlternateContent>
      <p:grpSp>
        <p:nvGrpSpPr>
          <p:cNvPr id="168" name="Group 167">
            <a:extLst>
              <a:ext uri="{FF2B5EF4-FFF2-40B4-BE49-F238E27FC236}">
                <a16:creationId xmlns:a16="http://schemas.microsoft.com/office/drawing/2014/main" id="{B0BA20DA-B909-6260-268B-47F90A574795}"/>
              </a:ext>
            </a:extLst>
          </p:cNvPr>
          <p:cNvGrpSpPr/>
          <p:nvPr/>
        </p:nvGrpSpPr>
        <p:grpSpPr>
          <a:xfrm>
            <a:off x="2848551" y="3505118"/>
            <a:ext cx="509588" cy="173039"/>
            <a:chOff x="1946275" y="1773235"/>
            <a:chExt cx="509588" cy="173039"/>
          </a:xfrm>
        </p:grpSpPr>
        <p:cxnSp>
          <p:nvCxnSpPr>
            <p:cNvPr id="169" name="Straight Connector 168">
              <a:extLst>
                <a:ext uri="{FF2B5EF4-FFF2-40B4-BE49-F238E27FC236}">
                  <a16:creationId xmlns:a16="http://schemas.microsoft.com/office/drawing/2014/main" id="{FFFDC0E8-6E1B-1846-586B-817EC390D5E5}"/>
                </a:ext>
              </a:extLst>
            </p:cNvPr>
            <p:cNvCxnSpPr>
              <a:cxnSpLocks/>
            </p:cNvCxnSpPr>
            <p:nvPr/>
          </p:nvCxnSpPr>
          <p:spPr>
            <a:xfrm>
              <a:off x="1946275" y="1858960"/>
              <a:ext cx="20929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8296CF09-B69C-1D72-B5EB-4D216ADE8BAD}"/>
                </a:ext>
              </a:extLst>
            </p:cNvPr>
            <p:cNvCxnSpPr/>
            <p:nvPr/>
          </p:nvCxnSpPr>
          <p:spPr>
            <a:xfrm>
              <a:off x="2063496" y="1774824"/>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9F840293-EDE9-FDF3-F1AA-FD96D45AC15D}"/>
                </a:ext>
              </a:extLst>
            </p:cNvPr>
            <p:cNvCxnSpPr/>
            <p:nvPr/>
          </p:nvCxnSpPr>
          <p:spPr>
            <a:xfrm>
              <a:off x="2063495" y="1944685"/>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596975A5-FAEB-5BBB-78EA-EDEE755E3F13}"/>
                </a:ext>
              </a:extLst>
            </p:cNvPr>
            <p:cNvCxnSpPr>
              <a:cxnSpLocks/>
            </p:cNvCxnSpPr>
            <p:nvPr/>
          </p:nvCxnSpPr>
          <p:spPr>
            <a:xfrm>
              <a:off x="2314320" y="1774824"/>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4F63F171-47F3-BFD3-B319-54310760E87C}"/>
                </a:ext>
              </a:extLst>
            </p:cNvPr>
            <p:cNvCxnSpPr>
              <a:cxnSpLocks/>
            </p:cNvCxnSpPr>
            <p:nvPr/>
          </p:nvCxnSpPr>
          <p:spPr>
            <a:xfrm>
              <a:off x="2155570" y="1773235"/>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BDA943D5-E69E-9848-A4A1-118820C19FDA}"/>
                </a:ext>
              </a:extLst>
            </p:cNvPr>
            <p:cNvCxnSpPr>
              <a:cxnSpLocks/>
            </p:cNvCxnSpPr>
            <p:nvPr/>
          </p:nvCxnSpPr>
          <p:spPr>
            <a:xfrm>
              <a:off x="2314583" y="1862136"/>
              <a:ext cx="14128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175" name="Group 174">
            <a:extLst>
              <a:ext uri="{FF2B5EF4-FFF2-40B4-BE49-F238E27FC236}">
                <a16:creationId xmlns:a16="http://schemas.microsoft.com/office/drawing/2014/main" id="{0098BAE2-937C-EF5C-C3DC-333656787C0D}"/>
              </a:ext>
            </a:extLst>
          </p:cNvPr>
          <p:cNvGrpSpPr/>
          <p:nvPr/>
        </p:nvGrpSpPr>
        <p:grpSpPr>
          <a:xfrm>
            <a:off x="2851133" y="3732259"/>
            <a:ext cx="509585" cy="152136"/>
            <a:chOff x="1829339" y="1346589"/>
            <a:chExt cx="509585" cy="152136"/>
          </a:xfrm>
        </p:grpSpPr>
        <p:cxnSp>
          <p:nvCxnSpPr>
            <p:cNvPr id="176" name="Straight Connector 175">
              <a:extLst>
                <a:ext uri="{FF2B5EF4-FFF2-40B4-BE49-F238E27FC236}">
                  <a16:creationId xmlns:a16="http://schemas.microsoft.com/office/drawing/2014/main" id="{231430F3-9576-6E60-EC88-8A16F4AACFA4}"/>
                </a:ext>
              </a:extLst>
            </p:cNvPr>
            <p:cNvCxnSpPr>
              <a:cxnSpLocks/>
            </p:cNvCxnSpPr>
            <p:nvPr/>
          </p:nvCxnSpPr>
          <p:spPr>
            <a:xfrm>
              <a:off x="2213496" y="1420671"/>
              <a:ext cx="125428" cy="15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58AD8B69-138D-6ECC-B853-4656CFCA38CE}"/>
                </a:ext>
              </a:extLst>
            </p:cNvPr>
            <p:cNvCxnSpPr>
              <a:cxnSpLocks/>
            </p:cNvCxnSpPr>
            <p:nvPr/>
          </p:nvCxnSpPr>
          <p:spPr>
            <a:xfrm>
              <a:off x="1829339" y="1421464"/>
              <a:ext cx="11722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519C6E5B-46FE-F5B9-22CD-5B5F8E062931}"/>
                </a:ext>
              </a:extLst>
            </p:cNvPr>
            <p:cNvCxnSpPr>
              <a:cxnSpLocks/>
            </p:cNvCxnSpPr>
            <p:nvPr/>
          </p:nvCxnSpPr>
          <p:spPr>
            <a:xfrm flipV="1">
              <a:off x="1944834" y="1346589"/>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1A45A7B2-BC50-3AA3-771C-E9969A6BBB2D}"/>
                </a:ext>
              </a:extLst>
            </p:cNvPr>
            <p:cNvCxnSpPr>
              <a:cxnSpLocks/>
            </p:cNvCxnSpPr>
            <p:nvPr/>
          </p:nvCxnSpPr>
          <p:spPr>
            <a:xfrm flipV="1">
              <a:off x="2044577" y="1348707"/>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85E7203D-AF74-AAA6-61E4-370F8CE3F486}"/>
                </a:ext>
              </a:extLst>
            </p:cNvPr>
            <p:cNvCxnSpPr>
              <a:cxnSpLocks/>
            </p:cNvCxnSpPr>
            <p:nvPr/>
          </p:nvCxnSpPr>
          <p:spPr>
            <a:xfrm flipH="1" flipV="1">
              <a:off x="1978004" y="134949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B1FD5CDB-027E-A3F9-627E-7B5685D32008}"/>
                </a:ext>
              </a:extLst>
            </p:cNvPr>
            <p:cNvCxnSpPr>
              <a:cxnSpLocks/>
            </p:cNvCxnSpPr>
            <p:nvPr/>
          </p:nvCxnSpPr>
          <p:spPr>
            <a:xfrm flipH="1" flipV="1">
              <a:off x="2111772" y="134711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F57C186B-B81E-64CF-DB60-D27BF50A73AA}"/>
                </a:ext>
              </a:extLst>
            </p:cNvPr>
            <p:cNvCxnSpPr>
              <a:cxnSpLocks/>
            </p:cNvCxnSpPr>
            <p:nvPr/>
          </p:nvCxnSpPr>
          <p:spPr>
            <a:xfrm flipV="1">
              <a:off x="2182052" y="1424377"/>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32B8402A-0B92-0539-026D-FE1BEFC65C3C}"/>
                  </a:ext>
                </a:extLst>
              </p:cNvPr>
              <p:cNvSpPr txBox="1"/>
              <p:nvPr/>
            </p:nvSpPr>
            <p:spPr>
              <a:xfrm>
                <a:off x="2900065" y="3813617"/>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𝐾</m:t>
                          </m:r>
                        </m:e>
                        <m:sub>
                          <m:r>
                            <a:rPr lang="en-US" sz="1600" b="0" i="1" smtClean="0">
                              <a:latin typeface="Cambria Math" panose="02040503050406030204" pitchFamily="18" charset="0"/>
                            </a:rPr>
                            <m:t>𝑙</m:t>
                          </m:r>
                        </m:sub>
                      </m:sSub>
                    </m:oMath>
                  </m:oMathPara>
                </a14:m>
                <a:endParaRPr lang="en-US" sz="1600" dirty="0"/>
              </a:p>
            </p:txBody>
          </p:sp>
        </mc:Choice>
        <mc:Fallback xmlns="">
          <p:sp>
            <p:nvSpPr>
              <p:cNvPr id="183" name="TextBox 182">
                <a:extLst>
                  <a:ext uri="{FF2B5EF4-FFF2-40B4-BE49-F238E27FC236}">
                    <a16:creationId xmlns:a16="http://schemas.microsoft.com/office/drawing/2014/main" id="{32B8402A-0B92-0539-026D-FE1BEFC65C3C}"/>
                  </a:ext>
                </a:extLst>
              </p:cNvPr>
              <p:cNvSpPr txBox="1">
                <a:spLocks noRot="1" noChangeAspect="1" noMove="1" noResize="1" noEditPoints="1" noAdjustHandles="1" noChangeArrowheads="1" noChangeShapeType="1" noTextEdit="1"/>
              </p:cNvSpPr>
              <p:nvPr/>
            </p:nvSpPr>
            <p:spPr>
              <a:xfrm>
                <a:off x="2900065" y="3813617"/>
                <a:ext cx="300277" cy="338554"/>
              </a:xfrm>
              <a:prstGeom prst="rect">
                <a:avLst/>
              </a:prstGeom>
              <a:blipFill>
                <a:blip r:embed="rId22"/>
                <a:stretch>
                  <a:fillRect r="-4082"/>
                </a:stretch>
              </a:blipFill>
            </p:spPr>
            <p:txBody>
              <a:bodyPr/>
              <a:lstStyle/>
              <a:p>
                <a:r>
                  <a:rPr lang="en-US">
                    <a:noFill/>
                  </a:rPr>
                  <a:t> </a:t>
                </a:r>
              </a:p>
            </p:txBody>
          </p:sp>
        </mc:Fallback>
      </mc:AlternateContent>
      <p:cxnSp>
        <p:nvCxnSpPr>
          <p:cNvPr id="184" name="Straight Connector 183">
            <a:extLst>
              <a:ext uri="{FF2B5EF4-FFF2-40B4-BE49-F238E27FC236}">
                <a16:creationId xmlns:a16="http://schemas.microsoft.com/office/drawing/2014/main" id="{2376934E-91DC-D49E-D4A0-E3C0860F90F6}"/>
              </a:ext>
            </a:extLst>
          </p:cNvPr>
          <p:cNvCxnSpPr>
            <a:cxnSpLocks/>
          </p:cNvCxnSpPr>
          <p:nvPr/>
        </p:nvCxnSpPr>
        <p:spPr>
          <a:xfrm>
            <a:off x="3579946" y="3949614"/>
            <a:ext cx="0" cy="37313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CD139378-3FB6-430A-9B86-2CE16D9C201B}"/>
              </a:ext>
            </a:extLst>
          </p:cNvPr>
          <p:cNvCxnSpPr>
            <a:cxnSpLocks/>
          </p:cNvCxnSpPr>
          <p:nvPr/>
        </p:nvCxnSpPr>
        <p:spPr>
          <a:xfrm>
            <a:off x="3579946" y="4209969"/>
            <a:ext cx="284605" cy="0"/>
          </a:xfrm>
          <a:prstGeom prst="line">
            <a:avLst/>
          </a:prstGeom>
          <a:ln w="1905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F6267519-EF8C-9115-5093-61267CC4AFDC}"/>
                  </a:ext>
                </a:extLst>
              </p:cNvPr>
              <p:cNvSpPr txBox="1"/>
              <p:nvPr/>
            </p:nvSpPr>
            <p:spPr>
              <a:xfrm>
                <a:off x="3528924" y="4153470"/>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𝑙</m:t>
                          </m:r>
                        </m:sub>
                      </m:sSub>
                    </m:oMath>
                  </m:oMathPara>
                </a14:m>
                <a:endParaRPr lang="en-US" sz="1600" dirty="0"/>
              </a:p>
            </p:txBody>
          </p:sp>
        </mc:Choice>
        <mc:Fallback xmlns="">
          <p:sp>
            <p:nvSpPr>
              <p:cNvPr id="186" name="TextBox 185">
                <a:extLst>
                  <a:ext uri="{FF2B5EF4-FFF2-40B4-BE49-F238E27FC236}">
                    <a16:creationId xmlns:a16="http://schemas.microsoft.com/office/drawing/2014/main" id="{F6267519-EF8C-9115-5093-61267CC4AFDC}"/>
                  </a:ext>
                </a:extLst>
              </p:cNvPr>
              <p:cNvSpPr txBox="1">
                <a:spLocks noRot="1" noChangeAspect="1" noMove="1" noResize="1" noEditPoints="1" noAdjustHandles="1" noChangeArrowheads="1" noChangeShapeType="1" noTextEdit="1"/>
              </p:cNvSpPr>
              <p:nvPr/>
            </p:nvSpPr>
            <p:spPr>
              <a:xfrm>
                <a:off x="3528924" y="4153470"/>
                <a:ext cx="300277" cy="338554"/>
              </a:xfrm>
              <a:prstGeom prst="rect">
                <a:avLst/>
              </a:prstGeom>
              <a:blipFill>
                <a:blip r:embed="rId23"/>
                <a:stretch>
                  <a:fillRect b="-5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E27AD3C-6616-AD41-5979-6975E70C283F}"/>
                  </a:ext>
                </a:extLst>
              </p:cNvPr>
              <p:cNvSpPr txBox="1"/>
              <p:nvPr/>
            </p:nvSpPr>
            <p:spPr>
              <a:xfrm>
                <a:off x="2926705" y="3145834"/>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𝐷</m:t>
                          </m:r>
                        </m:e>
                        <m:sub>
                          <m:r>
                            <a:rPr lang="en-US" sz="1600" b="0" i="1" smtClean="0">
                              <a:latin typeface="Cambria Math" panose="02040503050406030204" pitchFamily="18" charset="0"/>
                            </a:rPr>
                            <m:t>𝑙</m:t>
                          </m:r>
                        </m:sub>
                      </m:sSub>
                    </m:oMath>
                  </m:oMathPara>
                </a14:m>
                <a:endParaRPr lang="en-US" sz="1600" dirty="0"/>
              </a:p>
            </p:txBody>
          </p:sp>
        </mc:Choice>
        <mc:Fallback xmlns="">
          <p:sp>
            <p:nvSpPr>
              <p:cNvPr id="187" name="TextBox 186">
                <a:extLst>
                  <a:ext uri="{FF2B5EF4-FFF2-40B4-BE49-F238E27FC236}">
                    <a16:creationId xmlns:a16="http://schemas.microsoft.com/office/drawing/2014/main" id="{2E27AD3C-6616-AD41-5979-6975E70C283F}"/>
                  </a:ext>
                </a:extLst>
              </p:cNvPr>
              <p:cNvSpPr txBox="1">
                <a:spLocks noRot="1" noChangeAspect="1" noMove="1" noResize="1" noEditPoints="1" noAdjustHandles="1" noChangeArrowheads="1" noChangeShapeType="1" noTextEdit="1"/>
              </p:cNvSpPr>
              <p:nvPr/>
            </p:nvSpPr>
            <p:spPr>
              <a:xfrm>
                <a:off x="2926705" y="3145834"/>
                <a:ext cx="300277" cy="338554"/>
              </a:xfrm>
              <a:prstGeom prst="rect">
                <a:avLst/>
              </a:prstGeom>
              <a:blipFill>
                <a:blip r:embed="rId24"/>
                <a:stretch>
                  <a:fillRect r="-8163"/>
                </a:stretch>
              </a:blipFill>
            </p:spPr>
            <p:txBody>
              <a:bodyPr/>
              <a:lstStyle/>
              <a:p>
                <a:r>
                  <a:rPr lang="en-US">
                    <a:noFill/>
                  </a:rPr>
                  <a:t> </a:t>
                </a:r>
              </a:p>
            </p:txBody>
          </p:sp>
        </mc:Fallback>
      </mc:AlternateContent>
      <p:sp>
        <p:nvSpPr>
          <p:cNvPr id="188" name="Arrow: Right 187">
            <a:extLst>
              <a:ext uri="{FF2B5EF4-FFF2-40B4-BE49-F238E27FC236}">
                <a16:creationId xmlns:a16="http://schemas.microsoft.com/office/drawing/2014/main" id="{157BE70A-704E-FDBB-85E2-A9E1C94C72E0}"/>
              </a:ext>
            </a:extLst>
          </p:cNvPr>
          <p:cNvSpPr/>
          <p:nvPr/>
        </p:nvSpPr>
        <p:spPr>
          <a:xfrm flipH="1">
            <a:off x="3806487" y="3634754"/>
            <a:ext cx="392359" cy="122234"/>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9" name="TextBox 188">
                <a:extLst>
                  <a:ext uri="{FF2B5EF4-FFF2-40B4-BE49-F238E27FC236}">
                    <a16:creationId xmlns:a16="http://schemas.microsoft.com/office/drawing/2014/main" id="{F8497174-1E9B-B016-96F4-F44C8F2CA4BF}"/>
                  </a:ext>
                </a:extLst>
              </p:cNvPr>
              <p:cNvSpPr txBox="1"/>
              <p:nvPr/>
            </p:nvSpPr>
            <p:spPr>
              <a:xfrm>
                <a:off x="3864551" y="3653724"/>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𝜏</m:t>
                          </m:r>
                        </m:e>
                        <m:sub>
                          <m:r>
                            <a:rPr lang="en-US" sz="1600" b="0" i="1" smtClean="0">
                              <a:latin typeface="Cambria Math" panose="02040503050406030204" pitchFamily="18" charset="0"/>
                            </a:rPr>
                            <m:t>𝑙</m:t>
                          </m:r>
                        </m:sub>
                      </m:sSub>
                    </m:oMath>
                  </m:oMathPara>
                </a14:m>
                <a:endParaRPr lang="en-US" sz="1600" dirty="0"/>
              </a:p>
            </p:txBody>
          </p:sp>
        </mc:Choice>
        <mc:Fallback xmlns="">
          <p:sp>
            <p:nvSpPr>
              <p:cNvPr id="189" name="TextBox 188">
                <a:extLst>
                  <a:ext uri="{FF2B5EF4-FFF2-40B4-BE49-F238E27FC236}">
                    <a16:creationId xmlns:a16="http://schemas.microsoft.com/office/drawing/2014/main" id="{F8497174-1E9B-B016-96F4-F44C8F2CA4BF}"/>
                  </a:ext>
                </a:extLst>
              </p:cNvPr>
              <p:cNvSpPr txBox="1">
                <a:spLocks noRot="1" noChangeAspect="1" noMove="1" noResize="1" noEditPoints="1" noAdjustHandles="1" noChangeArrowheads="1" noChangeShapeType="1" noTextEdit="1"/>
              </p:cNvSpPr>
              <p:nvPr/>
            </p:nvSpPr>
            <p:spPr>
              <a:xfrm>
                <a:off x="3864551" y="3653724"/>
                <a:ext cx="300277" cy="338554"/>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0" name="TextBox 189">
                <a:extLst>
                  <a:ext uri="{FF2B5EF4-FFF2-40B4-BE49-F238E27FC236}">
                    <a16:creationId xmlns:a16="http://schemas.microsoft.com/office/drawing/2014/main" id="{64951DD4-CD86-B74C-A5F6-29066F4AB764}"/>
                  </a:ext>
                </a:extLst>
              </p:cNvPr>
              <p:cNvSpPr txBox="1"/>
              <p:nvPr/>
            </p:nvSpPr>
            <p:spPr>
              <a:xfrm>
                <a:off x="3377572" y="1930042"/>
                <a:ext cx="1117541" cy="1077218"/>
              </a:xfrm>
              <a:prstGeom prst="rect">
                <a:avLst/>
              </a:prstGeom>
              <a:ln>
                <a:solidFill>
                  <a:schemeClr val="tx1"/>
                </a:solidFill>
              </a:ln>
            </p:spPr>
            <p:txBody>
              <a:bodyPr wrap="square" rtlCol="0">
                <a:spAutoFit/>
              </a:bodyPr>
              <a:lstStyle/>
              <a:p>
                <a:pPr algn="l"/>
                <a14:m>
                  <m:oMath xmlns:m="http://schemas.openxmlformats.org/officeDocument/2006/math">
                    <m:r>
                      <a:rPr lang="en-US" sz="1600" b="0" i="1" smtClean="0">
                        <a:latin typeface="Cambria Math" panose="02040503050406030204" pitchFamily="18" charset="0"/>
                      </a:rPr>
                      <m:t>𝑚</m:t>
                    </m:r>
                  </m:oMath>
                </a14:m>
                <a:r>
                  <a:rPr lang="en-US" sz="1600" dirty="0"/>
                  <a:t> : motor</a:t>
                </a:r>
              </a:p>
              <a:p>
                <a:pPr algn="l"/>
                <a14:m>
                  <m:oMath xmlns:m="http://schemas.openxmlformats.org/officeDocument/2006/math">
                    <m:r>
                      <a:rPr lang="en-US" sz="1600" b="0" i="1" smtClean="0">
                        <a:latin typeface="Cambria Math" panose="02040503050406030204" pitchFamily="18" charset="0"/>
                      </a:rPr>
                      <m:t>𝑜</m:t>
                    </m:r>
                  </m:oMath>
                </a14:m>
                <a:r>
                  <a:rPr lang="en-US" sz="1600" dirty="0"/>
                  <a:t>  : output</a:t>
                </a:r>
              </a:p>
              <a:p>
                <a:pPr algn="l"/>
                <a14:m>
                  <m:oMath xmlns:m="http://schemas.openxmlformats.org/officeDocument/2006/math">
                    <m:r>
                      <a:rPr lang="en-US" sz="1600" b="0" i="1" smtClean="0">
                        <a:latin typeface="Cambria Math" panose="02040503050406030204" pitchFamily="18" charset="0"/>
                      </a:rPr>
                      <m:t>𝑙</m:t>
                    </m:r>
                  </m:oMath>
                </a14:m>
                <a:r>
                  <a:rPr lang="en-US" sz="1600" dirty="0"/>
                  <a:t>   : link</a:t>
                </a:r>
              </a:p>
              <a:p>
                <a:pPr algn="l"/>
                <a14:m>
                  <m:oMath xmlns:m="http://schemas.openxmlformats.org/officeDocument/2006/math">
                    <m:r>
                      <a:rPr lang="en-US" sz="1600" b="0" i="1" smtClean="0">
                        <a:latin typeface="Cambria Math" panose="02040503050406030204" pitchFamily="18" charset="0"/>
                      </a:rPr>
                      <m:t>𝑡</m:t>
                    </m:r>
                  </m:oMath>
                </a14:m>
                <a:r>
                  <a:rPr lang="en-US" sz="1600" dirty="0"/>
                  <a:t>   : tool</a:t>
                </a:r>
              </a:p>
            </p:txBody>
          </p:sp>
        </mc:Choice>
        <mc:Fallback xmlns="">
          <p:sp>
            <p:nvSpPr>
              <p:cNvPr id="190" name="TextBox 189">
                <a:extLst>
                  <a:ext uri="{FF2B5EF4-FFF2-40B4-BE49-F238E27FC236}">
                    <a16:creationId xmlns:a16="http://schemas.microsoft.com/office/drawing/2014/main" id="{64951DD4-CD86-B74C-A5F6-29066F4AB764}"/>
                  </a:ext>
                </a:extLst>
              </p:cNvPr>
              <p:cNvSpPr txBox="1">
                <a:spLocks noRot="1" noChangeAspect="1" noMove="1" noResize="1" noEditPoints="1" noAdjustHandles="1" noChangeArrowheads="1" noChangeShapeType="1" noTextEdit="1"/>
              </p:cNvSpPr>
              <p:nvPr/>
            </p:nvSpPr>
            <p:spPr>
              <a:xfrm>
                <a:off x="3377572" y="1930042"/>
                <a:ext cx="1117541" cy="1077218"/>
              </a:xfrm>
              <a:prstGeom prst="rect">
                <a:avLst/>
              </a:prstGeom>
              <a:blipFill>
                <a:blip r:embed="rId26"/>
                <a:stretch>
                  <a:fillRect t="-1124" b="-6180"/>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2" name="TextBox 191">
                <a:extLst>
                  <a:ext uri="{FF2B5EF4-FFF2-40B4-BE49-F238E27FC236}">
                    <a16:creationId xmlns:a16="http://schemas.microsoft.com/office/drawing/2014/main" id="{17A896E6-742C-F6F8-C4CC-37F0E0C7AEA4}"/>
                  </a:ext>
                </a:extLst>
              </p:cNvPr>
              <p:cNvSpPr txBox="1"/>
              <p:nvPr/>
            </p:nvSpPr>
            <p:spPr>
              <a:xfrm>
                <a:off x="1356944" y="3103621"/>
                <a:ext cx="646814" cy="276999"/>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𝑟𝑎𝑡𝑖𝑜</m:t>
                      </m:r>
                      <m:r>
                        <a:rPr lang="en-US" sz="1200" b="0" i="1" smtClean="0">
                          <a:latin typeface="Cambria Math" panose="02040503050406030204" pitchFamily="18" charset="0"/>
                        </a:rPr>
                        <m:t>:</m:t>
                      </m:r>
                      <m:r>
                        <a:rPr lang="en-US" sz="1200" b="0" i="1" smtClean="0">
                          <a:latin typeface="Cambria Math" panose="02040503050406030204" pitchFamily="18" charset="0"/>
                        </a:rPr>
                        <m:t>𝑛</m:t>
                      </m:r>
                    </m:oMath>
                  </m:oMathPara>
                </a14:m>
                <a:endParaRPr lang="en-US" sz="1200" dirty="0"/>
              </a:p>
            </p:txBody>
          </p:sp>
        </mc:Choice>
        <mc:Fallback xmlns="">
          <p:sp>
            <p:nvSpPr>
              <p:cNvPr id="192" name="TextBox 191">
                <a:extLst>
                  <a:ext uri="{FF2B5EF4-FFF2-40B4-BE49-F238E27FC236}">
                    <a16:creationId xmlns:a16="http://schemas.microsoft.com/office/drawing/2014/main" id="{17A896E6-742C-F6F8-C4CC-37F0E0C7AEA4}"/>
                  </a:ext>
                </a:extLst>
              </p:cNvPr>
              <p:cNvSpPr txBox="1">
                <a:spLocks noRot="1" noChangeAspect="1" noMove="1" noResize="1" noEditPoints="1" noAdjustHandles="1" noChangeArrowheads="1" noChangeShapeType="1" noTextEdit="1"/>
              </p:cNvSpPr>
              <p:nvPr/>
            </p:nvSpPr>
            <p:spPr>
              <a:xfrm>
                <a:off x="1356944" y="3103621"/>
                <a:ext cx="646814" cy="276999"/>
              </a:xfrm>
              <a:prstGeom prst="rect">
                <a:avLst/>
              </a:prstGeom>
              <a:blipFill>
                <a:blip r:embed="rId27"/>
                <a:stretch>
                  <a:fillRect/>
                </a:stretch>
              </a:blipFill>
            </p:spPr>
            <p:txBody>
              <a:bodyPr/>
              <a:lstStyle/>
              <a:p>
                <a:r>
                  <a:rPr lang="en-US">
                    <a:noFill/>
                  </a:rPr>
                  <a:t> </a:t>
                </a:r>
              </a:p>
            </p:txBody>
          </p:sp>
        </mc:Fallback>
      </mc:AlternateContent>
      <p:sp>
        <p:nvSpPr>
          <p:cNvPr id="193" name="TextBox 192">
            <a:extLst>
              <a:ext uri="{FF2B5EF4-FFF2-40B4-BE49-F238E27FC236}">
                <a16:creationId xmlns:a16="http://schemas.microsoft.com/office/drawing/2014/main" id="{BD67A183-175D-E39D-F9C3-2D6203C24F84}"/>
              </a:ext>
            </a:extLst>
          </p:cNvPr>
          <p:cNvSpPr txBox="1"/>
          <p:nvPr/>
        </p:nvSpPr>
        <p:spPr>
          <a:xfrm>
            <a:off x="5109518" y="2141004"/>
            <a:ext cx="2285999" cy="369332"/>
          </a:xfrm>
          <a:prstGeom prst="rect">
            <a:avLst/>
          </a:prstGeom>
        </p:spPr>
        <p:txBody>
          <a:bodyPr wrap="square" rtlCol="0">
            <a:spAutoFit/>
          </a:bodyPr>
          <a:lstStyle/>
          <a:p>
            <a:pPr algn="l"/>
            <a:r>
              <a:rPr lang="en-US" dirty="0"/>
              <a:t>Actuator without link</a:t>
            </a:r>
          </a:p>
        </p:txBody>
      </p:sp>
      <p:sp>
        <p:nvSpPr>
          <p:cNvPr id="194" name="TextBox 193">
            <a:extLst>
              <a:ext uri="{FF2B5EF4-FFF2-40B4-BE49-F238E27FC236}">
                <a16:creationId xmlns:a16="http://schemas.microsoft.com/office/drawing/2014/main" id="{F448E262-A331-0DFC-32AD-5E9D35868EFD}"/>
              </a:ext>
            </a:extLst>
          </p:cNvPr>
          <p:cNvSpPr txBox="1"/>
          <p:nvPr/>
        </p:nvSpPr>
        <p:spPr>
          <a:xfrm>
            <a:off x="5109518" y="3499835"/>
            <a:ext cx="2285999" cy="646331"/>
          </a:xfrm>
          <a:prstGeom prst="rect">
            <a:avLst/>
          </a:prstGeom>
        </p:spPr>
        <p:txBody>
          <a:bodyPr wrap="square" rtlCol="0">
            <a:spAutoFit/>
          </a:bodyPr>
          <a:lstStyle/>
          <a:p>
            <a:pPr algn="l"/>
            <a:r>
              <a:rPr lang="en-US" dirty="0"/>
              <a:t>Actuator with link in free space</a:t>
            </a:r>
          </a:p>
        </p:txBody>
      </p:sp>
      <p:grpSp>
        <p:nvGrpSpPr>
          <p:cNvPr id="195" name="Group 194">
            <a:extLst>
              <a:ext uri="{FF2B5EF4-FFF2-40B4-BE49-F238E27FC236}">
                <a16:creationId xmlns:a16="http://schemas.microsoft.com/office/drawing/2014/main" id="{A60805EC-68AA-F63D-795F-B1F064E8B105}"/>
              </a:ext>
            </a:extLst>
          </p:cNvPr>
          <p:cNvGrpSpPr/>
          <p:nvPr/>
        </p:nvGrpSpPr>
        <p:grpSpPr>
          <a:xfrm>
            <a:off x="870147" y="4794099"/>
            <a:ext cx="110069" cy="466725"/>
            <a:chOff x="1718731" y="1866900"/>
            <a:chExt cx="110069" cy="466725"/>
          </a:xfrm>
        </p:grpSpPr>
        <p:cxnSp>
          <p:nvCxnSpPr>
            <p:cNvPr id="196" name="Straight Connector 195">
              <a:extLst>
                <a:ext uri="{FF2B5EF4-FFF2-40B4-BE49-F238E27FC236}">
                  <a16:creationId xmlns:a16="http://schemas.microsoft.com/office/drawing/2014/main" id="{90DEC602-18D9-A8EE-58BD-E9141D1511FD}"/>
                </a:ext>
              </a:extLst>
            </p:cNvPr>
            <p:cNvCxnSpPr/>
            <p:nvPr/>
          </p:nvCxnSpPr>
          <p:spPr>
            <a:xfrm>
              <a:off x="1828800" y="1866900"/>
              <a:ext cx="0" cy="46672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C07FFEB9-4BC3-97CA-584A-316FF9B5F95D}"/>
                </a:ext>
              </a:extLst>
            </p:cNvPr>
            <p:cNvCxnSpPr>
              <a:cxnSpLocks/>
            </p:cNvCxnSpPr>
            <p:nvPr/>
          </p:nvCxnSpPr>
          <p:spPr>
            <a:xfrm flipH="1">
              <a:off x="1718733" y="1917700"/>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ED31ED26-3630-11E8-381C-02CC47A4CEB4}"/>
                </a:ext>
              </a:extLst>
            </p:cNvPr>
            <p:cNvCxnSpPr>
              <a:cxnSpLocks/>
            </p:cNvCxnSpPr>
            <p:nvPr/>
          </p:nvCxnSpPr>
          <p:spPr>
            <a:xfrm flipH="1">
              <a:off x="1718732" y="2024591"/>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FD15CF5A-D785-0AE9-CBF5-5E702456E78C}"/>
                </a:ext>
              </a:extLst>
            </p:cNvPr>
            <p:cNvCxnSpPr>
              <a:cxnSpLocks/>
            </p:cNvCxnSpPr>
            <p:nvPr/>
          </p:nvCxnSpPr>
          <p:spPr>
            <a:xfrm flipH="1">
              <a:off x="1718731" y="2125662"/>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31F95C1-EB44-BD46-9B1B-0C9019B8E989}"/>
                </a:ext>
              </a:extLst>
            </p:cNvPr>
            <p:cNvCxnSpPr>
              <a:cxnSpLocks/>
            </p:cNvCxnSpPr>
            <p:nvPr/>
          </p:nvCxnSpPr>
          <p:spPr>
            <a:xfrm flipH="1">
              <a:off x="1718731" y="2232024"/>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01" name="Group 200">
            <a:extLst>
              <a:ext uri="{FF2B5EF4-FFF2-40B4-BE49-F238E27FC236}">
                <a16:creationId xmlns:a16="http://schemas.microsoft.com/office/drawing/2014/main" id="{A2D7AA57-6AC3-6341-8AB6-2D64AA7C8146}"/>
              </a:ext>
            </a:extLst>
          </p:cNvPr>
          <p:cNvGrpSpPr/>
          <p:nvPr/>
        </p:nvGrpSpPr>
        <p:grpSpPr>
          <a:xfrm>
            <a:off x="987183" y="4844899"/>
            <a:ext cx="509588" cy="173039"/>
            <a:chOff x="1946275" y="1773235"/>
            <a:chExt cx="509588" cy="173039"/>
          </a:xfrm>
        </p:grpSpPr>
        <p:cxnSp>
          <p:nvCxnSpPr>
            <p:cNvPr id="202" name="Straight Connector 201">
              <a:extLst>
                <a:ext uri="{FF2B5EF4-FFF2-40B4-BE49-F238E27FC236}">
                  <a16:creationId xmlns:a16="http://schemas.microsoft.com/office/drawing/2014/main" id="{1991906A-6DCF-7964-F4E1-D88FC5483919}"/>
                </a:ext>
              </a:extLst>
            </p:cNvPr>
            <p:cNvCxnSpPr>
              <a:cxnSpLocks/>
            </p:cNvCxnSpPr>
            <p:nvPr/>
          </p:nvCxnSpPr>
          <p:spPr>
            <a:xfrm>
              <a:off x="1946275" y="1858960"/>
              <a:ext cx="20929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E010E260-9759-B886-8729-6699D83DD7A9}"/>
                </a:ext>
              </a:extLst>
            </p:cNvPr>
            <p:cNvCxnSpPr/>
            <p:nvPr/>
          </p:nvCxnSpPr>
          <p:spPr>
            <a:xfrm>
              <a:off x="2063496" y="1774824"/>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94303502-9CFA-72EA-368F-2EAB41048B2E}"/>
                </a:ext>
              </a:extLst>
            </p:cNvPr>
            <p:cNvCxnSpPr/>
            <p:nvPr/>
          </p:nvCxnSpPr>
          <p:spPr>
            <a:xfrm>
              <a:off x="2063495" y="1944685"/>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D128E023-749F-63E9-A102-44B67BA4CACD}"/>
                </a:ext>
              </a:extLst>
            </p:cNvPr>
            <p:cNvCxnSpPr>
              <a:cxnSpLocks/>
            </p:cNvCxnSpPr>
            <p:nvPr/>
          </p:nvCxnSpPr>
          <p:spPr>
            <a:xfrm>
              <a:off x="2314320" y="1774824"/>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843944D7-4D7B-233E-9DE1-23A0543CE4A4}"/>
                </a:ext>
              </a:extLst>
            </p:cNvPr>
            <p:cNvCxnSpPr>
              <a:cxnSpLocks/>
            </p:cNvCxnSpPr>
            <p:nvPr/>
          </p:nvCxnSpPr>
          <p:spPr>
            <a:xfrm>
              <a:off x="2155570" y="1773235"/>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08EFFDFC-87E1-87F6-5FC7-DBBDA167BB2E}"/>
                </a:ext>
              </a:extLst>
            </p:cNvPr>
            <p:cNvCxnSpPr>
              <a:cxnSpLocks/>
            </p:cNvCxnSpPr>
            <p:nvPr/>
          </p:nvCxnSpPr>
          <p:spPr>
            <a:xfrm>
              <a:off x="2314583" y="1862136"/>
              <a:ext cx="141280" cy="0"/>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08" name="Rectangle 207">
                <a:extLst>
                  <a:ext uri="{FF2B5EF4-FFF2-40B4-BE49-F238E27FC236}">
                    <a16:creationId xmlns:a16="http://schemas.microsoft.com/office/drawing/2014/main" id="{DDD83FA9-B04E-1B99-533A-892C6084FA26}"/>
                  </a:ext>
                </a:extLst>
              </p:cNvPr>
              <p:cNvSpPr/>
              <p:nvPr/>
            </p:nvSpPr>
            <p:spPr>
              <a:xfrm>
                <a:off x="1498734" y="4809972"/>
                <a:ext cx="430664" cy="438151"/>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𝐽</m:t>
                          </m:r>
                        </m:e>
                        <m:sub>
                          <m:r>
                            <a:rPr lang="en-US" sz="1600" b="0" i="1" smtClean="0">
                              <a:solidFill>
                                <a:schemeClr val="tx1"/>
                              </a:solidFill>
                              <a:latin typeface="Cambria Math" panose="02040503050406030204" pitchFamily="18" charset="0"/>
                            </a:rPr>
                            <m:t>𝑚</m:t>
                          </m:r>
                        </m:sub>
                      </m:sSub>
                    </m:oMath>
                  </m:oMathPara>
                </a14:m>
                <a:endParaRPr lang="en-US" sz="1600" dirty="0">
                  <a:solidFill>
                    <a:schemeClr val="tx1"/>
                  </a:solidFill>
                </a:endParaRPr>
              </a:p>
            </p:txBody>
          </p:sp>
        </mc:Choice>
        <mc:Fallback xmlns="">
          <p:sp>
            <p:nvSpPr>
              <p:cNvPr id="208" name="Rectangle 207">
                <a:extLst>
                  <a:ext uri="{FF2B5EF4-FFF2-40B4-BE49-F238E27FC236}">
                    <a16:creationId xmlns:a16="http://schemas.microsoft.com/office/drawing/2014/main" id="{DDD83FA9-B04E-1B99-533A-892C6084FA26}"/>
                  </a:ext>
                </a:extLst>
              </p:cNvPr>
              <p:cNvSpPr>
                <a:spLocks noRot="1" noChangeAspect="1" noMove="1" noResize="1" noEditPoints="1" noAdjustHandles="1" noChangeArrowheads="1" noChangeShapeType="1" noTextEdit="1"/>
              </p:cNvSpPr>
              <p:nvPr/>
            </p:nvSpPr>
            <p:spPr>
              <a:xfrm>
                <a:off x="1498734" y="4809972"/>
                <a:ext cx="430664" cy="438151"/>
              </a:xfrm>
              <a:prstGeom prst="rect">
                <a:avLst/>
              </a:prstGeom>
              <a:blipFill>
                <a:blip r:embed="rId28"/>
                <a:stretch>
                  <a:fillRect/>
                </a:stretch>
              </a:blipFill>
              <a:ln w="12700"/>
            </p:spPr>
            <p:txBody>
              <a:bodyPr/>
              <a:lstStyle/>
              <a:p>
                <a:r>
                  <a:rPr lang="en-US">
                    <a:noFill/>
                  </a:rPr>
                  <a:t> </a:t>
                </a:r>
              </a:p>
            </p:txBody>
          </p:sp>
        </mc:Fallback>
      </mc:AlternateContent>
      <p:sp>
        <p:nvSpPr>
          <p:cNvPr id="209" name="Arrow: Right 208">
            <a:extLst>
              <a:ext uri="{FF2B5EF4-FFF2-40B4-BE49-F238E27FC236}">
                <a16:creationId xmlns:a16="http://schemas.microsoft.com/office/drawing/2014/main" id="{CA5896E0-B029-7C93-F091-87D7B9D5579B}"/>
              </a:ext>
            </a:extLst>
          </p:cNvPr>
          <p:cNvSpPr/>
          <p:nvPr/>
        </p:nvSpPr>
        <p:spPr>
          <a:xfrm>
            <a:off x="1104403" y="5097311"/>
            <a:ext cx="392359" cy="122234"/>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3722F140-6648-4A24-0FD2-65E95F17D379}"/>
                  </a:ext>
                </a:extLst>
              </p:cNvPr>
              <p:cNvSpPr txBox="1"/>
              <p:nvPr/>
            </p:nvSpPr>
            <p:spPr>
              <a:xfrm>
                <a:off x="1040630" y="4496904"/>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𝐷</m:t>
                          </m:r>
                        </m:e>
                        <m:sub>
                          <m:r>
                            <a:rPr lang="en-US" sz="1600" b="0" i="1" smtClean="0">
                              <a:latin typeface="Cambria Math" panose="02040503050406030204" pitchFamily="18" charset="0"/>
                            </a:rPr>
                            <m:t>𝑚</m:t>
                          </m:r>
                        </m:sub>
                      </m:sSub>
                    </m:oMath>
                  </m:oMathPara>
                </a14:m>
                <a:endParaRPr lang="en-US" sz="1600" dirty="0"/>
              </a:p>
            </p:txBody>
          </p:sp>
        </mc:Choice>
        <mc:Fallback xmlns="">
          <p:sp>
            <p:nvSpPr>
              <p:cNvPr id="210" name="TextBox 209">
                <a:extLst>
                  <a:ext uri="{FF2B5EF4-FFF2-40B4-BE49-F238E27FC236}">
                    <a16:creationId xmlns:a16="http://schemas.microsoft.com/office/drawing/2014/main" id="{3722F140-6648-4A24-0FD2-65E95F17D379}"/>
                  </a:ext>
                </a:extLst>
              </p:cNvPr>
              <p:cNvSpPr txBox="1">
                <a:spLocks noRot="1" noChangeAspect="1" noMove="1" noResize="1" noEditPoints="1" noAdjustHandles="1" noChangeArrowheads="1" noChangeShapeType="1" noTextEdit="1"/>
              </p:cNvSpPr>
              <p:nvPr/>
            </p:nvSpPr>
            <p:spPr>
              <a:xfrm>
                <a:off x="1040630" y="4496904"/>
                <a:ext cx="300277" cy="338554"/>
              </a:xfrm>
              <a:prstGeom prst="rect">
                <a:avLst/>
              </a:prstGeom>
              <a:blipFill>
                <a:blip r:embed="rId29"/>
                <a:stretch>
                  <a:fillRect r="-306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1" name="TextBox 210">
                <a:extLst>
                  <a:ext uri="{FF2B5EF4-FFF2-40B4-BE49-F238E27FC236}">
                    <a16:creationId xmlns:a16="http://schemas.microsoft.com/office/drawing/2014/main" id="{9BCE4153-C122-F812-2130-BE2AAAFB1BDF}"/>
                  </a:ext>
                </a:extLst>
              </p:cNvPr>
              <p:cNvSpPr txBox="1"/>
              <p:nvPr/>
            </p:nvSpPr>
            <p:spPr>
              <a:xfrm>
                <a:off x="1054951" y="5129641"/>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𝜏</m:t>
                          </m:r>
                        </m:e>
                        <m:sub>
                          <m:r>
                            <a:rPr lang="en-US" sz="1600" b="0" i="1" smtClean="0">
                              <a:latin typeface="Cambria Math" panose="02040503050406030204" pitchFamily="18" charset="0"/>
                            </a:rPr>
                            <m:t>𝑚</m:t>
                          </m:r>
                        </m:sub>
                      </m:sSub>
                    </m:oMath>
                  </m:oMathPara>
                </a14:m>
                <a:endParaRPr lang="en-US" sz="1600" dirty="0"/>
              </a:p>
            </p:txBody>
          </p:sp>
        </mc:Choice>
        <mc:Fallback xmlns="">
          <p:sp>
            <p:nvSpPr>
              <p:cNvPr id="211" name="TextBox 210">
                <a:extLst>
                  <a:ext uri="{FF2B5EF4-FFF2-40B4-BE49-F238E27FC236}">
                    <a16:creationId xmlns:a16="http://schemas.microsoft.com/office/drawing/2014/main" id="{9BCE4153-C122-F812-2130-BE2AAAFB1BDF}"/>
                  </a:ext>
                </a:extLst>
              </p:cNvPr>
              <p:cNvSpPr txBox="1">
                <a:spLocks noRot="1" noChangeAspect="1" noMove="1" noResize="1" noEditPoints="1" noAdjustHandles="1" noChangeArrowheads="1" noChangeShapeType="1" noTextEdit="1"/>
              </p:cNvSpPr>
              <p:nvPr/>
            </p:nvSpPr>
            <p:spPr>
              <a:xfrm>
                <a:off x="1054951" y="5129641"/>
                <a:ext cx="300277" cy="338554"/>
              </a:xfrm>
              <a:prstGeom prst="rect">
                <a:avLst/>
              </a:prstGeom>
              <a:blipFill>
                <a:blip r:embed="rId30"/>
                <a:stretch>
                  <a:fillRect r="-20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2" name="Rectangle 211">
                <a:extLst>
                  <a:ext uri="{FF2B5EF4-FFF2-40B4-BE49-F238E27FC236}">
                    <a16:creationId xmlns:a16="http://schemas.microsoft.com/office/drawing/2014/main" id="{F83BCF8E-0FAF-8FAA-C055-6C264D031C74}"/>
                  </a:ext>
                </a:extLst>
              </p:cNvPr>
              <p:cNvSpPr/>
              <p:nvPr/>
            </p:nvSpPr>
            <p:spPr>
              <a:xfrm>
                <a:off x="2448636" y="4809972"/>
                <a:ext cx="430664" cy="438151"/>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𝐽</m:t>
                          </m:r>
                        </m:e>
                        <m:sub>
                          <m:r>
                            <a:rPr lang="en-US" sz="1600" b="0" i="1" smtClean="0">
                              <a:solidFill>
                                <a:schemeClr val="tx1"/>
                              </a:solidFill>
                              <a:latin typeface="Cambria Math" panose="02040503050406030204" pitchFamily="18" charset="0"/>
                            </a:rPr>
                            <m:t>𝑜</m:t>
                          </m:r>
                        </m:sub>
                      </m:sSub>
                    </m:oMath>
                  </m:oMathPara>
                </a14:m>
                <a:endParaRPr lang="en-US" sz="1600" dirty="0">
                  <a:solidFill>
                    <a:schemeClr val="tx1"/>
                  </a:solidFill>
                </a:endParaRPr>
              </a:p>
            </p:txBody>
          </p:sp>
        </mc:Choice>
        <mc:Fallback xmlns="">
          <p:sp>
            <p:nvSpPr>
              <p:cNvPr id="212" name="Rectangle 211">
                <a:extLst>
                  <a:ext uri="{FF2B5EF4-FFF2-40B4-BE49-F238E27FC236}">
                    <a16:creationId xmlns:a16="http://schemas.microsoft.com/office/drawing/2014/main" id="{F83BCF8E-0FAF-8FAA-C055-6C264D031C74}"/>
                  </a:ext>
                </a:extLst>
              </p:cNvPr>
              <p:cNvSpPr>
                <a:spLocks noRot="1" noChangeAspect="1" noMove="1" noResize="1" noEditPoints="1" noAdjustHandles="1" noChangeArrowheads="1" noChangeShapeType="1" noTextEdit="1"/>
              </p:cNvSpPr>
              <p:nvPr/>
            </p:nvSpPr>
            <p:spPr>
              <a:xfrm>
                <a:off x="2448636" y="4809972"/>
                <a:ext cx="430664" cy="438151"/>
              </a:xfrm>
              <a:prstGeom prst="rect">
                <a:avLst/>
              </a:prstGeom>
              <a:blipFill>
                <a:blip r:embed="rId31"/>
                <a:stretch>
                  <a:fillRect/>
                </a:stretch>
              </a:blipFill>
              <a:ln w="12700"/>
            </p:spPr>
            <p:txBody>
              <a:bodyPr/>
              <a:lstStyle/>
              <a:p>
                <a:r>
                  <a:rPr lang="en-US">
                    <a:noFill/>
                  </a:rPr>
                  <a:t> </a:t>
                </a:r>
              </a:p>
            </p:txBody>
          </p:sp>
        </mc:Fallback>
      </mc:AlternateContent>
      <p:grpSp>
        <p:nvGrpSpPr>
          <p:cNvPr id="213" name="Group 212">
            <a:extLst>
              <a:ext uri="{FF2B5EF4-FFF2-40B4-BE49-F238E27FC236}">
                <a16:creationId xmlns:a16="http://schemas.microsoft.com/office/drawing/2014/main" id="{BB2EEECC-D76A-6DBB-FFAA-58DCF95AE0CB}"/>
              </a:ext>
            </a:extLst>
          </p:cNvPr>
          <p:cNvGrpSpPr/>
          <p:nvPr/>
        </p:nvGrpSpPr>
        <p:grpSpPr>
          <a:xfrm>
            <a:off x="1932573" y="4854422"/>
            <a:ext cx="509588" cy="173039"/>
            <a:chOff x="1946275" y="1773235"/>
            <a:chExt cx="509588" cy="173039"/>
          </a:xfrm>
        </p:grpSpPr>
        <p:cxnSp>
          <p:nvCxnSpPr>
            <p:cNvPr id="214" name="Straight Connector 213">
              <a:extLst>
                <a:ext uri="{FF2B5EF4-FFF2-40B4-BE49-F238E27FC236}">
                  <a16:creationId xmlns:a16="http://schemas.microsoft.com/office/drawing/2014/main" id="{418EC98F-26D0-9673-69A4-49E81CAB5A37}"/>
                </a:ext>
              </a:extLst>
            </p:cNvPr>
            <p:cNvCxnSpPr>
              <a:cxnSpLocks/>
            </p:cNvCxnSpPr>
            <p:nvPr/>
          </p:nvCxnSpPr>
          <p:spPr>
            <a:xfrm>
              <a:off x="1946275" y="1858960"/>
              <a:ext cx="20929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BEEFD8D8-D2BC-8F37-A3BF-2D9CE56AB3F0}"/>
                </a:ext>
              </a:extLst>
            </p:cNvPr>
            <p:cNvCxnSpPr/>
            <p:nvPr/>
          </p:nvCxnSpPr>
          <p:spPr>
            <a:xfrm>
              <a:off x="2063496" y="1774824"/>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791E53DF-1015-1031-C6D5-0047E026F218}"/>
                </a:ext>
              </a:extLst>
            </p:cNvPr>
            <p:cNvCxnSpPr/>
            <p:nvPr/>
          </p:nvCxnSpPr>
          <p:spPr>
            <a:xfrm>
              <a:off x="2063495" y="1944685"/>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5F65890B-D140-D5F9-EBEA-5A1869EFC2FD}"/>
                </a:ext>
              </a:extLst>
            </p:cNvPr>
            <p:cNvCxnSpPr>
              <a:cxnSpLocks/>
            </p:cNvCxnSpPr>
            <p:nvPr/>
          </p:nvCxnSpPr>
          <p:spPr>
            <a:xfrm>
              <a:off x="2314320" y="1774824"/>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8D1711DF-AC2C-C46E-D18F-0BBBEE72ADFD}"/>
                </a:ext>
              </a:extLst>
            </p:cNvPr>
            <p:cNvCxnSpPr>
              <a:cxnSpLocks/>
            </p:cNvCxnSpPr>
            <p:nvPr/>
          </p:nvCxnSpPr>
          <p:spPr>
            <a:xfrm>
              <a:off x="2155570" y="1773235"/>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51C4BE3A-3852-BE77-2D98-9D3EC37F7E07}"/>
                </a:ext>
              </a:extLst>
            </p:cNvPr>
            <p:cNvCxnSpPr>
              <a:cxnSpLocks/>
            </p:cNvCxnSpPr>
            <p:nvPr/>
          </p:nvCxnSpPr>
          <p:spPr>
            <a:xfrm>
              <a:off x="2314583" y="1862136"/>
              <a:ext cx="14128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20" name="Group 219">
            <a:extLst>
              <a:ext uri="{FF2B5EF4-FFF2-40B4-BE49-F238E27FC236}">
                <a16:creationId xmlns:a16="http://schemas.microsoft.com/office/drawing/2014/main" id="{F3DB0D49-5F6D-F088-67AC-7C124AFF73F9}"/>
              </a:ext>
            </a:extLst>
          </p:cNvPr>
          <p:cNvGrpSpPr/>
          <p:nvPr/>
        </p:nvGrpSpPr>
        <p:grpSpPr>
          <a:xfrm>
            <a:off x="1935155" y="5081563"/>
            <a:ext cx="509585" cy="152136"/>
            <a:chOff x="1829339" y="1346589"/>
            <a:chExt cx="509585" cy="152136"/>
          </a:xfrm>
        </p:grpSpPr>
        <p:cxnSp>
          <p:nvCxnSpPr>
            <p:cNvPr id="221" name="Straight Connector 220">
              <a:extLst>
                <a:ext uri="{FF2B5EF4-FFF2-40B4-BE49-F238E27FC236}">
                  <a16:creationId xmlns:a16="http://schemas.microsoft.com/office/drawing/2014/main" id="{EB3764DD-60EB-276A-5FA0-0CB48067AD01}"/>
                </a:ext>
              </a:extLst>
            </p:cNvPr>
            <p:cNvCxnSpPr>
              <a:cxnSpLocks/>
            </p:cNvCxnSpPr>
            <p:nvPr/>
          </p:nvCxnSpPr>
          <p:spPr>
            <a:xfrm>
              <a:off x="2213496" y="1420671"/>
              <a:ext cx="125428" cy="15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FE3A313E-8108-E536-0E3F-272C702B1DE8}"/>
                </a:ext>
              </a:extLst>
            </p:cNvPr>
            <p:cNvCxnSpPr>
              <a:cxnSpLocks/>
            </p:cNvCxnSpPr>
            <p:nvPr/>
          </p:nvCxnSpPr>
          <p:spPr>
            <a:xfrm>
              <a:off x="1829339" y="1421464"/>
              <a:ext cx="11722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8BFA3F3D-B695-F2F0-09C4-98BD550A07AB}"/>
                </a:ext>
              </a:extLst>
            </p:cNvPr>
            <p:cNvCxnSpPr>
              <a:cxnSpLocks/>
            </p:cNvCxnSpPr>
            <p:nvPr/>
          </p:nvCxnSpPr>
          <p:spPr>
            <a:xfrm flipV="1">
              <a:off x="1944834" y="1346589"/>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70492330-5AE2-24BC-0F98-09C0446EB27F}"/>
                </a:ext>
              </a:extLst>
            </p:cNvPr>
            <p:cNvCxnSpPr>
              <a:cxnSpLocks/>
            </p:cNvCxnSpPr>
            <p:nvPr/>
          </p:nvCxnSpPr>
          <p:spPr>
            <a:xfrm flipV="1">
              <a:off x="2044577" y="1348707"/>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B609B57C-CDE8-CCC0-45E5-B71C361EF4E3}"/>
                </a:ext>
              </a:extLst>
            </p:cNvPr>
            <p:cNvCxnSpPr>
              <a:cxnSpLocks/>
            </p:cNvCxnSpPr>
            <p:nvPr/>
          </p:nvCxnSpPr>
          <p:spPr>
            <a:xfrm flipH="1" flipV="1">
              <a:off x="1978004" y="134949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F0B87A64-9990-62CA-CB0F-F225163ABBFD}"/>
                </a:ext>
              </a:extLst>
            </p:cNvPr>
            <p:cNvCxnSpPr>
              <a:cxnSpLocks/>
            </p:cNvCxnSpPr>
            <p:nvPr/>
          </p:nvCxnSpPr>
          <p:spPr>
            <a:xfrm flipH="1" flipV="1">
              <a:off x="2111772" y="134711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5466A5BA-F468-85AE-645B-7B32934B08BF}"/>
                </a:ext>
              </a:extLst>
            </p:cNvPr>
            <p:cNvCxnSpPr>
              <a:cxnSpLocks/>
            </p:cNvCxnSpPr>
            <p:nvPr/>
          </p:nvCxnSpPr>
          <p:spPr>
            <a:xfrm flipV="1">
              <a:off x="2182052" y="1424377"/>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28" name="TextBox 227">
                <a:extLst>
                  <a:ext uri="{FF2B5EF4-FFF2-40B4-BE49-F238E27FC236}">
                    <a16:creationId xmlns:a16="http://schemas.microsoft.com/office/drawing/2014/main" id="{45897866-404A-D9A3-FEAC-559E905DC847}"/>
                  </a:ext>
                </a:extLst>
              </p:cNvPr>
              <p:cNvSpPr txBox="1"/>
              <p:nvPr/>
            </p:nvSpPr>
            <p:spPr>
              <a:xfrm>
                <a:off x="1984087" y="4493448"/>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𝐷</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228" name="TextBox 227">
                <a:extLst>
                  <a:ext uri="{FF2B5EF4-FFF2-40B4-BE49-F238E27FC236}">
                    <a16:creationId xmlns:a16="http://schemas.microsoft.com/office/drawing/2014/main" id="{45897866-404A-D9A3-FEAC-559E905DC847}"/>
                  </a:ext>
                </a:extLst>
              </p:cNvPr>
              <p:cNvSpPr txBox="1">
                <a:spLocks noRot="1" noChangeAspect="1" noMove="1" noResize="1" noEditPoints="1" noAdjustHandles="1" noChangeArrowheads="1" noChangeShapeType="1" noTextEdit="1"/>
              </p:cNvSpPr>
              <p:nvPr/>
            </p:nvSpPr>
            <p:spPr>
              <a:xfrm>
                <a:off x="1984087" y="4493448"/>
                <a:ext cx="300277" cy="338554"/>
              </a:xfrm>
              <a:prstGeom prst="rect">
                <a:avLst/>
              </a:prstGeom>
              <a:blipFill>
                <a:blip r:embed="rId32"/>
                <a:stretch>
                  <a:fillRect r="-1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9" name="TextBox 228">
                <a:extLst>
                  <a:ext uri="{FF2B5EF4-FFF2-40B4-BE49-F238E27FC236}">
                    <a16:creationId xmlns:a16="http://schemas.microsoft.com/office/drawing/2014/main" id="{764F40AA-C17C-9476-4A8F-F30AB4AFB676}"/>
                  </a:ext>
                </a:extLst>
              </p:cNvPr>
              <p:cNvSpPr txBox="1"/>
              <p:nvPr/>
            </p:nvSpPr>
            <p:spPr>
              <a:xfrm>
                <a:off x="1984087" y="5162921"/>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𝐾</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229" name="TextBox 228">
                <a:extLst>
                  <a:ext uri="{FF2B5EF4-FFF2-40B4-BE49-F238E27FC236}">
                    <a16:creationId xmlns:a16="http://schemas.microsoft.com/office/drawing/2014/main" id="{764F40AA-C17C-9476-4A8F-F30AB4AFB676}"/>
                  </a:ext>
                </a:extLst>
              </p:cNvPr>
              <p:cNvSpPr txBox="1">
                <a:spLocks noRot="1" noChangeAspect="1" noMove="1" noResize="1" noEditPoints="1" noAdjustHandles="1" noChangeArrowheads="1" noChangeShapeType="1" noTextEdit="1"/>
              </p:cNvSpPr>
              <p:nvPr/>
            </p:nvSpPr>
            <p:spPr>
              <a:xfrm>
                <a:off x="1984087" y="5162921"/>
                <a:ext cx="300277" cy="338554"/>
              </a:xfrm>
              <a:prstGeom prst="rect">
                <a:avLst/>
              </a:prstGeom>
              <a:blipFill>
                <a:blip r:embed="rId33"/>
                <a:stretch>
                  <a:fillRect r="-12000"/>
                </a:stretch>
              </a:blipFill>
            </p:spPr>
            <p:txBody>
              <a:bodyPr/>
              <a:lstStyle/>
              <a:p>
                <a:r>
                  <a:rPr lang="en-US">
                    <a:noFill/>
                  </a:rPr>
                  <a:t> </a:t>
                </a:r>
              </a:p>
            </p:txBody>
          </p:sp>
        </mc:Fallback>
      </mc:AlternateContent>
      <p:cxnSp>
        <p:nvCxnSpPr>
          <p:cNvPr id="230" name="Straight Connector 229">
            <a:extLst>
              <a:ext uri="{FF2B5EF4-FFF2-40B4-BE49-F238E27FC236}">
                <a16:creationId xmlns:a16="http://schemas.microsoft.com/office/drawing/2014/main" id="{0C29B661-63CB-4F56-931B-3B9FC555A6C2}"/>
              </a:ext>
            </a:extLst>
          </p:cNvPr>
          <p:cNvCxnSpPr>
            <a:cxnSpLocks/>
          </p:cNvCxnSpPr>
          <p:nvPr/>
        </p:nvCxnSpPr>
        <p:spPr>
          <a:xfrm>
            <a:off x="1714066" y="5298918"/>
            <a:ext cx="0" cy="37313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8E754318-F79E-C389-BF8B-8630C411A2F8}"/>
              </a:ext>
            </a:extLst>
          </p:cNvPr>
          <p:cNvCxnSpPr>
            <a:cxnSpLocks/>
          </p:cNvCxnSpPr>
          <p:nvPr/>
        </p:nvCxnSpPr>
        <p:spPr>
          <a:xfrm>
            <a:off x="2663968" y="5298918"/>
            <a:ext cx="0" cy="37313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F24D7AA0-E3A2-1138-B457-C02A299EA655}"/>
              </a:ext>
            </a:extLst>
          </p:cNvPr>
          <p:cNvCxnSpPr>
            <a:cxnSpLocks/>
          </p:cNvCxnSpPr>
          <p:nvPr/>
        </p:nvCxnSpPr>
        <p:spPr>
          <a:xfrm>
            <a:off x="2663968" y="5559273"/>
            <a:ext cx="284605" cy="0"/>
          </a:xfrm>
          <a:prstGeom prst="line">
            <a:avLst/>
          </a:prstGeom>
          <a:ln w="1905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0088C9FE-ADFB-2013-F46E-C662B4129DD6}"/>
              </a:ext>
            </a:extLst>
          </p:cNvPr>
          <p:cNvCxnSpPr>
            <a:cxnSpLocks/>
          </p:cNvCxnSpPr>
          <p:nvPr/>
        </p:nvCxnSpPr>
        <p:spPr>
          <a:xfrm>
            <a:off x="1715576" y="5559273"/>
            <a:ext cx="284605" cy="0"/>
          </a:xfrm>
          <a:prstGeom prst="line">
            <a:avLst/>
          </a:prstGeom>
          <a:ln w="1905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A54D05A0-C1E1-885A-9BFF-DB6FDB13B7CE}"/>
                  </a:ext>
                </a:extLst>
              </p:cNvPr>
              <p:cNvSpPr txBox="1"/>
              <p:nvPr/>
            </p:nvSpPr>
            <p:spPr>
              <a:xfrm>
                <a:off x="1672570" y="5518586"/>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𝑚</m:t>
                          </m:r>
                        </m:sub>
                      </m:sSub>
                    </m:oMath>
                  </m:oMathPara>
                </a14:m>
                <a:endParaRPr lang="en-US" sz="1600" dirty="0"/>
              </a:p>
            </p:txBody>
          </p:sp>
        </mc:Choice>
        <mc:Fallback xmlns="">
          <p:sp>
            <p:nvSpPr>
              <p:cNvPr id="234" name="TextBox 233">
                <a:extLst>
                  <a:ext uri="{FF2B5EF4-FFF2-40B4-BE49-F238E27FC236}">
                    <a16:creationId xmlns:a16="http://schemas.microsoft.com/office/drawing/2014/main" id="{A54D05A0-C1E1-885A-9BFF-DB6FDB13B7CE}"/>
                  </a:ext>
                </a:extLst>
              </p:cNvPr>
              <p:cNvSpPr txBox="1">
                <a:spLocks noRot="1" noChangeAspect="1" noMove="1" noResize="1" noEditPoints="1" noAdjustHandles="1" noChangeArrowheads="1" noChangeShapeType="1" noTextEdit="1"/>
              </p:cNvSpPr>
              <p:nvPr/>
            </p:nvSpPr>
            <p:spPr>
              <a:xfrm>
                <a:off x="1672570" y="5518586"/>
                <a:ext cx="300277" cy="338554"/>
              </a:xfrm>
              <a:prstGeom prst="rect">
                <a:avLst/>
              </a:prstGeom>
              <a:blipFill>
                <a:blip r:embed="rId34"/>
                <a:stretch>
                  <a:fillRect r="-22000" b="-5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 name="TextBox 234">
                <a:extLst>
                  <a:ext uri="{FF2B5EF4-FFF2-40B4-BE49-F238E27FC236}">
                    <a16:creationId xmlns:a16="http://schemas.microsoft.com/office/drawing/2014/main" id="{461AB679-700E-2982-B8BF-47AB519CBFFD}"/>
                  </a:ext>
                </a:extLst>
              </p:cNvPr>
              <p:cNvSpPr txBox="1"/>
              <p:nvPr/>
            </p:nvSpPr>
            <p:spPr>
              <a:xfrm>
                <a:off x="2612946" y="5502774"/>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𝑜</m:t>
                          </m:r>
                        </m:sub>
                      </m:sSub>
                    </m:oMath>
                  </m:oMathPara>
                </a14:m>
                <a:endParaRPr lang="en-US" sz="1600" dirty="0"/>
              </a:p>
            </p:txBody>
          </p:sp>
        </mc:Choice>
        <mc:Fallback xmlns="">
          <p:sp>
            <p:nvSpPr>
              <p:cNvPr id="235" name="TextBox 234">
                <a:extLst>
                  <a:ext uri="{FF2B5EF4-FFF2-40B4-BE49-F238E27FC236}">
                    <a16:creationId xmlns:a16="http://schemas.microsoft.com/office/drawing/2014/main" id="{461AB679-700E-2982-B8BF-47AB519CBFFD}"/>
                  </a:ext>
                </a:extLst>
              </p:cNvPr>
              <p:cNvSpPr txBox="1">
                <a:spLocks noRot="1" noChangeAspect="1" noMove="1" noResize="1" noEditPoints="1" noAdjustHandles="1" noChangeArrowheads="1" noChangeShapeType="1" noTextEdit="1"/>
              </p:cNvSpPr>
              <p:nvPr/>
            </p:nvSpPr>
            <p:spPr>
              <a:xfrm>
                <a:off x="2612946" y="5502774"/>
                <a:ext cx="300277" cy="338554"/>
              </a:xfrm>
              <a:prstGeom prst="rect">
                <a:avLst/>
              </a:prstGeom>
              <a:blipFill>
                <a:blip r:embed="rId35"/>
                <a:stretch>
                  <a:fillRect r="-6122" b="-5455"/>
                </a:stretch>
              </a:blipFill>
            </p:spPr>
            <p:txBody>
              <a:bodyPr/>
              <a:lstStyle/>
              <a:p>
                <a:r>
                  <a:rPr lang="en-US">
                    <a:noFill/>
                  </a:rPr>
                  <a:t> </a:t>
                </a:r>
              </a:p>
            </p:txBody>
          </p:sp>
        </mc:Fallback>
      </mc:AlternateContent>
      <p:cxnSp>
        <p:nvCxnSpPr>
          <p:cNvPr id="236" name="Straight Connector 235">
            <a:extLst>
              <a:ext uri="{FF2B5EF4-FFF2-40B4-BE49-F238E27FC236}">
                <a16:creationId xmlns:a16="http://schemas.microsoft.com/office/drawing/2014/main" id="{1559BEA2-6C39-F248-D889-4B4D88A4053E}"/>
              </a:ext>
            </a:extLst>
          </p:cNvPr>
          <p:cNvCxnSpPr>
            <a:cxnSpLocks/>
          </p:cNvCxnSpPr>
          <p:nvPr/>
        </p:nvCxnSpPr>
        <p:spPr>
          <a:xfrm>
            <a:off x="1990307" y="4699793"/>
            <a:ext cx="0" cy="53099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0E91FC0-32C6-843F-F5A2-3B2226C8E7E1}"/>
              </a:ext>
            </a:extLst>
          </p:cNvPr>
          <p:cNvCxnSpPr>
            <a:cxnSpLocks/>
          </p:cNvCxnSpPr>
          <p:nvPr/>
        </p:nvCxnSpPr>
        <p:spPr>
          <a:xfrm>
            <a:off x="1601063" y="4699793"/>
            <a:ext cx="395471"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8" name="Rectangle 237">
                <a:extLst>
                  <a:ext uri="{FF2B5EF4-FFF2-40B4-BE49-F238E27FC236}">
                    <a16:creationId xmlns:a16="http://schemas.microsoft.com/office/drawing/2014/main" id="{C76E1AF3-513F-48F7-BAF3-E4C9573CE1AA}"/>
                  </a:ext>
                </a:extLst>
              </p:cNvPr>
              <p:cNvSpPr/>
              <p:nvPr/>
            </p:nvSpPr>
            <p:spPr>
              <a:xfrm>
                <a:off x="3398537" y="4812535"/>
                <a:ext cx="430664" cy="438151"/>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𝐽</m:t>
                          </m:r>
                        </m:e>
                        <m:sub>
                          <m:r>
                            <a:rPr lang="en-US" sz="1600" b="0" i="1" smtClean="0">
                              <a:solidFill>
                                <a:schemeClr val="tx1"/>
                              </a:solidFill>
                              <a:latin typeface="Cambria Math" panose="02040503050406030204" pitchFamily="18" charset="0"/>
                            </a:rPr>
                            <m:t>𝑙</m:t>
                          </m:r>
                        </m:sub>
                      </m:sSub>
                    </m:oMath>
                  </m:oMathPara>
                </a14:m>
                <a:endParaRPr lang="en-US" sz="1600" dirty="0">
                  <a:solidFill>
                    <a:schemeClr val="tx1"/>
                  </a:solidFill>
                </a:endParaRPr>
              </a:p>
            </p:txBody>
          </p:sp>
        </mc:Choice>
        <mc:Fallback xmlns="">
          <p:sp>
            <p:nvSpPr>
              <p:cNvPr id="238" name="Rectangle 237">
                <a:extLst>
                  <a:ext uri="{FF2B5EF4-FFF2-40B4-BE49-F238E27FC236}">
                    <a16:creationId xmlns:a16="http://schemas.microsoft.com/office/drawing/2014/main" id="{C76E1AF3-513F-48F7-BAF3-E4C9573CE1AA}"/>
                  </a:ext>
                </a:extLst>
              </p:cNvPr>
              <p:cNvSpPr>
                <a:spLocks noRot="1" noChangeAspect="1" noMove="1" noResize="1" noEditPoints="1" noAdjustHandles="1" noChangeArrowheads="1" noChangeShapeType="1" noTextEdit="1"/>
              </p:cNvSpPr>
              <p:nvPr/>
            </p:nvSpPr>
            <p:spPr>
              <a:xfrm>
                <a:off x="3398537" y="4812535"/>
                <a:ext cx="430664" cy="438151"/>
              </a:xfrm>
              <a:prstGeom prst="rect">
                <a:avLst/>
              </a:prstGeom>
              <a:blipFill>
                <a:blip r:embed="rId36"/>
                <a:stretch>
                  <a:fillRect/>
                </a:stretch>
              </a:blipFill>
              <a:ln w="12700"/>
            </p:spPr>
            <p:txBody>
              <a:bodyPr/>
              <a:lstStyle/>
              <a:p>
                <a:r>
                  <a:rPr lang="en-US">
                    <a:noFill/>
                  </a:rPr>
                  <a:t> </a:t>
                </a:r>
              </a:p>
            </p:txBody>
          </p:sp>
        </mc:Fallback>
      </mc:AlternateContent>
      <p:grpSp>
        <p:nvGrpSpPr>
          <p:cNvPr id="239" name="Group 238">
            <a:extLst>
              <a:ext uri="{FF2B5EF4-FFF2-40B4-BE49-F238E27FC236}">
                <a16:creationId xmlns:a16="http://schemas.microsoft.com/office/drawing/2014/main" id="{F463C369-799B-20CF-DD25-F08ECB4C2535}"/>
              </a:ext>
            </a:extLst>
          </p:cNvPr>
          <p:cNvGrpSpPr/>
          <p:nvPr/>
        </p:nvGrpSpPr>
        <p:grpSpPr>
          <a:xfrm>
            <a:off x="2882474" y="4856985"/>
            <a:ext cx="509588" cy="173039"/>
            <a:chOff x="1946275" y="1773235"/>
            <a:chExt cx="509588" cy="173039"/>
          </a:xfrm>
        </p:grpSpPr>
        <p:cxnSp>
          <p:nvCxnSpPr>
            <p:cNvPr id="240" name="Straight Connector 239">
              <a:extLst>
                <a:ext uri="{FF2B5EF4-FFF2-40B4-BE49-F238E27FC236}">
                  <a16:creationId xmlns:a16="http://schemas.microsoft.com/office/drawing/2014/main" id="{AB900038-0BCD-6CC1-CE2F-97E74F2F058D}"/>
                </a:ext>
              </a:extLst>
            </p:cNvPr>
            <p:cNvCxnSpPr>
              <a:cxnSpLocks/>
            </p:cNvCxnSpPr>
            <p:nvPr/>
          </p:nvCxnSpPr>
          <p:spPr>
            <a:xfrm>
              <a:off x="1946275" y="1858960"/>
              <a:ext cx="20929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0BD06B1C-229E-7269-1942-7C89FB7BD974}"/>
                </a:ext>
              </a:extLst>
            </p:cNvPr>
            <p:cNvCxnSpPr/>
            <p:nvPr/>
          </p:nvCxnSpPr>
          <p:spPr>
            <a:xfrm>
              <a:off x="2063496" y="1774824"/>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D37F7F1A-2854-2038-909C-E27A3A841B71}"/>
                </a:ext>
              </a:extLst>
            </p:cNvPr>
            <p:cNvCxnSpPr/>
            <p:nvPr/>
          </p:nvCxnSpPr>
          <p:spPr>
            <a:xfrm>
              <a:off x="2063495" y="1944685"/>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4F145715-7872-5C1C-D4B3-521BA6711A82}"/>
                </a:ext>
              </a:extLst>
            </p:cNvPr>
            <p:cNvCxnSpPr>
              <a:cxnSpLocks/>
            </p:cNvCxnSpPr>
            <p:nvPr/>
          </p:nvCxnSpPr>
          <p:spPr>
            <a:xfrm>
              <a:off x="2314320" y="1774824"/>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85DCC867-5FA0-AFE0-27E2-82D8672DD1F3}"/>
                </a:ext>
              </a:extLst>
            </p:cNvPr>
            <p:cNvCxnSpPr>
              <a:cxnSpLocks/>
            </p:cNvCxnSpPr>
            <p:nvPr/>
          </p:nvCxnSpPr>
          <p:spPr>
            <a:xfrm>
              <a:off x="2155570" y="1773235"/>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AD02F15D-66DC-6189-59E2-2B2523743135}"/>
                </a:ext>
              </a:extLst>
            </p:cNvPr>
            <p:cNvCxnSpPr>
              <a:cxnSpLocks/>
            </p:cNvCxnSpPr>
            <p:nvPr/>
          </p:nvCxnSpPr>
          <p:spPr>
            <a:xfrm>
              <a:off x="2314583" y="1862136"/>
              <a:ext cx="14128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46" name="Group 245">
            <a:extLst>
              <a:ext uri="{FF2B5EF4-FFF2-40B4-BE49-F238E27FC236}">
                <a16:creationId xmlns:a16="http://schemas.microsoft.com/office/drawing/2014/main" id="{F6F5990C-9B33-35E0-9DAC-21C47D65F66F}"/>
              </a:ext>
            </a:extLst>
          </p:cNvPr>
          <p:cNvGrpSpPr/>
          <p:nvPr/>
        </p:nvGrpSpPr>
        <p:grpSpPr>
          <a:xfrm>
            <a:off x="2885056" y="5084126"/>
            <a:ext cx="509585" cy="152136"/>
            <a:chOff x="1829339" y="1346589"/>
            <a:chExt cx="509585" cy="152136"/>
          </a:xfrm>
        </p:grpSpPr>
        <p:cxnSp>
          <p:nvCxnSpPr>
            <p:cNvPr id="247" name="Straight Connector 246">
              <a:extLst>
                <a:ext uri="{FF2B5EF4-FFF2-40B4-BE49-F238E27FC236}">
                  <a16:creationId xmlns:a16="http://schemas.microsoft.com/office/drawing/2014/main" id="{6E2D9FBA-6369-9605-28C8-4CA26A13783F}"/>
                </a:ext>
              </a:extLst>
            </p:cNvPr>
            <p:cNvCxnSpPr>
              <a:cxnSpLocks/>
            </p:cNvCxnSpPr>
            <p:nvPr/>
          </p:nvCxnSpPr>
          <p:spPr>
            <a:xfrm>
              <a:off x="2213496" y="1420671"/>
              <a:ext cx="125428" cy="15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EF9B0DA3-0546-432C-2FC8-B47307D463A8}"/>
                </a:ext>
              </a:extLst>
            </p:cNvPr>
            <p:cNvCxnSpPr>
              <a:cxnSpLocks/>
            </p:cNvCxnSpPr>
            <p:nvPr/>
          </p:nvCxnSpPr>
          <p:spPr>
            <a:xfrm>
              <a:off x="1829339" y="1421464"/>
              <a:ext cx="11722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3165A618-EC8F-41AD-94DD-F404541857E8}"/>
                </a:ext>
              </a:extLst>
            </p:cNvPr>
            <p:cNvCxnSpPr>
              <a:cxnSpLocks/>
            </p:cNvCxnSpPr>
            <p:nvPr/>
          </p:nvCxnSpPr>
          <p:spPr>
            <a:xfrm flipV="1">
              <a:off x="1944834" y="1346589"/>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059EEFC0-23C6-1E8D-0036-D679A5134D93}"/>
                </a:ext>
              </a:extLst>
            </p:cNvPr>
            <p:cNvCxnSpPr>
              <a:cxnSpLocks/>
            </p:cNvCxnSpPr>
            <p:nvPr/>
          </p:nvCxnSpPr>
          <p:spPr>
            <a:xfrm flipV="1">
              <a:off x="2044577" y="1348707"/>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B41A9C2D-AE1D-E399-5C81-C73ADFE5DAB8}"/>
                </a:ext>
              </a:extLst>
            </p:cNvPr>
            <p:cNvCxnSpPr>
              <a:cxnSpLocks/>
            </p:cNvCxnSpPr>
            <p:nvPr/>
          </p:nvCxnSpPr>
          <p:spPr>
            <a:xfrm flipH="1" flipV="1">
              <a:off x="1978004" y="134949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74A9FA6D-12F2-121C-BBA7-95318898A46C}"/>
                </a:ext>
              </a:extLst>
            </p:cNvPr>
            <p:cNvCxnSpPr>
              <a:cxnSpLocks/>
            </p:cNvCxnSpPr>
            <p:nvPr/>
          </p:nvCxnSpPr>
          <p:spPr>
            <a:xfrm flipH="1" flipV="1">
              <a:off x="2111772" y="134711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16A23BCF-D353-429D-A49D-C84F5E3913B5}"/>
                </a:ext>
              </a:extLst>
            </p:cNvPr>
            <p:cNvCxnSpPr>
              <a:cxnSpLocks/>
            </p:cNvCxnSpPr>
            <p:nvPr/>
          </p:nvCxnSpPr>
          <p:spPr>
            <a:xfrm flipV="1">
              <a:off x="2182052" y="1424377"/>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54" name="TextBox 253">
                <a:extLst>
                  <a:ext uri="{FF2B5EF4-FFF2-40B4-BE49-F238E27FC236}">
                    <a16:creationId xmlns:a16="http://schemas.microsoft.com/office/drawing/2014/main" id="{D237CEF7-4965-36D4-828E-D5516643451E}"/>
                  </a:ext>
                </a:extLst>
              </p:cNvPr>
              <p:cNvSpPr txBox="1"/>
              <p:nvPr/>
            </p:nvSpPr>
            <p:spPr>
              <a:xfrm>
                <a:off x="2933988" y="5165484"/>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𝐾</m:t>
                          </m:r>
                        </m:e>
                        <m:sub>
                          <m:r>
                            <a:rPr lang="en-US" sz="1600" b="0" i="1" smtClean="0">
                              <a:latin typeface="Cambria Math" panose="02040503050406030204" pitchFamily="18" charset="0"/>
                            </a:rPr>
                            <m:t>𝑙</m:t>
                          </m:r>
                        </m:sub>
                      </m:sSub>
                    </m:oMath>
                  </m:oMathPara>
                </a14:m>
                <a:endParaRPr lang="en-US" sz="1600" dirty="0"/>
              </a:p>
            </p:txBody>
          </p:sp>
        </mc:Choice>
        <mc:Fallback xmlns="">
          <p:sp>
            <p:nvSpPr>
              <p:cNvPr id="254" name="TextBox 253">
                <a:extLst>
                  <a:ext uri="{FF2B5EF4-FFF2-40B4-BE49-F238E27FC236}">
                    <a16:creationId xmlns:a16="http://schemas.microsoft.com/office/drawing/2014/main" id="{D237CEF7-4965-36D4-828E-D5516643451E}"/>
                  </a:ext>
                </a:extLst>
              </p:cNvPr>
              <p:cNvSpPr txBox="1">
                <a:spLocks noRot="1" noChangeAspect="1" noMove="1" noResize="1" noEditPoints="1" noAdjustHandles="1" noChangeArrowheads="1" noChangeShapeType="1" noTextEdit="1"/>
              </p:cNvSpPr>
              <p:nvPr/>
            </p:nvSpPr>
            <p:spPr>
              <a:xfrm>
                <a:off x="2933988" y="5165484"/>
                <a:ext cx="300277" cy="338554"/>
              </a:xfrm>
              <a:prstGeom prst="rect">
                <a:avLst/>
              </a:prstGeom>
              <a:blipFill>
                <a:blip r:embed="rId37"/>
                <a:stretch>
                  <a:fillRect r="-4000"/>
                </a:stretch>
              </a:blipFill>
            </p:spPr>
            <p:txBody>
              <a:bodyPr/>
              <a:lstStyle/>
              <a:p>
                <a:r>
                  <a:rPr lang="en-US">
                    <a:noFill/>
                  </a:rPr>
                  <a:t> </a:t>
                </a:r>
              </a:p>
            </p:txBody>
          </p:sp>
        </mc:Fallback>
      </mc:AlternateContent>
      <p:cxnSp>
        <p:nvCxnSpPr>
          <p:cNvPr id="255" name="Straight Connector 254">
            <a:extLst>
              <a:ext uri="{FF2B5EF4-FFF2-40B4-BE49-F238E27FC236}">
                <a16:creationId xmlns:a16="http://schemas.microsoft.com/office/drawing/2014/main" id="{9B0B5D94-0AEA-0DEC-25E6-C8A9A6A60411}"/>
              </a:ext>
            </a:extLst>
          </p:cNvPr>
          <p:cNvCxnSpPr>
            <a:cxnSpLocks/>
          </p:cNvCxnSpPr>
          <p:nvPr/>
        </p:nvCxnSpPr>
        <p:spPr>
          <a:xfrm>
            <a:off x="3613869" y="5301481"/>
            <a:ext cx="0" cy="37313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58632838-CD4D-B979-430F-9CE69936311C}"/>
              </a:ext>
            </a:extLst>
          </p:cNvPr>
          <p:cNvCxnSpPr>
            <a:cxnSpLocks/>
          </p:cNvCxnSpPr>
          <p:nvPr/>
        </p:nvCxnSpPr>
        <p:spPr>
          <a:xfrm>
            <a:off x="3613869" y="5561836"/>
            <a:ext cx="284605" cy="0"/>
          </a:xfrm>
          <a:prstGeom prst="line">
            <a:avLst/>
          </a:prstGeom>
          <a:ln w="19050">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7" name="TextBox 256">
                <a:extLst>
                  <a:ext uri="{FF2B5EF4-FFF2-40B4-BE49-F238E27FC236}">
                    <a16:creationId xmlns:a16="http://schemas.microsoft.com/office/drawing/2014/main" id="{584E62A9-8118-D975-AFC9-015041C2149E}"/>
                  </a:ext>
                </a:extLst>
              </p:cNvPr>
              <p:cNvSpPr txBox="1"/>
              <p:nvPr/>
            </p:nvSpPr>
            <p:spPr>
              <a:xfrm>
                <a:off x="3562847" y="5505337"/>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𝑙</m:t>
                          </m:r>
                        </m:sub>
                      </m:sSub>
                    </m:oMath>
                  </m:oMathPara>
                </a14:m>
                <a:endParaRPr lang="en-US" sz="1600" dirty="0"/>
              </a:p>
            </p:txBody>
          </p:sp>
        </mc:Choice>
        <mc:Fallback xmlns="">
          <p:sp>
            <p:nvSpPr>
              <p:cNvPr id="257" name="TextBox 256">
                <a:extLst>
                  <a:ext uri="{FF2B5EF4-FFF2-40B4-BE49-F238E27FC236}">
                    <a16:creationId xmlns:a16="http://schemas.microsoft.com/office/drawing/2014/main" id="{584E62A9-8118-D975-AFC9-015041C2149E}"/>
                  </a:ext>
                </a:extLst>
              </p:cNvPr>
              <p:cNvSpPr txBox="1">
                <a:spLocks noRot="1" noChangeAspect="1" noMove="1" noResize="1" noEditPoints="1" noAdjustHandles="1" noChangeArrowheads="1" noChangeShapeType="1" noTextEdit="1"/>
              </p:cNvSpPr>
              <p:nvPr/>
            </p:nvSpPr>
            <p:spPr>
              <a:xfrm>
                <a:off x="3562847" y="5505337"/>
                <a:ext cx="300277" cy="338554"/>
              </a:xfrm>
              <a:prstGeom prst="rect">
                <a:avLst/>
              </a:prstGeom>
              <a:blipFill>
                <a:blip r:embed="rId38"/>
                <a:stretch>
                  <a:fillRect b="-5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A61A7CDB-3D09-ED74-F7AE-94C105D1B7E8}"/>
                  </a:ext>
                </a:extLst>
              </p:cNvPr>
              <p:cNvSpPr txBox="1"/>
              <p:nvPr/>
            </p:nvSpPr>
            <p:spPr>
              <a:xfrm>
                <a:off x="2960628" y="4497701"/>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𝐷</m:t>
                          </m:r>
                        </m:e>
                        <m:sub>
                          <m:r>
                            <a:rPr lang="en-US" sz="1600" b="0" i="1" smtClean="0">
                              <a:latin typeface="Cambria Math" panose="02040503050406030204" pitchFamily="18" charset="0"/>
                            </a:rPr>
                            <m:t>𝑙</m:t>
                          </m:r>
                        </m:sub>
                      </m:sSub>
                    </m:oMath>
                  </m:oMathPara>
                </a14:m>
                <a:endParaRPr lang="en-US" sz="1600" dirty="0"/>
              </a:p>
            </p:txBody>
          </p:sp>
        </mc:Choice>
        <mc:Fallback xmlns="">
          <p:sp>
            <p:nvSpPr>
              <p:cNvPr id="258" name="TextBox 257">
                <a:extLst>
                  <a:ext uri="{FF2B5EF4-FFF2-40B4-BE49-F238E27FC236}">
                    <a16:creationId xmlns:a16="http://schemas.microsoft.com/office/drawing/2014/main" id="{A61A7CDB-3D09-ED74-F7AE-94C105D1B7E8}"/>
                  </a:ext>
                </a:extLst>
              </p:cNvPr>
              <p:cNvSpPr txBox="1">
                <a:spLocks noRot="1" noChangeAspect="1" noMove="1" noResize="1" noEditPoints="1" noAdjustHandles="1" noChangeArrowheads="1" noChangeShapeType="1" noTextEdit="1"/>
              </p:cNvSpPr>
              <p:nvPr/>
            </p:nvSpPr>
            <p:spPr>
              <a:xfrm>
                <a:off x="2960628" y="4497701"/>
                <a:ext cx="300277" cy="338554"/>
              </a:xfrm>
              <a:prstGeom prst="rect">
                <a:avLst/>
              </a:prstGeom>
              <a:blipFill>
                <a:blip r:embed="rId39"/>
                <a:stretch>
                  <a:fillRect r="-61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1" name="TextBox 260">
                <a:extLst>
                  <a:ext uri="{FF2B5EF4-FFF2-40B4-BE49-F238E27FC236}">
                    <a16:creationId xmlns:a16="http://schemas.microsoft.com/office/drawing/2014/main" id="{568C29D5-9F7C-4A1F-A1B0-0EE72CBDC502}"/>
                  </a:ext>
                </a:extLst>
              </p:cNvPr>
              <p:cNvSpPr txBox="1"/>
              <p:nvPr/>
            </p:nvSpPr>
            <p:spPr>
              <a:xfrm>
                <a:off x="1390867" y="4455488"/>
                <a:ext cx="646814" cy="276999"/>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𝑟𝑎𝑡𝑖𝑜</m:t>
                      </m:r>
                      <m:r>
                        <a:rPr lang="en-US" sz="1200" b="0" i="1" smtClean="0">
                          <a:latin typeface="Cambria Math" panose="02040503050406030204" pitchFamily="18" charset="0"/>
                        </a:rPr>
                        <m:t>:</m:t>
                      </m:r>
                      <m:r>
                        <a:rPr lang="en-US" sz="1200" b="0" i="1" smtClean="0">
                          <a:latin typeface="Cambria Math" panose="02040503050406030204" pitchFamily="18" charset="0"/>
                        </a:rPr>
                        <m:t>𝑛</m:t>
                      </m:r>
                    </m:oMath>
                  </m:oMathPara>
                </a14:m>
                <a:endParaRPr lang="en-US" sz="1200" dirty="0"/>
              </a:p>
            </p:txBody>
          </p:sp>
        </mc:Choice>
        <mc:Fallback xmlns="">
          <p:sp>
            <p:nvSpPr>
              <p:cNvPr id="261" name="TextBox 260">
                <a:extLst>
                  <a:ext uri="{FF2B5EF4-FFF2-40B4-BE49-F238E27FC236}">
                    <a16:creationId xmlns:a16="http://schemas.microsoft.com/office/drawing/2014/main" id="{568C29D5-9F7C-4A1F-A1B0-0EE72CBDC502}"/>
                  </a:ext>
                </a:extLst>
              </p:cNvPr>
              <p:cNvSpPr txBox="1">
                <a:spLocks noRot="1" noChangeAspect="1" noMove="1" noResize="1" noEditPoints="1" noAdjustHandles="1" noChangeArrowheads="1" noChangeShapeType="1" noTextEdit="1"/>
              </p:cNvSpPr>
              <p:nvPr/>
            </p:nvSpPr>
            <p:spPr>
              <a:xfrm>
                <a:off x="1390867" y="4455488"/>
                <a:ext cx="646814" cy="276999"/>
              </a:xfrm>
              <a:prstGeom prst="rect">
                <a:avLst/>
              </a:prstGeom>
              <a:blipFill>
                <a:blip r:embed="rId11"/>
                <a:stretch>
                  <a:fillRect/>
                </a:stretch>
              </a:blipFill>
            </p:spPr>
            <p:txBody>
              <a:bodyPr/>
              <a:lstStyle/>
              <a:p>
                <a:r>
                  <a:rPr lang="en-US">
                    <a:noFill/>
                  </a:rPr>
                  <a:t> </a:t>
                </a:r>
              </a:p>
            </p:txBody>
          </p:sp>
        </mc:Fallback>
      </mc:AlternateContent>
      <p:grpSp>
        <p:nvGrpSpPr>
          <p:cNvPr id="268" name="Group 267">
            <a:extLst>
              <a:ext uri="{FF2B5EF4-FFF2-40B4-BE49-F238E27FC236}">
                <a16:creationId xmlns:a16="http://schemas.microsoft.com/office/drawing/2014/main" id="{8B8FDADB-88DE-714E-0D2E-A337C18494E5}"/>
              </a:ext>
            </a:extLst>
          </p:cNvPr>
          <p:cNvGrpSpPr/>
          <p:nvPr/>
        </p:nvGrpSpPr>
        <p:grpSpPr>
          <a:xfrm>
            <a:off x="3831912" y="4872713"/>
            <a:ext cx="509588" cy="173039"/>
            <a:chOff x="1946275" y="1773235"/>
            <a:chExt cx="509588" cy="173039"/>
          </a:xfrm>
        </p:grpSpPr>
        <p:cxnSp>
          <p:nvCxnSpPr>
            <p:cNvPr id="269" name="Straight Connector 268">
              <a:extLst>
                <a:ext uri="{FF2B5EF4-FFF2-40B4-BE49-F238E27FC236}">
                  <a16:creationId xmlns:a16="http://schemas.microsoft.com/office/drawing/2014/main" id="{71B92DA5-81AF-A741-52F0-F00756C42A59}"/>
                </a:ext>
              </a:extLst>
            </p:cNvPr>
            <p:cNvCxnSpPr>
              <a:cxnSpLocks/>
            </p:cNvCxnSpPr>
            <p:nvPr/>
          </p:nvCxnSpPr>
          <p:spPr>
            <a:xfrm>
              <a:off x="1946275" y="1858960"/>
              <a:ext cx="20929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BD9D6AA4-49A4-3A9F-3126-FC53865434A5}"/>
                </a:ext>
              </a:extLst>
            </p:cNvPr>
            <p:cNvCxnSpPr/>
            <p:nvPr/>
          </p:nvCxnSpPr>
          <p:spPr>
            <a:xfrm>
              <a:off x="2063496" y="1774824"/>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66A5EC6D-FEEF-9109-D471-C0C2407C5A49}"/>
                </a:ext>
              </a:extLst>
            </p:cNvPr>
            <p:cNvCxnSpPr/>
            <p:nvPr/>
          </p:nvCxnSpPr>
          <p:spPr>
            <a:xfrm>
              <a:off x="2063495" y="1944685"/>
              <a:ext cx="25082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ED35B6DC-D7A4-9FC0-EA9F-33A8A737295D}"/>
                </a:ext>
              </a:extLst>
            </p:cNvPr>
            <p:cNvCxnSpPr>
              <a:cxnSpLocks/>
            </p:cNvCxnSpPr>
            <p:nvPr/>
          </p:nvCxnSpPr>
          <p:spPr>
            <a:xfrm>
              <a:off x="2314320" y="1774824"/>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A9EC79E2-BCAA-73F7-F15A-96844A5D6836}"/>
                </a:ext>
              </a:extLst>
            </p:cNvPr>
            <p:cNvCxnSpPr>
              <a:cxnSpLocks/>
            </p:cNvCxnSpPr>
            <p:nvPr/>
          </p:nvCxnSpPr>
          <p:spPr>
            <a:xfrm>
              <a:off x="2155570" y="1773235"/>
              <a:ext cx="0" cy="17145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92812973-D1DA-A24B-3D2B-26B48D4BB6C6}"/>
                </a:ext>
              </a:extLst>
            </p:cNvPr>
            <p:cNvCxnSpPr>
              <a:cxnSpLocks/>
            </p:cNvCxnSpPr>
            <p:nvPr/>
          </p:nvCxnSpPr>
          <p:spPr>
            <a:xfrm>
              <a:off x="2314583" y="1862136"/>
              <a:ext cx="14128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75" name="Group 274">
            <a:extLst>
              <a:ext uri="{FF2B5EF4-FFF2-40B4-BE49-F238E27FC236}">
                <a16:creationId xmlns:a16="http://schemas.microsoft.com/office/drawing/2014/main" id="{5C5D185D-BA6B-C7FA-1C5F-0EDC1E5A91DC}"/>
              </a:ext>
            </a:extLst>
          </p:cNvPr>
          <p:cNvGrpSpPr/>
          <p:nvPr/>
        </p:nvGrpSpPr>
        <p:grpSpPr>
          <a:xfrm>
            <a:off x="3834494" y="5099854"/>
            <a:ext cx="509585" cy="152136"/>
            <a:chOff x="1829339" y="1346589"/>
            <a:chExt cx="509585" cy="152136"/>
          </a:xfrm>
        </p:grpSpPr>
        <p:cxnSp>
          <p:nvCxnSpPr>
            <p:cNvPr id="276" name="Straight Connector 275">
              <a:extLst>
                <a:ext uri="{FF2B5EF4-FFF2-40B4-BE49-F238E27FC236}">
                  <a16:creationId xmlns:a16="http://schemas.microsoft.com/office/drawing/2014/main" id="{8FCA5700-0B78-F996-019E-39D582B8B532}"/>
                </a:ext>
              </a:extLst>
            </p:cNvPr>
            <p:cNvCxnSpPr>
              <a:cxnSpLocks/>
            </p:cNvCxnSpPr>
            <p:nvPr/>
          </p:nvCxnSpPr>
          <p:spPr>
            <a:xfrm>
              <a:off x="2213496" y="1420671"/>
              <a:ext cx="125428" cy="15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56AC373D-79F7-2252-1EF9-16CC5AA583A9}"/>
                </a:ext>
              </a:extLst>
            </p:cNvPr>
            <p:cNvCxnSpPr>
              <a:cxnSpLocks/>
            </p:cNvCxnSpPr>
            <p:nvPr/>
          </p:nvCxnSpPr>
          <p:spPr>
            <a:xfrm>
              <a:off x="1829339" y="1421464"/>
              <a:ext cx="11722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3C555AEB-2978-0DCC-2A05-A9CEABE7C240}"/>
                </a:ext>
              </a:extLst>
            </p:cNvPr>
            <p:cNvCxnSpPr>
              <a:cxnSpLocks/>
            </p:cNvCxnSpPr>
            <p:nvPr/>
          </p:nvCxnSpPr>
          <p:spPr>
            <a:xfrm flipV="1">
              <a:off x="1944834" y="1346589"/>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F4B16875-6ACB-682E-750E-FDAB31587EA5}"/>
                </a:ext>
              </a:extLst>
            </p:cNvPr>
            <p:cNvCxnSpPr>
              <a:cxnSpLocks/>
            </p:cNvCxnSpPr>
            <p:nvPr/>
          </p:nvCxnSpPr>
          <p:spPr>
            <a:xfrm flipV="1">
              <a:off x="2044577" y="1348707"/>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98597E3B-BDD8-D964-19E2-DE233B70C7BF}"/>
                </a:ext>
              </a:extLst>
            </p:cNvPr>
            <p:cNvCxnSpPr>
              <a:cxnSpLocks/>
            </p:cNvCxnSpPr>
            <p:nvPr/>
          </p:nvCxnSpPr>
          <p:spPr>
            <a:xfrm flipH="1" flipV="1">
              <a:off x="1978004" y="134949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A6B2A9CF-BEE0-A4DA-0D11-ECB256F31A6B}"/>
                </a:ext>
              </a:extLst>
            </p:cNvPr>
            <p:cNvCxnSpPr>
              <a:cxnSpLocks/>
            </p:cNvCxnSpPr>
            <p:nvPr/>
          </p:nvCxnSpPr>
          <p:spPr>
            <a:xfrm flipH="1" flipV="1">
              <a:off x="2111772" y="1347119"/>
              <a:ext cx="66776" cy="14922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08A5F1B2-AD81-B80A-F8DE-0213EC477C92}"/>
                </a:ext>
              </a:extLst>
            </p:cNvPr>
            <p:cNvCxnSpPr>
              <a:cxnSpLocks/>
            </p:cNvCxnSpPr>
            <p:nvPr/>
          </p:nvCxnSpPr>
          <p:spPr>
            <a:xfrm flipV="1">
              <a:off x="2182052" y="1424377"/>
              <a:ext cx="33170" cy="71439"/>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83" name="TextBox 282">
                <a:extLst>
                  <a:ext uri="{FF2B5EF4-FFF2-40B4-BE49-F238E27FC236}">
                    <a16:creationId xmlns:a16="http://schemas.microsoft.com/office/drawing/2014/main" id="{1B9395A0-BDC8-EF66-D310-50A89AAB7DC2}"/>
                  </a:ext>
                </a:extLst>
              </p:cNvPr>
              <p:cNvSpPr txBox="1"/>
              <p:nvPr/>
            </p:nvSpPr>
            <p:spPr>
              <a:xfrm>
                <a:off x="3883426" y="5181212"/>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𝐾</m:t>
                          </m:r>
                        </m:e>
                        <m:sub>
                          <m:r>
                            <a:rPr lang="en-US" sz="1600" b="0" i="1" smtClean="0">
                              <a:latin typeface="Cambria Math" panose="02040503050406030204" pitchFamily="18" charset="0"/>
                            </a:rPr>
                            <m:t>𝑡</m:t>
                          </m:r>
                        </m:sub>
                      </m:sSub>
                    </m:oMath>
                  </m:oMathPara>
                </a14:m>
                <a:endParaRPr lang="en-US" sz="1600" dirty="0"/>
              </a:p>
            </p:txBody>
          </p:sp>
        </mc:Choice>
        <mc:Fallback xmlns="">
          <p:sp>
            <p:nvSpPr>
              <p:cNvPr id="283" name="TextBox 282">
                <a:extLst>
                  <a:ext uri="{FF2B5EF4-FFF2-40B4-BE49-F238E27FC236}">
                    <a16:creationId xmlns:a16="http://schemas.microsoft.com/office/drawing/2014/main" id="{1B9395A0-BDC8-EF66-D310-50A89AAB7DC2}"/>
                  </a:ext>
                </a:extLst>
              </p:cNvPr>
              <p:cNvSpPr txBox="1">
                <a:spLocks noRot="1" noChangeAspect="1" noMove="1" noResize="1" noEditPoints="1" noAdjustHandles="1" noChangeArrowheads="1" noChangeShapeType="1" noTextEdit="1"/>
              </p:cNvSpPr>
              <p:nvPr/>
            </p:nvSpPr>
            <p:spPr>
              <a:xfrm>
                <a:off x="3883426" y="5181212"/>
                <a:ext cx="300277" cy="338554"/>
              </a:xfrm>
              <a:prstGeom prst="rect">
                <a:avLst/>
              </a:prstGeom>
              <a:blipFill>
                <a:blip r:embed="rId40"/>
                <a:stretch>
                  <a:fillRect r="-10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4" name="TextBox 283">
                <a:extLst>
                  <a:ext uri="{FF2B5EF4-FFF2-40B4-BE49-F238E27FC236}">
                    <a16:creationId xmlns:a16="http://schemas.microsoft.com/office/drawing/2014/main" id="{AEBA4590-EC68-7F7D-174E-54F1C84C0BF4}"/>
                  </a:ext>
                </a:extLst>
              </p:cNvPr>
              <p:cNvSpPr txBox="1"/>
              <p:nvPr/>
            </p:nvSpPr>
            <p:spPr>
              <a:xfrm>
                <a:off x="3910066" y="4513429"/>
                <a:ext cx="300277" cy="338554"/>
              </a:xfrm>
              <a:prstGeom prst="rect">
                <a:avLst/>
              </a:prstGeom>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𝐷</m:t>
                          </m:r>
                        </m:e>
                        <m:sub>
                          <m:r>
                            <a:rPr lang="en-US" sz="1600" b="0" i="1" smtClean="0">
                              <a:latin typeface="Cambria Math" panose="02040503050406030204" pitchFamily="18" charset="0"/>
                            </a:rPr>
                            <m:t>𝑡</m:t>
                          </m:r>
                        </m:sub>
                      </m:sSub>
                    </m:oMath>
                  </m:oMathPara>
                </a14:m>
                <a:endParaRPr lang="en-US" sz="1600" dirty="0"/>
              </a:p>
            </p:txBody>
          </p:sp>
        </mc:Choice>
        <mc:Fallback xmlns="">
          <p:sp>
            <p:nvSpPr>
              <p:cNvPr id="284" name="TextBox 283">
                <a:extLst>
                  <a:ext uri="{FF2B5EF4-FFF2-40B4-BE49-F238E27FC236}">
                    <a16:creationId xmlns:a16="http://schemas.microsoft.com/office/drawing/2014/main" id="{AEBA4590-EC68-7F7D-174E-54F1C84C0BF4}"/>
                  </a:ext>
                </a:extLst>
              </p:cNvPr>
              <p:cNvSpPr txBox="1">
                <a:spLocks noRot="1" noChangeAspect="1" noMove="1" noResize="1" noEditPoints="1" noAdjustHandles="1" noChangeArrowheads="1" noChangeShapeType="1" noTextEdit="1"/>
              </p:cNvSpPr>
              <p:nvPr/>
            </p:nvSpPr>
            <p:spPr>
              <a:xfrm>
                <a:off x="3910066" y="4513429"/>
                <a:ext cx="300277" cy="338554"/>
              </a:xfrm>
              <a:prstGeom prst="rect">
                <a:avLst/>
              </a:prstGeom>
              <a:blipFill>
                <a:blip r:embed="rId41"/>
                <a:stretch>
                  <a:fillRect r="-10000"/>
                </a:stretch>
              </a:blipFill>
            </p:spPr>
            <p:txBody>
              <a:bodyPr/>
              <a:lstStyle/>
              <a:p>
                <a:r>
                  <a:rPr lang="en-US">
                    <a:noFill/>
                  </a:rPr>
                  <a:t> </a:t>
                </a:r>
              </a:p>
            </p:txBody>
          </p:sp>
        </mc:Fallback>
      </mc:AlternateContent>
      <p:grpSp>
        <p:nvGrpSpPr>
          <p:cNvPr id="285" name="Group 284">
            <a:extLst>
              <a:ext uri="{FF2B5EF4-FFF2-40B4-BE49-F238E27FC236}">
                <a16:creationId xmlns:a16="http://schemas.microsoft.com/office/drawing/2014/main" id="{D6523BDB-E637-82B7-4E32-6DACD74815C6}"/>
              </a:ext>
            </a:extLst>
          </p:cNvPr>
          <p:cNvGrpSpPr/>
          <p:nvPr/>
        </p:nvGrpSpPr>
        <p:grpSpPr>
          <a:xfrm rot="10800000">
            <a:off x="4341947" y="4819498"/>
            <a:ext cx="110069" cy="466725"/>
            <a:chOff x="1718731" y="1866900"/>
            <a:chExt cx="110069" cy="466725"/>
          </a:xfrm>
        </p:grpSpPr>
        <p:cxnSp>
          <p:nvCxnSpPr>
            <p:cNvPr id="286" name="Straight Connector 285">
              <a:extLst>
                <a:ext uri="{FF2B5EF4-FFF2-40B4-BE49-F238E27FC236}">
                  <a16:creationId xmlns:a16="http://schemas.microsoft.com/office/drawing/2014/main" id="{831B0D1D-E8C6-55EA-21B8-BA681A368B2A}"/>
                </a:ext>
              </a:extLst>
            </p:cNvPr>
            <p:cNvCxnSpPr/>
            <p:nvPr/>
          </p:nvCxnSpPr>
          <p:spPr>
            <a:xfrm>
              <a:off x="1828800" y="1866900"/>
              <a:ext cx="0" cy="46672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2E09F205-79F8-40D4-2BAF-CEF878E7D59B}"/>
                </a:ext>
              </a:extLst>
            </p:cNvPr>
            <p:cNvCxnSpPr>
              <a:cxnSpLocks/>
            </p:cNvCxnSpPr>
            <p:nvPr/>
          </p:nvCxnSpPr>
          <p:spPr>
            <a:xfrm flipH="1">
              <a:off x="1718733" y="1917700"/>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19A1DB30-F3A5-5B9A-6597-E1B24BFBEE70}"/>
                </a:ext>
              </a:extLst>
            </p:cNvPr>
            <p:cNvCxnSpPr>
              <a:cxnSpLocks/>
            </p:cNvCxnSpPr>
            <p:nvPr/>
          </p:nvCxnSpPr>
          <p:spPr>
            <a:xfrm flipH="1">
              <a:off x="1718732" y="2024591"/>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68C505E1-A133-537E-2779-737BF7EA8663}"/>
                </a:ext>
              </a:extLst>
            </p:cNvPr>
            <p:cNvCxnSpPr>
              <a:cxnSpLocks/>
            </p:cNvCxnSpPr>
            <p:nvPr/>
          </p:nvCxnSpPr>
          <p:spPr>
            <a:xfrm flipH="1">
              <a:off x="1718731" y="2125662"/>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8453D4C8-0E91-0BC6-12E3-05A6CB6410FE}"/>
                </a:ext>
              </a:extLst>
            </p:cNvPr>
            <p:cNvCxnSpPr>
              <a:cxnSpLocks/>
            </p:cNvCxnSpPr>
            <p:nvPr/>
          </p:nvCxnSpPr>
          <p:spPr>
            <a:xfrm flipH="1">
              <a:off x="1718731" y="2232024"/>
              <a:ext cx="110067" cy="8890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91" name="TextBox 290">
            <a:extLst>
              <a:ext uri="{FF2B5EF4-FFF2-40B4-BE49-F238E27FC236}">
                <a16:creationId xmlns:a16="http://schemas.microsoft.com/office/drawing/2014/main" id="{88FDF2D4-FD7E-3879-573C-738FC54C7C92}"/>
              </a:ext>
            </a:extLst>
          </p:cNvPr>
          <p:cNvSpPr txBox="1"/>
          <p:nvPr/>
        </p:nvSpPr>
        <p:spPr>
          <a:xfrm>
            <a:off x="5109517" y="4858046"/>
            <a:ext cx="2285999" cy="646331"/>
          </a:xfrm>
          <a:prstGeom prst="rect">
            <a:avLst/>
          </a:prstGeom>
        </p:spPr>
        <p:txBody>
          <a:bodyPr wrap="square" rtlCol="0">
            <a:spAutoFit/>
          </a:bodyPr>
          <a:lstStyle/>
          <a:p>
            <a:pPr algn="l"/>
            <a:r>
              <a:rPr lang="en-US" dirty="0"/>
              <a:t>Actuator with link in against station</a:t>
            </a:r>
          </a:p>
        </p:txBody>
      </p:sp>
    </p:spTree>
    <p:extLst>
      <p:ext uri="{BB962C8B-B14F-4D97-AF65-F5344CB8AC3E}">
        <p14:creationId xmlns:p14="http://schemas.microsoft.com/office/powerpoint/2010/main" val="578672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6837-481D-489E-B696-E165BFDB7302}"/>
              </a:ext>
            </a:extLst>
          </p:cNvPr>
          <p:cNvSpPr>
            <a:spLocks noGrp="1"/>
          </p:cNvSpPr>
          <p:nvPr>
            <p:ph type="title"/>
          </p:nvPr>
        </p:nvSpPr>
        <p:spPr/>
        <p:txBody>
          <a:bodyPr/>
          <a:lstStyle/>
          <a:p>
            <a:r>
              <a:rPr lang="en-US" dirty="0"/>
              <a:t>M2020 FDD diagram for ARM_PRELOAD</a:t>
            </a:r>
          </a:p>
        </p:txBody>
      </p:sp>
      <p:sp>
        <p:nvSpPr>
          <p:cNvPr id="3" name="Date Placeholder 2">
            <a:extLst>
              <a:ext uri="{FF2B5EF4-FFF2-40B4-BE49-F238E27FC236}">
                <a16:creationId xmlns:a16="http://schemas.microsoft.com/office/drawing/2014/main" id="{351D8013-10D0-4839-B616-4D086094F254}"/>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11986959-C7B7-4E1F-9FE9-FB32F31B7468}"/>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58FB275B-3535-45AA-9F5C-02AB2BEEBD7D}"/>
              </a:ext>
            </a:extLst>
          </p:cNvPr>
          <p:cNvSpPr>
            <a:spLocks noGrp="1"/>
          </p:cNvSpPr>
          <p:nvPr>
            <p:ph type="sldNum" sz="quarter" idx="20"/>
          </p:nvPr>
        </p:nvSpPr>
        <p:spPr/>
        <p:txBody>
          <a:bodyPr/>
          <a:lstStyle/>
          <a:p>
            <a:fld id="{2D04F4CF-F641-6E4E-8F87-8EB8AA2BFA51}" type="slidenum">
              <a:rPr lang="en-US" smtClean="0"/>
              <a:pPr/>
              <a:t>20</a:t>
            </a:fld>
            <a:endParaRPr lang="en-US"/>
          </a:p>
        </p:txBody>
      </p:sp>
      <p:sp>
        <p:nvSpPr>
          <p:cNvPr id="6" name="Text Placeholder 5">
            <a:extLst>
              <a:ext uri="{FF2B5EF4-FFF2-40B4-BE49-F238E27FC236}">
                <a16:creationId xmlns:a16="http://schemas.microsoft.com/office/drawing/2014/main" id="{CFD5193D-4BBE-4F7F-8FCA-0121884E6B66}"/>
              </a:ext>
            </a:extLst>
          </p:cNvPr>
          <p:cNvSpPr>
            <a:spLocks noGrp="1"/>
          </p:cNvSpPr>
          <p:nvPr>
            <p:ph type="body" sz="quarter" idx="10"/>
          </p:nvPr>
        </p:nvSpPr>
        <p:spPr/>
        <p:txBody>
          <a:bodyPr/>
          <a:lstStyle/>
          <a:p>
            <a:endParaRPr lang="en-US"/>
          </a:p>
        </p:txBody>
      </p:sp>
      <p:pic>
        <p:nvPicPr>
          <p:cNvPr id="7" name="Picture 6">
            <a:extLst>
              <a:ext uri="{FF2B5EF4-FFF2-40B4-BE49-F238E27FC236}">
                <a16:creationId xmlns:a16="http://schemas.microsoft.com/office/drawing/2014/main" id="{F656F6EF-87D7-4450-AC46-85F4303FAC85}"/>
              </a:ext>
            </a:extLst>
          </p:cNvPr>
          <p:cNvPicPr>
            <a:picLocks noChangeAspect="1"/>
          </p:cNvPicPr>
          <p:nvPr/>
        </p:nvPicPr>
        <p:blipFill>
          <a:blip r:embed="rId2"/>
          <a:stretch>
            <a:fillRect/>
          </a:stretch>
        </p:blipFill>
        <p:spPr>
          <a:xfrm>
            <a:off x="656492" y="2503023"/>
            <a:ext cx="7675714" cy="2357541"/>
          </a:xfrm>
          <a:prstGeom prst="rect">
            <a:avLst/>
          </a:prstGeom>
          <a:ln>
            <a:noFill/>
          </a:ln>
        </p:spPr>
      </p:pic>
    </p:spTree>
    <p:extLst>
      <p:ext uri="{BB962C8B-B14F-4D97-AF65-F5344CB8AC3E}">
        <p14:creationId xmlns:p14="http://schemas.microsoft.com/office/powerpoint/2010/main" val="2275715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216EE-DE4E-40A6-8BD8-76BC0A473D56}"/>
              </a:ext>
            </a:extLst>
          </p:cNvPr>
          <p:cNvSpPr>
            <a:spLocks noGrp="1"/>
          </p:cNvSpPr>
          <p:nvPr>
            <p:ph type="title"/>
          </p:nvPr>
        </p:nvSpPr>
        <p:spPr/>
        <p:txBody>
          <a:bodyPr/>
          <a:lstStyle/>
          <a:p>
            <a:r>
              <a:rPr lang="en-US" dirty="0"/>
              <a:t>Enforced Deflection Diagram</a:t>
            </a:r>
          </a:p>
        </p:txBody>
      </p:sp>
      <p:sp>
        <p:nvSpPr>
          <p:cNvPr id="3" name="Date Placeholder 2">
            <a:extLst>
              <a:ext uri="{FF2B5EF4-FFF2-40B4-BE49-F238E27FC236}">
                <a16:creationId xmlns:a16="http://schemas.microsoft.com/office/drawing/2014/main" id="{2EA6C0E6-D7B3-445B-943B-188E4D22424D}"/>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A52579AC-6800-40B7-9B81-43AAFFBE8B1E}"/>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9D397F56-7015-4CCE-B49E-FC953C64C9D1}"/>
              </a:ext>
            </a:extLst>
          </p:cNvPr>
          <p:cNvSpPr>
            <a:spLocks noGrp="1"/>
          </p:cNvSpPr>
          <p:nvPr>
            <p:ph type="sldNum" sz="quarter" idx="20"/>
          </p:nvPr>
        </p:nvSpPr>
        <p:spPr/>
        <p:txBody>
          <a:bodyPr/>
          <a:lstStyle/>
          <a:p>
            <a:fld id="{2D04F4CF-F641-6E4E-8F87-8EB8AA2BFA51}" type="slidenum">
              <a:rPr lang="en-US" smtClean="0"/>
              <a:pPr/>
              <a:t>21</a:t>
            </a:fld>
            <a:endParaRPr lang="en-US"/>
          </a:p>
        </p:txBody>
      </p:sp>
      <p:sp>
        <p:nvSpPr>
          <p:cNvPr id="6" name="Text Placeholder 5">
            <a:extLst>
              <a:ext uri="{FF2B5EF4-FFF2-40B4-BE49-F238E27FC236}">
                <a16:creationId xmlns:a16="http://schemas.microsoft.com/office/drawing/2014/main" id="{0DE55649-259C-49D1-9C68-E29E467D8BDB}"/>
              </a:ext>
            </a:extLst>
          </p:cNvPr>
          <p:cNvSpPr>
            <a:spLocks noGrp="1"/>
          </p:cNvSpPr>
          <p:nvPr>
            <p:ph type="body" sz="quarter" idx="10"/>
          </p:nvPr>
        </p:nvSpPr>
        <p:spPr/>
        <p:txBody>
          <a:bodyPr/>
          <a:lstStyle/>
          <a:p>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3CA32AF5-DC86-4AD4-A4DC-C9EE406B58C2}"/>
                  </a:ext>
                </a:extLst>
              </p:cNvPr>
              <p:cNvSpPr/>
              <p:nvPr/>
            </p:nvSpPr>
            <p:spPr>
              <a:xfrm>
                <a:off x="2148777" y="5249247"/>
                <a:ext cx="4048672" cy="576696"/>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8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ctrlPr>
                        </m:sSubPr>
                        <m:e>
                          <m:sSub>
                            <m:sSubPr>
                              <m:ctrlPr>
                                <a:rPr kumimoji="0" lang="en-US" sz="2800" b="0" i="1" u="none" strike="noStrike" kern="1200" cap="none" spc="0" normalizeH="0" baseline="0" noProof="0" smtClean="0">
                                  <a:ln>
                                    <a:noFill/>
                                  </a:ln>
                                  <a:solidFill>
                                    <a:schemeClr val="accent1">
                                      <a:lumMod val="50000"/>
                                      <a:lumOff val="50000"/>
                                    </a:schemeClr>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smtClean="0">
                                  <a:ln>
                                    <a:noFill/>
                                  </a:ln>
                                  <a:solidFill>
                                    <a:schemeClr val="accent1">
                                      <a:lumMod val="50000"/>
                                      <a:lumOff val="50000"/>
                                    </a:schemeClr>
                                  </a:solidFill>
                                  <a:effectLst/>
                                  <a:uLnTx/>
                                  <a:uFillTx/>
                                  <a:latin typeface="Cambria Math" panose="02040503050406030204" pitchFamily="18" charset="0"/>
                                  <a:ea typeface="+mn-ea"/>
                                  <a:cs typeface="+mn-cs"/>
                                </a:rPr>
                                <m:t>𝑇</m:t>
                              </m:r>
                            </m:e>
                            <m:sub>
                              <m:r>
                                <a:rPr kumimoji="0" lang="en-US" sz="2800" b="0" i="1" u="none" strike="noStrike" kern="1200" cap="none" spc="0" normalizeH="0" baseline="0" noProof="0" smtClean="0">
                                  <a:ln>
                                    <a:noFill/>
                                  </a:ln>
                                  <a:solidFill>
                                    <a:schemeClr val="accent1">
                                      <a:lumMod val="50000"/>
                                      <a:lumOff val="50000"/>
                                    </a:schemeClr>
                                  </a:solidFill>
                                  <a:effectLst/>
                                  <a:uLnTx/>
                                  <a:uFillTx/>
                                  <a:latin typeface="Cambria Math" panose="02040503050406030204" pitchFamily="18" charset="0"/>
                                  <a:ea typeface="+mn-ea"/>
                                  <a:cs typeface="+mn-cs"/>
                                </a:rPr>
                                <m:t>𝑑𝑒𝑓𝑙𝑒𝑐𝑡</m:t>
                              </m:r>
                            </m:sub>
                          </m:sSub>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sSubSup>
                            <m:sSubSupPr>
                              <m:ctrlPr>
                                <a:rPr kumimoji="0" lang="en-US" sz="28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ctrlPr>
                            </m:sSubSupPr>
                            <m:e>
                              <m:r>
                                <a:rPr kumimoji="0" lang="en-US" sz="2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𝑘</m:t>
                              </m:r>
                            </m:e>
                            <m:sub>
                              <m:r>
                                <a:rPr kumimoji="0" lang="en-US" sz="28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𝑚𝑒𝑐h</m:t>
                              </m:r>
                            </m:sub>
                            <m:sup>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−1</m:t>
                              </m:r>
                            </m:sup>
                          </m:sSubSup>
                          <m:r>
                            <a:rPr kumimoji="0" lang="en-US" sz="28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 </m:t>
                          </m:r>
                          <m:r>
                            <a:rPr kumimoji="0" lang="en-US" sz="28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𝐹</m:t>
                          </m:r>
                        </m:e>
                        <m:sub>
                          <m:r>
                            <a:rPr kumimoji="0" lang="en-US" sz="28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𝑑𝑒𝑠𝑖𝑟𝑒𝑑</m:t>
                          </m:r>
                        </m:sub>
                      </m:sSub>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3" name="Rectangle 22">
                <a:extLst>
                  <a:ext uri="{FF2B5EF4-FFF2-40B4-BE49-F238E27FC236}">
                    <a16:creationId xmlns:a16="http://schemas.microsoft.com/office/drawing/2014/main" id="{3CA32AF5-DC86-4AD4-A4DC-C9EE406B58C2}"/>
                  </a:ext>
                </a:extLst>
              </p:cNvPr>
              <p:cNvSpPr>
                <a:spLocks noRot="1" noChangeAspect="1" noMove="1" noResize="1" noEditPoints="1" noAdjustHandles="1" noChangeArrowheads="1" noChangeShapeType="1" noTextEdit="1"/>
              </p:cNvSpPr>
              <p:nvPr/>
            </p:nvSpPr>
            <p:spPr>
              <a:xfrm>
                <a:off x="2148777" y="5249247"/>
                <a:ext cx="4048672" cy="576696"/>
              </a:xfrm>
              <a:prstGeom prst="rect">
                <a:avLst/>
              </a:prstGeom>
              <a:blipFill>
                <a:blip r:embed="rId2"/>
                <a:stretch>
                  <a:fillRect/>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2DC805F4-EEB0-4D8D-A13D-102052882394}"/>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3631" b="99395" l="2538" r="97589">
                        <a14:foregroundMark x1="86675" y1="12254" x2="86675" y2="12254"/>
                        <a14:foregroundMark x1="88325" y1="11044" x2="88325" y2="11044"/>
                        <a14:foregroundMark x1="89340" y1="11044" x2="76523" y2="20424"/>
                        <a14:foregroundMark x1="76523" y1="20424" x2="76396" y2="20424"/>
                        <a14:foregroundMark x1="94162" y1="6051" x2="90102" y2="10590"/>
                        <a14:foregroundMark x1="95558" y1="3631" x2="96320" y2="5900"/>
                        <a14:foregroundMark x1="72335" y1="24962" x2="74619" y2="23147"/>
                        <a14:foregroundMark x1="65355" y1="27685" x2="59645" y2="32073"/>
                        <a14:foregroundMark x1="59645" y1="32073" x2="59645" y2="32073"/>
                        <a14:foregroundMark x1="82741" y1="18154" x2="80838" y2="20575"/>
                        <a14:foregroundMark x1="96954" y1="7262" x2="97589" y2="4539"/>
                        <a14:foregroundMark x1="44289" y1="59002" x2="48731" y2="63389"/>
                        <a14:foregroundMark x1="7234" y1="29198" x2="7487" y2="31619"/>
                        <a14:foregroundMark x1="12437" y1="27080" x2="13579" y2="27837"/>
                        <a14:foregroundMark x1="7995" y1="27080" x2="3299" y2="27534"/>
                        <a14:foregroundMark x1="16878" y1="30408" x2="17386" y2="32678"/>
                        <a14:foregroundMark x1="7360" y1="27080" x2="5076" y2="24206"/>
                        <a14:foregroundMark x1="45431" y1="59002" x2="46320" y2="60061"/>
                        <a14:foregroundMark x1="30203" y1="38275" x2="33122" y2="41906"/>
                        <a14:foregroundMark x1="23985" y1="38427" x2="18147" y2="32526"/>
                        <a14:foregroundMark x1="14721" y1="44478" x2="9010" y2="38275"/>
                        <a14:foregroundMark x1="46447" y1="59304" x2="59010" y2="72769"/>
                        <a14:foregroundMark x1="59898" y1="77156" x2="63706" y2="81241"/>
                        <a14:foregroundMark x1="54949" y1="84266" x2="44036" y2="72466"/>
                        <a14:foregroundMark x1="53934" y1="88956" x2="49365" y2="94554"/>
                        <a14:foregroundMark x1="49365" y1="94554" x2="42386" y2="97126"/>
                        <a14:foregroundMark x1="42386" y1="97126" x2="25127" y2="95461"/>
                        <a14:foregroundMark x1="25127" y1="95461" x2="18909" y2="99546"/>
                        <a14:foregroundMark x1="10406" y1="94554" x2="5838" y2="95310"/>
                        <a14:foregroundMark x1="68909" y1="26778" x2="67640" y2="29501"/>
                        <a14:foregroundMark x1="3934" y1="69592" x2="2538" y2="65809"/>
                      </a14:backgroundRemoval>
                    </a14:imgEffect>
                  </a14:imgLayer>
                </a14:imgProps>
              </a:ext>
            </a:extLst>
          </a:blip>
          <a:srcRect l="42012" b="50748"/>
          <a:stretch/>
        </p:blipFill>
        <p:spPr>
          <a:xfrm>
            <a:off x="3788229" y="3087461"/>
            <a:ext cx="1001649" cy="713632"/>
          </a:xfrm>
          <a:prstGeom prst="rect">
            <a:avLst/>
          </a:prstGeom>
        </p:spPr>
      </p:pic>
      <p:sp>
        <p:nvSpPr>
          <p:cNvPr id="25" name="TextBox 24">
            <a:extLst>
              <a:ext uri="{FF2B5EF4-FFF2-40B4-BE49-F238E27FC236}">
                <a16:creationId xmlns:a16="http://schemas.microsoft.com/office/drawing/2014/main" id="{4493D835-4F3E-4F5C-B92D-AA8FE802C5DA}"/>
              </a:ext>
            </a:extLst>
          </p:cNvPr>
          <p:cNvSpPr txBox="1"/>
          <p:nvPr/>
        </p:nvSpPr>
        <p:spPr>
          <a:xfrm>
            <a:off x="2656031" y="4978461"/>
            <a:ext cx="30341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Tool motion to generate force:</a:t>
            </a:r>
          </a:p>
        </p:txBody>
      </p:sp>
      <p:sp>
        <p:nvSpPr>
          <p:cNvPr id="26" name="Arrow: Right 25">
            <a:extLst>
              <a:ext uri="{FF2B5EF4-FFF2-40B4-BE49-F238E27FC236}">
                <a16:creationId xmlns:a16="http://schemas.microsoft.com/office/drawing/2014/main" id="{8594E4D6-323E-402D-B64A-B63542DCFBD8}"/>
              </a:ext>
            </a:extLst>
          </p:cNvPr>
          <p:cNvSpPr/>
          <p:nvPr/>
        </p:nvSpPr>
        <p:spPr bwMode="auto">
          <a:xfrm rot="8510648">
            <a:off x="4701630" y="2821247"/>
            <a:ext cx="487972" cy="318909"/>
          </a:xfrm>
          <a:prstGeom prst="rightArrow">
            <a:avLst/>
          </a:prstGeom>
          <a:solidFill>
            <a:schemeClr val="accent6"/>
          </a:solid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pitchFamily="34" charset="0"/>
              <a:ea typeface="+mn-ea"/>
              <a:cs typeface="+mn-cs"/>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34F1E9E-9D95-4BFB-9D18-EE9FAFAE61C8}"/>
                  </a:ext>
                </a:extLst>
              </p:cNvPr>
              <p:cNvSpPr txBox="1"/>
              <p:nvPr/>
            </p:nvSpPr>
            <p:spPr>
              <a:xfrm>
                <a:off x="4282305" y="2260564"/>
                <a:ext cx="132662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𝐹</m:t>
                          </m:r>
                        </m:e>
                        <m:sub>
                          <m:r>
                            <a:rPr kumimoji="0" lang="en-US" sz="2000" b="0" i="1" u="none" strike="noStrike" kern="1200" cap="none" spc="0" normalizeH="0" baseline="0" noProof="0" smtClean="0">
                              <a:ln>
                                <a:noFill/>
                              </a:ln>
                              <a:solidFill>
                                <a:schemeClr val="accent6"/>
                              </a:solidFill>
                              <a:effectLst/>
                              <a:uLnTx/>
                              <a:uFillTx/>
                              <a:latin typeface="Cambria Math" panose="02040503050406030204" pitchFamily="18" charset="0"/>
                              <a:ea typeface="+mn-ea"/>
                              <a:cs typeface="+mn-cs"/>
                            </a:rPr>
                            <m:t>𝑑𝑒𝑠𝑖𝑟𝑒𝑑</m:t>
                          </m:r>
                        </m:sub>
                      </m:sSub>
                    </m:oMath>
                  </m:oMathPara>
                </a14:m>
                <a:endParaRPr kumimoji="0" lang="en-US" sz="2000" b="0" i="0" u="none" strike="noStrike" kern="1200" cap="none" spc="0" normalizeH="0" baseline="0" noProof="0" dirty="0">
                  <a:ln>
                    <a:noFill/>
                  </a:ln>
                  <a:solidFill>
                    <a:schemeClr val="accent6"/>
                  </a:solidFill>
                  <a:effectLst/>
                  <a:uLnTx/>
                  <a:uFillTx/>
                  <a:latin typeface="Calibri"/>
                  <a:ea typeface="+mn-ea"/>
                  <a:cs typeface="+mn-cs"/>
                </a:endParaRPr>
              </a:p>
            </p:txBody>
          </p:sp>
        </mc:Choice>
        <mc:Fallback xmlns="">
          <p:sp>
            <p:nvSpPr>
              <p:cNvPr id="27" name="TextBox 26">
                <a:extLst>
                  <a:ext uri="{FF2B5EF4-FFF2-40B4-BE49-F238E27FC236}">
                    <a16:creationId xmlns:a16="http://schemas.microsoft.com/office/drawing/2014/main" id="{834F1E9E-9D95-4BFB-9D18-EE9FAFAE61C8}"/>
                  </a:ext>
                </a:extLst>
              </p:cNvPr>
              <p:cNvSpPr txBox="1">
                <a:spLocks noRot="1" noChangeAspect="1" noMove="1" noResize="1" noEditPoints="1" noAdjustHandles="1" noChangeArrowheads="1" noChangeShapeType="1" noTextEdit="1"/>
              </p:cNvSpPr>
              <p:nvPr/>
            </p:nvSpPr>
            <p:spPr>
              <a:xfrm>
                <a:off x="4282305" y="2260564"/>
                <a:ext cx="1326622" cy="400110"/>
              </a:xfrm>
              <a:prstGeom prst="rect">
                <a:avLst/>
              </a:prstGeom>
              <a:blipFill>
                <a:blip r:embed="rId5"/>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9CA5EAA-DD61-4420-B0CF-332F363F2AD7}"/>
                  </a:ext>
                </a:extLst>
              </p:cNvPr>
              <p:cNvSpPr txBox="1"/>
              <p:nvPr/>
            </p:nvSpPr>
            <p:spPr>
              <a:xfrm>
                <a:off x="2851975" y="3351675"/>
                <a:ext cx="42114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𝑘</m:t>
                          </m:r>
                        </m:e>
                        <m:sub>
                          <m:r>
                            <a:rPr kumimoji="0" lang="en-US" sz="2000" b="0" i="1" u="none" strike="noStrike" kern="1200" cap="none" spc="0" normalizeH="0" baseline="0" noProof="0" smtClean="0">
                              <a:ln>
                                <a:noFill/>
                              </a:ln>
                              <a:solidFill>
                                <a:schemeClr val="accent4"/>
                              </a:solidFill>
                              <a:effectLst/>
                              <a:uLnTx/>
                              <a:uFillTx/>
                              <a:latin typeface="Cambria Math" panose="02040503050406030204" pitchFamily="18" charset="0"/>
                              <a:ea typeface="+mn-ea"/>
                              <a:cs typeface="+mn-cs"/>
                            </a:rPr>
                            <m:t>𝑚𝑒𝑐h</m:t>
                          </m:r>
                        </m:sub>
                      </m:sSub>
                    </m:oMath>
                  </m:oMathPara>
                </a14:m>
                <a:endParaRPr kumimoji="0" lang="en-US" sz="2000" b="0" i="0" u="none" strike="noStrike" kern="1200" cap="none" spc="0" normalizeH="0" baseline="0" noProof="0" dirty="0">
                  <a:ln>
                    <a:noFill/>
                  </a:ln>
                  <a:solidFill>
                    <a:schemeClr val="accent4"/>
                  </a:solidFill>
                  <a:effectLst/>
                  <a:uLnTx/>
                  <a:uFillTx/>
                  <a:latin typeface="Calibri"/>
                  <a:ea typeface="+mn-ea"/>
                  <a:cs typeface="+mn-cs"/>
                </a:endParaRPr>
              </a:p>
            </p:txBody>
          </p:sp>
        </mc:Choice>
        <mc:Fallback xmlns="">
          <p:sp>
            <p:nvSpPr>
              <p:cNvPr id="28" name="TextBox 27">
                <a:extLst>
                  <a:ext uri="{FF2B5EF4-FFF2-40B4-BE49-F238E27FC236}">
                    <a16:creationId xmlns:a16="http://schemas.microsoft.com/office/drawing/2014/main" id="{49CA5EAA-DD61-4420-B0CF-332F363F2AD7}"/>
                  </a:ext>
                </a:extLst>
              </p:cNvPr>
              <p:cNvSpPr txBox="1">
                <a:spLocks noRot="1" noChangeAspect="1" noMove="1" noResize="1" noEditPoints="1" noAdjustHandles="1" noChangeArrowheads="1" noChangeShapeType="1" noTextEdit="1"/>
              </p:cNvSpPr>
              <p:nvPr/>
            </p:nvSpPr>
            <p:spPr>
              <a:xfrm>
                <a:off x="2851975" y="3351675"/>
                <a:ext cx="421140" cy="400110"/>
              </a:xfrm>
              <a:prstGeom prst="rect">
                <a:avLst/>
              </a:prstGeom>
              <a:blipFill>
                <a:blip r:embed="rId6"/>
                <a:stretch>
                  <a:fillRect r="-86957" b="-1538"/>
                </a:stretch>
              </a:blipFill>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A85D6E56-A3BB-4CD1-9334-4CA1ED45E901}"/>
              </a:ext>
            </a:extLst>
          </p:cNvPr>
          <p:cNvGrpSpPr/>
          <p:nvPr/>
        </p:nvGrpSpPr>
        <p:grpSpPr>
          <a:xfrm>
            <a:off x="2947242" y="3678097"/>
            <a:ext cx="991643" cy="551713"/>
            <a:chOff x="2947242" y="3678097"/>
            <a:chExt cx="991643" cy="551713"/>
          </a:xfrm>
        </p:grpSpPr>
        <p:cxnSp>
          <p:nvCxnSpPr>
            <p:cNvPr id="29" name="Straight Arrow Connector 28">
              <a:extLst>
                <a:ext uri="{FF2B5EF4-FFF2-40B4-BE49-F238E27FC236}">
                  <a16:creationId xmlns:a16="http://schemas.microsoft.com/office/drawing/2014/main" id="{E9E62E86-7184-42F6-923C-A476A54235F1}"/>
                </a:ext>
              </a:extLst>
            </p:cNvPr>
            <p:cNvCxnSpPr>
              <a:cxnSpLocks/>
            </p:cNvCxnSpPr>
            <p:nvPr/>
          </p:nvCxnSpPr>
          <p:spPr bwMode="auto">
            <a:xfrm rot="17050705" flipV="1">
              <a:off x="3172866" y="4090124"/>
              <a:ext cx="61540" cy="149997"/>
            </a:xfrm>
            <a:prstGeom prst="straightConnector1">
              <a:avLst/>
            </a:prstGeom>
            <a:noFill/>
            <a:ln w="25400" cap="flat" cmpd="sng" algn="ctr">
              <a:solidFill>
                <a:schemeClr val="accent4"/>
              </a:solidFill>
              <a:prstDash val="solid"/>
              <a:round/>
              <a:headEnd type="none" w="med" len="med"/>
              <a:tailEnd type="none" w="med" len="med"/>
            </a:ln>
            <a:effectLst/>
          </p:spPr>
        </p:cxnSp>
        <p:cxnSp>
          <p:nvCxnSpPr>
            <p:cNvPr id="30" name="Straight Arrow Connector 29">
              <a:extLst>
                <a:ext uri="{FF2B5EF4-FFF2-40B4-BE49-F238E27FC236}">
                  <a16:creationId xmlns:a16="http://schemas.microsoft.com/office/drawing/2014/main" id="{A8B8DCB1-A0C0-40C3-A31D-CAD3A60AE94F}"/>
                </a:ext>
              </a:extLst>
            </p:cNvPr>
            <p:cNvCxnSpPr>
              <a:cxnSpLocks/>
            </p:cNvCxnSpPr>
            <p:nvPr/>
          </p:nvCxnSpPr>
          <p:spPr bwMode="auto">
            <a:xfrm rot="17050705" flipH="1">
              <a:off x="3105308" y="4015250"/>
              <a:ext cx="289730" cy="96720"/>
            </a:xfrm>
            <a:prstGeom prst="straightConnector1">
              <a:avLst/>
            </a:prstGeom>
            <a:noFill/>
            <a:ln w="25400" cap="flat" cmpd="sng" algn="ctr">
              <a:solidFill>
                <a:schemeClr val="accent4"/>
              </a:solidFill>
              <a:prstDash val="solid"/>
              <a:round/>
              <a:headEnd type="none" w="med" len="med"/>
              <a:tailEnd type="none" w="med" len="med"/>
            </a:ln>
            <a:effectLst/>
          </p:spPr>
        </p:cxnSp>
        <p:cxnSp>
          <p:nvCxnSpPr>
            <p:cNvPr id="31" name="Straight Arrow Connector 30">
              <a:extLst>
                <a:ext uri="{FF2B5EF4-FFF2-40B4-BE49-F238E27FC236}">
                  <a16:creationId xmlns:a16="http://schemas.microsoft.com/office/drawing/2014/main" id="{F9D041E9-116E-4FA2-AA09-27A6FF195EBA}"/>
                </a:ext>
              </a:extLst>
            </p:cNvPr>
            <p:cNvCxnSpPr>
              <a:cxnSpLocks/>
            </p:cNvCxnSpPr>
            <p:nvPr/>
          </p:nvCxnSpPr>
          <p:spPr bwMode="auto">
            <a:xfrm rot="17050705" flipV="1">
              <a:off x="3275255" y="3877373"/>
              <a:ext cx="140316" cy="275872"/>
            </a:xfrm>
            <a:prstGeom prst="straightConnector1">
              <a:avLst/>
            </a:prstGeom>
            <a:noFill/>
            <a:ln w="25400" cap="flat" cmpd="sng" algn="ctr">
              <a:solidFill>
                <a:schemeClr val="accent4"/>
              </a:solidFill>
              <a:prstDash val="solid"/>
              <a:round/>
              <a:headEnd type="none" w="med" len="med"/>
              <a:tailEnd type="none" w="med" len="med"/>
            </a:ln>
            <a:effectLst/>
          </p:spPr>
        </p:cxnSp>
        <p:cxnSp>
          <p:nvCxnSpPr>
            <p:cNvPr id="32" name="Straight Arrow Connector 31">
              <a:extLst>
                <a:ext uri="{FF2B5EF4-FFF2-40B4-BE49-F238E27FC236}">
                  <a16:creationId xmlns:a16="http://schemas.microsoft.com/office/drawing/2014/main" id="{59754693-D096-49AE-BB5E-9909D6879C8E}"/>
                </a:ext>
              </a:extLst>
            </p:cNvPr>
            <p:cNvCxnSpPr>
              <a:cxnSpLocks/>
            </p:cNvCxnSpPr>
            <p:nvPr/>
          </p:nvCxnSpPr>
          <p:spPr bwMode="auto">
            <a:xfrm rot="17050705" flipH="1">
              <a:off x="3298976" y="3901392"/>
              <a:ext cx="289730" cy="96720"/>
            </a:xfrm>
            <a:prstGeom prst="straightConnector1">
              <a:avLst/>
            </a:prstGeom>
            <a:noFill/>
            <a:ln w="25400" cap="flat" cmpd="sng" algn="ctr">
              <a:solidFill>
                <a:schemeClr val="accent4"/>
              </a:solidFill>
              <a:prstDash val="solid"/>
              <a:round/>
              <a:headEnd type="none" w="med" len="med"/>
              <a:tailEnd type="none" w="med" len="med"/>
            </a:ln>
            <a:effectLst/>
          </p:spPr>
        </p:cxnSp>
        <p:cxnSp>
          <p:nvCxnSpPr>
            <p:cNvPr id="33" name="Straight Arrow Connector 32">
              <a:extLst>
                <a:ext uri="{FF2B5EF4-FFF2-40B4-BE49-F238E27FC236}">
                  <a16:creationId xmlns:a16="http://schemas.microsoft.com/office/drawing/2014/main" id="{614D9326-283E-4217-86F0-7C7A29E5F80A}"/>
                </a:ext>
              </a:extLst>
            </p:cNvPr>
            <p:cNvCxnSpPr>
              <a:cxnSpLocks/>
            </p:cNvCxnSpPr>
            <p:nvPr/>
          </p:nvCxnSpPr>
          <p:spPr bwMode="auto">
            <a:xfrm rot="17050705" flipV="1">
              <a:off x="3655276" y="3684530"/>
              <a:ext cx="61540" cy="149997"/>
            </a:xfrm>
            <a:prstGeom prst="straightConnector1">
              <a:avLst/>
            </a:prstGeom>
            <a:noFill/>
            <a:ln w="25400" cap="flat" cmpd="sng" algn="ctr">
              <a:solidFill>
                <a:schemeClr val="accent4"/>
              </a:solidFill>
              <a:prstDash val="solid"/>
              <a:round/>
              <a:headEnd type="none" w="med" len="med"/>
              <a:tailEnd type="none" w="med" len="med"/>
            </a:ln>
            <a:effectLst/>
          </p:spPr>
        </p:cxnSp>
        <p:cxnSp>
          <p:nvCxnSpPr>
            <p:cNvPr id="34" name="Straight Arrow Connector 33">
              <a:extLst>
                <a:ext uri="{FF2B5EF4-FFF2-40B4-BE49-F238E27FC236}">
                  <a16:creationId xmlns:a16="http://schemas.microsoft.com/office/drawing/2014/main" id="{3E61999B-3D74-4F07-9463-2E4A13E861F4}"/>
                </a:ext>
              </a:extLst>
            </p:cNvPr>
            <p:cNvCxnSpPr>
              <a:cxnSpLocks/>
            </p:cNvCxnSpPr>
            <p:nvPr/>
          </p:nvCxnSpPr>
          <p:spPr bwMode="auto">
            <a:xfrm rot="17050705" flipH="1">
              <a:off x="3491349" y="3803905"/>
              <a:ext cx="289730" cy="96720"/>
            </a:xfrm>
            <a:prstGeom prst="straightConnector1">
              <a:avLst/>
            </a:prstGeom>
            <a:noFill/>
            <a:ln w="25400" cap="flat" cmpd="sng" algn="ctr">
              <a:solidFill>
                <a:schemeClr val="accent4"/>
              </a:solidFill>
              <a:prstDash val="solid"/>
              <a:round/>
              <a:headEnd type="none" w="med" len="med"/>
              <a:tailEnd type="none" w="med" len="med"/>
            </a:ln>
            <a:effectLst/>
          </p:spPr>
        </p:cxnSp>
        <p:cxnSp>
          <p:nvCxnSpPr>
            <p:cNvPr id="35" name="Straight Arrow Connector 34">
              <a:extLst>
                <a:ext uri="{FF2B5EF4-FFF2-40B4-BE49-F238E27FC236}">
                  <a16:creationId xmlns:a16="http://schemas.microsoft.com/office/drawing/2014/main" id="{84238D69-173F-436F-ABB4-F7C46B091514}"/>
                </a:ext>
              </a:extLst>
            </p:cNvPr>
            <p:cNvCxnSpPr>
              <a:cxnSpLocks/>
            </p:cNvCxnSpPr>
            <p:nvPr/>
          </p:nvCxnSpPr>
          <p:spPr bwMode="auto">
            <a:xfrm rot="17050705" flipV="1">
              <a:off x="3470294" y="3764965"/>
              <a:ext cx="140316" cy="275872"/>
            </a:xfrm>
            <a:prstGeom prst="straightConnector1">
              <a:avLst/>
            </a:prstGeom>
            <a:noFill/>
            <a:ln w="25400" cap="flat" cmpd="sng" algn="ctr">
              <a:solidFill>
                <a:schemeClr val="accent4"/>
              </a:solidFill>
              <a:prstDash val="solid"/>
              <a:round/>
              <a:headEnd type="none" w="med" len="med"/>
              <a:tailEnd type="none" w="med" len="med"/>
            </a:ln>
            <a:effectLst/>
          </p:spPr>
        </p:cxnSp>
        <p:cxnSp>
          <p:nvCxnSpPr>
            <p:cNvPr id="40" name="Straight Arrow Connector 39">
              <a:extLst>
                <a:ext uri="{FF2B5EF4-FFF2-40B4-BE49-F238E27FC236}">
                  <a16:creationId xmlns:a16="http://schemas.microsoft.com/office/drawing/2014/main" id="{16D89256-5A52-4BB9-80B0-E4DDBDC228D6}"/>
                </a:ext>
              </a:extLst>
            </p:cNvPr>
            <p:cNvCxnSpPr>
              <a:cxnSpLocks/>
            </p:cNvCxnSpPr>
            <p:nvPr/>
          </p:nvCxnSpPr>
          <p:spPr bwMode="auto">
            <a:xfrm flipH="1">
              <a:off x="3740533" y="3678097"/>
              <a:ext cx="198352" cy="122997"/>
            </a:xfrm>
            <a:prstGeom prst="straightConnector1">
              <a:avLst/>
            </a:prstGeom>
            <a:noFill/>
            <a:ln w="25400" cap="flat" cmpd="sng" algn="ctr">
              <a:solidFill>
                <a:schemeClr val="accent4"/>
              </a:solidFill>
              <a:prstDash val="solid"/>
              <a:round/>
              <a:headEnd type="none" w="med" len="med"/>
              <a:tailEnd type="none" w="med" len="med"/>
            </a:ln>
            <a:effectLst/>
          </p:spPr>
        </p:cxnSp>
        <p:cxnSp>
          <p:nvCxnSpPr>
            <p:cNvPr id="44" name="Straight Arrow Connector 43">
              <a:extLst>
                <a:ext uri="{FF2B5EF4-FFF2-40B4-BE49-F238E27FC236}">
                  <a16:creationId xmlns:a16="http://schemas.microsoft.com/office/drawing/2014/main" id="{A311D65C-2AEE-413E-9E5B-AFECACC9D73F}"/>
                </a:ext>
              </a:extLst>
            </p:cNvPr>
            <p:cNvCxnSpPr>
              <a:cxnSpLocks/>
            </p:cNvCxnSpPr>
            <p:nvPr/>
          </p:nvCxnSpPr>
          <p:spPr bwMode="auto">
            <a:xfrm flipH="1">
              <a:off x="2947242" y="4106813"/>
              <a:ext cx="198352" cy="122997"/>
            </a:xfrm>
            <a:prstGeom prst="straightConnector1">
              <a:avLst/>
            </a:prstGeom>
            <a:noFill/>
            <a:ln w="25400" cap="flat" cmpd="sng" algn="ctr">
              <a:solidFill>
                <a:schemeClr val="accent4"/>
              </a:solidFill>
              <a:prstDash val="solid"/>
              <a:round/>
              <a:headEnd type="none" w="med" len="med"/>
              <a:tailEnd type="none" w="med" len="med"/>
            </a:ln>
            <a:effectLst/>
          </p:spPr>
        </p:cxnSp>
      </p:grpSp>
      <p:sp>
        <p:nvSpPr>
          <p:cNvPr id="47" name="Cylinder 46">
            <a:extLst>
              <a:ext uri="{FF2B5EF4-FFF2-40B4-BE49-F238E27FC236}">
                <a16:creationId xmlns:a16="http://schemas.microsoft.com/office/drawing/2014/main" id="{BAB291CD-7373-4210-A14A-DC2E631BE6EF}"/>
              </a:ext>
            </a:extLst>
          </p:cNvPr>
          <p:cNvSpPr/>
          <p:nvPr/>
        </p:nvSpPr>
        <p:spPr>
          <a:xfrm rot="14084424">
            <a:off x="2511612" y="4055433"/>
            <a:ext cx="623720" cy="522937"/>
          </a:xfrm>
          <a:prstGeom prst="can">
            <a:avLst>
              <a:gd name="adj" fmla="val 50000"/>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40C8AC30-59F7-4AC8-A6C9-F94BFD1C03A1}"/>
              </a:ext>
            </a:extLst>
          </p:cNvPr>
          <p:cNvCxnSpPr>
            <a:cxnSpLocks/>
          </p:cNvCxnSpPr>
          <p:nvPr/>
        </p:nvCxnSpPr>
        <p:spPr>
          <a:xfrm>
            <a:off x="3046418" y="4625721"/>
            <a:ext cx="226697" cy="326161"/>
          </a:xfrm>
          <a:prstGeom prst="line">
            <a:avLst/>
          </a:prstGeom>
          <a:ln w="38100">
            <a:solidFill>
              <a:schemeClr val="accent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F6CAEA4-E312-4D90-8A58-762C0D8B63B5}"/>
              </a:ext>
            </a:extLst>
          </p:cNvPr>
          <p:cNvCxnSpPr>
            <a:cxnSpLocks/>
          </p:cNvCxnSpPr>
          <p:nvPr/>
        </p:nvCxnSpPr>
        <p:spPr>
          <a:xfrm flipV="1">
            <a:off x="3145594" y="4416744"/>
            <a:ext cx="540452" cy="368477"/>
          </a:xfrm>
          <a:prstGeom prst="line">
            <a:avLst/>
          </a:prstGeom>
          <a:ln w="38100">
            <a:solidFill>
              <a:schemeClr val="accent1">
                <a:lumMod val="50000"/>
                <a:lumOff val="50000"/>
              </a:schemeClr>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04E083D3-F952-4040-B42E-ACF25935F6AC}"/>
                  </a:ext>
                </a:extLst>
              </p:cNvPr>
              <p:cNvSpPr txBox="1"/>
              <p:nvPr/>
            </p:nvSpPr>
            <p:spPr>
              <a:xfrm>
                <a:off x="3563766" y="4069542"/>
                <a:ext cx="860142" cy="4247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schemeClr val="accent1">
                                  <a:lumMod val="50000"/>
                                  <a:lumOff val="50000"/>
                                </a:schemeClr>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schemeClr val="accent1">
                                  <a:lumMod val="50000"/>
                                  <a:lumOff val="50000"/>
                                </a:schemeClr>
                              </a:solidFill>
                              <a:effectLst/>
                              <a:uLnTx/>
                              <a:uFillTx/>
                              <a:latin typeface="Cambria Math" panose="02040503050406030204" pitchFamily="18" charset="0"/>
                              <a:ea typeface="+mn-ea"/>
                              <a:cs typeface="+mn-cs"/>
                            </a:rPr>
                            <m:t>𝑇</m:t>
                          </m:r>
                        </m:e>
                        <m:sub>
                          <m:r>
                            <a:rPr kumimoji="0" lang="en-US" sz="2000" b="0" i="1" u="none" strike="noStrike" kern="1200" cap="none" spc="0" normalizeH="0" baseline="0" noProof="0" smtClean="0">
                              <a:ln>
                                <a:noFill/>
                              </a:ln>
                              <a:solidFill>
                                <a:schemeClr val="accent1">
                                  <a:lumMod val="50000"/>
                                  <a:lumOff val="50000"/>
                                </a:schemeClr>
                              </a:solidFill>
                              <a:effectLst/>
                              <a:uLnTx/>
                              <a:uFillTx/>
                              <a:latin typeface="Cambria Math" panose="02040503050406030204" pitchFamily="18" charset="0"/>
                              <a:ea typeface="+mn-ea"/>
                              <a:cs typeface="+mn-cs"/>
                            </a:rPr>
                            <m:t>𝑑𝑒𝑓𝑙𝑒𝑐𝑡</m:t>
                          </m:r>
                        </m:sub>
                      </m:sSub>
                    </m:oMath>
                  </m:oMathPara>
                </a14:m>
                <a:endParaRPr kumimoji="0" lang="en-US" sz="2000" b="0" i="0" u="none" strike="noStrike" kern="1200" cap="none" spc="0" normalizeH="0" baseline="0" noProof="0" dirty="0">
                  <a:ln>
                    <a:noFill/>
                  </a:ln>
                  <a:solidFill>
                    <a:schemeClr val="accent1">
                      <a:lumMod val="50000"/>
                      <a:lumOff val="50000"/>
                    </a:schemeClr>
                  </a:solidFill>
                  <a:effectLst/>
                  <a:uLnTx/>
                  <a:uFillTx/>
                  <a:latin typeface="Calibri"/>
                  <a:ea typeface="+mn-ea"/>
                  <a:cs typeface="+mn-cs"/>
                </a:endParaRPr>
              </a:p>
            </p:txBody>
          </p:sp>
        </mc:Choice>
        <mc:Fallback xmlns="">
          <p:sp>
            <p:nvSpPr>
              <p:cNvPr id="55" name="TextBox 54">
                <a:extLst>
                  <a:ext uri="{FF2B5EF4-FFF2-40B4-BE49-F238E27FC236}">
                    <a16:creationId xmlns:a16="http://schemas.microsoft.com/office/drawing/2014/main" id="{04E083D3-F952-4040-B42E-ACF25935F6AC}"/>
                  </a:ext>
                </a:extLst>
              </p:cNvPr>
              <p:cNvSpPr txBox="1">
                <a:spLocks noRot="1" noChangeAspect="1" noMove="1" noResize="1" noEditPoints="1" noAdjustHandles="1" noChangeArrowheads="1" noChangeShapeType="1" noTextEdit="1"/>
              </p:cNvSpPr>
              <p:nvPr/>
            </p:nvSpPr>
            <p:spPr>
              <a:xfrm>
                <a:off x="3563766" y="4069542"/>
                <a:ext cx="860142" cy="424732"/>
              </a:xfrm>
              <a:prstGeom prst="rect">
                <a:avLst/>
              </a:prstGeom>
              <a:blipFill>
                <a:blip r:embed="rId7"/>
                <a:stretch>
                  <a:fillRect r="-13475" b="-10145"/>
                </a:stretch>
              </a:blipFill>
            </p:spPr>
            <p:txBody>
              <a:bodyPr/>
              <a:lstStyle/>
              <a:p>
                <a:r>
                  <a:rPr lang="en-US">
                    <a:noFill/>
                  </a:rPr>
                  <a:t> </a:t>
                </a:r>
              </a:p>
            </p:txBody>
          </p:sp>
        </mc:Fallback>
      </mc:AlternateContent>
      <p:sp>
        <p:nvSpPr>
          <p:cNvPr id="56" name="TextBox 55">
            <a:extLst>
              <a:ext uri="{FF2B5EF4-FFF2-40B4-BE49-F238E27FC236}">
                <a16:creationId xmlns:a16="http://schemas.microsoft.com/office/drawing/2014/main" id="{682A88A8-FB4D-4004-BD80-6C6AA8106C5F}"/>
              </a:ext>
            </a:extLst>
          </p:cNvPr>
          <p:cNvSpPr txBox="1"/>
          <p:nvPr/>
        </p:nvSpPr>
        <p:spPr>
          <a:xfrm rot="3201720">
            <a:off x="2449103" y="4243507"/>
            <a:ext cx="5437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alibri"/>
                <a:ea typeface="+mn-ea"/>
                <a:cs typeface="+mn-cs"/>
              </a:rPr>
              <a:t>FTS</a:t>
            </a:r>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550D4A8D-C79A-4FF9-8974-E6BCC8254212}"/>
                  </a:ext>
                </a:extLst>
              </p:cNvPr>
              <p:cNvSpPr/>
              <p:nvPr/>
            </p:nvSpPr>
            <p:spPr>
              <a:xfrm>
                <a:off x="2426735" y="2523225"/>
                <a:ext cx="1367747"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𝐹</m:t>
                      </m:r>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𝑘𝑥</m:t>
                      </m:r>
                    </m:oMath>
                  </m:oMathPara>
                </a14:m>
                <a:endParaRPr kumimoji="0" lang="en-US" sz="2800" b="0" i="0" u="none" strike="noStrike" kern="1200" cap="none" spc="0" normalizeH="0" baseline="0" noProof="0" dirty="0">
                  <a:ln>
                    <a:noFill/>
                  </a:ln>
                  <a:solidFill>
                    <a:schemeClr val="tx1"/>
                  </a:solidFill>
                  <a:effectLst/>
                  <a:uLnTx/>
                  <a:uFillTx/>
                  <a:latin typeface="Calibri"/>
                  <a:ea typeface="+mn-ea"/>
                  <a:cs typeface="+mn-cs"/>
                </a:endParaRPr>
              </a:p>
            </p:txBody>
          </p:sp>
        </mc:Choice>
        <mc:Fallback xmlns="">
          <p:sp>
            <p:nvSpPr>
              <p:cNvPr id="57" name="Rectangle 56">
                <a:extLst>
                  <a:ext uri="{FF2B5EF4-FFF2-40B4-BE49-F238E27FC236}">
                    <a16:creationId xmlns:a16="http://schemas.microsoft.com/office/drawing/2014/main" id="{550D4A8D-C79A-4FF9-8974-E6BCC8254212}"/>
                  </a:ext>
                </a:extLst>
              </p:cNvPr>
              <p:cNvSpPr>
                <a:spLocks noRot="1" noChangeAspect="1" noMove="1" noResize="1" noEditPoints="1" noAdjustHandles="1" noChangeArrowheads="1" noChangeShapeType="1" noTextEdit="1"/>
              </p:cNvSpPr>
              <p:nvPr/>
            </p:nvSpPr>
            <p:spPr>
              <a:xfrm>
                <a:off x="2426735" y="2523225"/>
                <a:ext cx="1367747" cy="523220"/>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95002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1DDFDD68-234B-BBE8-4B25-DDA5B6D3D657}"/>
              </a:ext>
            </a:extLst>
          </p:cNvPr>
          <p:cNvPicPr>
            <a:picLocks noChangeAspect="1"/>
          </p:cNvPicPr>
          <p:nvPr/>
        </p:nvPicPr>
        <p:blipFill rotWithShape="1">
          <a:blip r:embed="rId2"/>
          <a:srcRect l="309" r="-1"/>
          <a:stretch/>
        </p:blipFill>
        <p:spPr>
          <a:xfrm>
            <a:off x="1928812" y="1979221"/>
            <a:ext cx="5348287" cy="2981729"/>
          </a:xfrm>
          <a:prstGeom prst="rect">
            <a:avLst/>
          </a:prstGeom>
        </p:spPr>
      </p:pic>
      <p:sp>
        <p:nvSpPr>
          <p:cNvPr id="2" name="Title 1">
            <a:extLst>
              <a:ext uri="{FF2B5EF4-FFF2-40B4-BE49-F238E27FC236}">
                <a16:creationId xmlns:a16="http://schemas.microsoft.com/office/drawing/2014/main" id="{E0E1283A-04FF-B1E5-A667-D9AACEE2F122}"/>
              </a:ext>
            </a:extLst>
          </p:cNvPr>
          <p:cNvSpPr>
            <a:spLocks noGrp="1"/>
          </p:cNvSpPr>
          <p:nvPr>
            <p:ph type="title"/>
          </p:nvPr>
        </p:nvSpPr>
        <p:spPr/>
        <p:txBody>
          <a:bodyPr/>
          <a:lstStyle/>
          <a:p>
            <a:r>
              <a:rPr lang="en-US" dirty="0"/>
              <a:t>Asimov Test 405</a:t>
            </a:r>
          </a:p>
        </p:txBody>
      </p:sp>
      <p:sp>
        <p:nvSpPr>
          <p:cNvPr id="3" name="Date Placeholder 2">
            <a:extLst>
              <a:ext uri="{FF2B5EF4-FFF2-40B4-BE49-F238E27FC236}">
                <a16:creationId xmlns:a16="http://schemas.microsoft.com/office/drawing/2014/main" id="{03D7E4EE-9679-ADE5-961F-8F57F409E7AB}"/>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B5789655-2E5E-938E-860B-A9B2DFFDF84F}"/>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E1E19653-653B-CDF1-5280-03DD2023828B}"/>
              </a:ext>
            </a:extLst>
          </p:cNvPr>
          <p:cNvSpPr>
            <a:spLocks noGrp="1"/>
          </p:cNvSpPr>
          <p:nvPr>
            <p:ph type="sldNum" sz="quarter" idx="20"/>
          </p:nvPr>
        </p:nvSpPr>
        <p:spPr/>
        <p:txBody>
          <a:bodyPr/>
          <a:lstStyle/>
          <a:p>
            <a:fld id="{2D04F4CF-F641-6E4E-8F87-8EB8AA2BFA51}" type="slidenum">
              <a:rPr lang="en-US" smtClean="0"/>
              <a:pPr/>
              <a:t>22</a:t>
            </a:fld>
            <a:endParaRPr lang="en-US"/>
          </a:p>
        </p:txBody>
      </p:sp>
      <p:sp>
        <p:nvSpPr>
          <p:cNvPr id="6" name="Text Placeholder 5">
            <a:extLst>
              <a:ext uri="{FF2B5EF4-FFF2-40B4-BE49-F238E27FC236}">
                <a16:creationId xmlns:a16="http://schemas.microsoft.com/office/drawing/2014/main" id="{DDBF9861-8CC3-9A8D-CE09-734425CE9120}"/>
              </a:ext>
            </a:extLst>
          </p:cNvPr>
          <p:cNvSpPr>
            <a:spLocks noGrp="1"/>
          </p:cNvSpPr>
          <p:nvPr>
            <p:ph type="body" sz="quarter" idx="10"/>
          </p:nvPr>
        </p:nvSpPr>
        <p:spPr/>
        <p:txBody>
          <a:bodyPr/>
          <a:lstStyle/>
          <a:p>
            <a:endParaRPr lang="en-US"/>
          </a:p>
        </p:txBody>
      </p:sp>
      <p:cxnSp>
        <p:nvCxnSpPr>
          <p:cNvPr id="10" name="Straight Connector 9">
            <a:extLst>
              <a:ext uri="{FF2B5EF4-FFF2-40B4-BE49-F238E27FC236}">
                <a16:creationId xmlns:a16="http://schemas.microsoft.com/office/drawing/2014/main" id="{30CDD97B-B02B-57D3-8A59-347B577B10C9}"/>
              </a:ext>
            </a:extLst>
          </p:cNvPr>
          <p:cNvCxnSpPr/>
          <p:nvPr/>
        </p:nvCxnSpPr>
        <p:spPr>
          <a:xfrm>
            <a:off x="4767263" y="2152651"/>
            <a:ext cx="3857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2E143F9-1CD9-9C89-31BB-FFF5427C2D9F}"/>
              </a:ext>
            </a:extLst>
          </p:cNvPr>
          <p:cNvCxnSpPr/>
          <p:nvPr/>
        </p:nvCxnSpPr>
        <p:spPr>
          <a:xfrm>
            <a:off x="4767263" y="2352675"/>
            <a:ext cx="3857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62A880-A711-AE27-B7D6-B3FBB8EF25E7}"/>
              </a:ext>
            </a:extLst>
          </p:cNvPr>
          <p:cNvCxnSpPr>
            <a:cxnSpLocks/>
          </p:cNvCxnSpPr>
          <p:nvPr/>
        </p:nvCxnSpPr>
        <p:spPr>
          <a:xfrm>
            <a:off x="4543425" y="2933696"/>
            <a:ext cx="65008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561D5B6-01D5-0BDE-994C-575F8C70C0AD}"/>
              </a:ext>
            </a:extLst>
          </p:cNvPr>
          <p:cNvCxnSpPr>
            <a:cxnSpLocks/>
          </p:cNvCxnSpPr>
          <p:nvPr/>
        </p:nvCxnSpPr>
        <p:spPr>
          <a:xfrm flipV="1">
            <a:off x="4960144" y="2143125"/>
            <a:ext cx="0" cy="20955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163389-1350-7626-0E48-F717483E32FF}"/>
              </a:ext>
            </a:extLst>
          </p:cNvPr>
          <p:cNvCxnSpPr>
            <a:cxnSpLocks/>
          </p:cNvCxnSpPr>
          <p:nvPr/>
        </p:nvCxnSpPr>
        <p:spPr>
          <a:xfrm flipV="1">
            <a:off x="4962525" y="2352675"/>
            <a:ext cx="0" cy="58102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F1F66E2-F054-A88D-71A7-55D3CB9C0DB7}"/>
              </a:ext>
            </a:extLst>
          </p:cNvPr>
          <p:cNvSpPr txBox="1"/>
          <p:nvPr/>
        </p:nvSpPr>
        <p:spPr>
          <a:xfrm>
            <a:off x="5105274" y="2087866"/>
            <a:ext cx="1933703" cy="261610"/>
          </a:xfrm>
          <a:prstGeom prst="rect">
            <a:avLst/>
          </a:prstGeom>
        </p:spPr>
        <p:txBody>
          <a:bodyPr wrap="square" rtlCol="0">
            <a:spAutoFit/>
          </a:bodyPr>
          <a:lstStyle/>
          <a:p>
            <a:pPr algn="l"/>
            <a:r>
              <a:rPr lang="en-US" sz="1100" dirty="0"/>
              <a:t>Steady State Compliance</a:t>
            </a:r>
          </a:p>
        </p:txBody>
      </p:sp>
      <p:sp>
        <p:nvSpPr>
          <p:cNvPr id="20" name="TextBox 19">
            <a:extLst>
              <a:ext uri="{FF2B5EF4-FFF2-40B4-BE49-F238E27FC236}">
                <a16:creationId xmlns:a16="http://schemas.microsoft.com/office/drawing/2014/main" id="{8F8590F8-F73A-9CB2-8A89-790929A307B7}"/>
              </a:ext>
            </a:extLst>
          </p:cNvPr>
          <p:cNvSpPr txBox="1"/>
          <p:nvPr/>
        </p:nvSpPr>
        <p:spPr>
          <a:xfrm>
            <a:off x="4984087" y="2582112"/>
            <a:ext cx="2190747" cy="261610"/>
          </a:xfrm>
          <a:prstGeom prst="rect">
            <a:avLst/>
          </a:prstGeom>
        </p:spPr>
        <p:txBody>
          <a:bodyPr wrap="square" rtlCol="0">
            <a:spAutoFit/>
          </a:bodyPr>
          <a:lstStyle/>
          <a:p>
            <a:pPr algn="l"/>
            <a:r>
              <a:rPr lang="en-US" sz="1100" dirty="0"/>
              <a:t>Transient Damping Response</a:t>
            </a:r>
          </a:p>
        </p:txBody>
      </p:sp>
      <p:cxnSp>
        <p:nvCxnSpPr>
          <p:cNvPr id="21" name="Straight Connector 20">
            <a:extLst>
              <a:ext uri="{FF2B5EF4-FFF2-40B4-BE49-F238E27FC236}">
                <a16:creationId xmlns:a16="http://schemas.microsoft.com/office/drawing/2014/main" id="{19B3BDFE-A3C0-3749-6CB1-BB384F862A87}"/>
              </a:ext>
            </a:extLst>
          </p:cNvPr>
          <p:cNvCxnSpPr>
            <a:cxnSpLocks/>
          </p:cNvCxnSpPr>
          <p:nvPr/>
        </p:nvCxnSpPr>
        <p:spPr>
          <a:xfrm>
            <a:off x="2262188" y="3733795"/>
            <a:ext cx="0" cy="3095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96ABF76-7853-8CFF-E20B-5D3F68111834}"/>
              </a:ext>
            </a:extLst>
          </p:cNvPr>
          <p:cNvCxnSpPr>
            <a:cxnSpLocks/>
          </p:cNvCxnSpPr>
          <p:nvPr/>
        </p:nvCxnSpPr>
        <p:spPr>
          <a:xfrm>
            <a:off x="3767138" y="3733794"/>
            <a:ext cx="0" cy="3095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A427ABB-B5AC-2AB2-536E-871CAFB2BFE1}"/>
              </a:ext>
            </a:extLst>
          </p:cNvPr>
          <p:cNvCxnSpPr>
            <a:cxnSpLocks/>
          </p:cNvCxnSpPr>
          <p:nvPr/>
        </p:nvCxnSpPr>
        <p:spPr>
          <a:xfrm flipH="1">
            <a:off x="2262188" y="3888575"/>
            <a:ext cx="485775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4208DDE-5725-2B9D-415E-DE7C48CD9D00}"/>
              </a:ext>
            </a:extLst>
          </p:cNvPr>
          <p:cNvCxnSpPr>
            <a:cxnSpLocks/>
          </p:cNvCxnSpPr>
          <p:nvPr/>
        </p:nvCxnSpPr>
        <p:spPr>
          <a:xfrm>
            <a:off x="4567239" y="3733793"/>
            <a:ext cx="0" cy="3095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1DEAC06-DD00-AB36-A851-BA54D43B727B}"/>
              </a:ext>
            </a:extLst>
          </p:cNvPr>
          <p:cNvCxnSpPr>
            <a:cxnSpLocks/>
          </p:cNvCxnSpPr>
          <p:nvPr/>
        </p:nvCxnSpPr>
        <p:spPr>
          <a:xfrm>
            <a:off x="7119940" y="3733793"/>
            <a:ext cx="0" cy="3095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B59DB4F-DA09-5809-4B21-82BCDFD12CA2}"/>
              </a:ext>
            </a:extLst>
          </p:cNvPr>
          <p:cNvSpPr txBox="1"/>
          <p:nvPr/>
        </p:nvSpPr>
        <p:spPr>
          <a:xfrm>
            <a:off x="2251708" y="3634823"/>
            <a:ext cx="1005014" cy="261610"/>
          </a:xfrm>
          <a:prstGeom prst="rect">
            <a:avLst/>
          </a:prstGeom>
        </p:spPr>
        <p:txBody>
          <a:bodyPr wrap="square" rtlCol="0">
            <a:spAutoFit/>
          </a:bodyPr>
          <a:lstStyle/>
          <a:p>
            <a:pPr algn="l"/>
            <a:r>
              <a:rPr lang="en-US" sz="1100" dirty="0"/>
              <a:t>Free Space</a:t>
            </a:r>
          </a:p>
        </p:txBody>
      </p:sp>
      <p:sp>
        <p:nvSpPr>
          <p:cNvPr id="31" name="TextBox 30">
            <a:extLst>
              <a:ext uri="{FF2B5EF4-FFF2-40B4-BE49-F238E27FC236}">
                <a16:creationId xmlns:a16="http://schemas.microsoft.com/office/drawing/2014/main" id="{1EB3E935-B181-B38F-732B-3658B3CC24B3}"/>
              </a:ext>
            </a:extLst>
          </p:cNvPr>
          <p:cNvSpPr txBox="1"/>
          <p:nvPr/>
        </p:nvSpPr>
        <p:spPr>
          <a:xfrm rot="16200000">
            <a:off x="4302333" y="3220252"/>
            <a:ext cx="967922" cy="430887"/>
          </a:xfrm>
          <a:prstGeom prst="rect">
            <a:avLst/>
          </a:prstGeom>
        </p:spPr>
        <p:txBody>
          <a:bodyPr wrap="square" rtlCol="0">
            <a:spAutoFit/>
          </a:bodyPr>
          <a:lstStyle/>
          <a:p>
            <a:pPr algn="l"/>
            <a:r>
              <a:rPr lang="en-US" sz="1100" dirty="0"/>
              <a:t>Tip Leaves</a:t>
            </a:r>
            <a:br>
              <a:rPr lang="en-US" sz="1100" dirty="0"/>
            </a:br>
            <a:r>
              <a:rPr lang="en-US" sz="1100" dirty="0"/>
              <a:t>Chamfer</a:t>
            </a:r>
          </a:p>
        </p:txBody>
      </p:sp>
      <p:sp>
        <p:nvSpPr>
          <p:cNvPr id="33" name="TextBox 32">
            <a:extLst>
              <a:ext uri="{FF2B5EF4-FFF2-40B4-BE49-F238E27FC236}">
                <a16:creationId xmlns:a16="http://schemas.microsoft.com/office/drawing/2014/main" id="{4EE9DA64-0206-4974-7D80-75AAEB12B945}"/>
              </a:ext>
            </a:extLst>
          </p:cNvPr>
          <p:cNvSpPr txBox="1"/>
          <p:nvPr/>
        </p:nvSpPr>
        <p:spPr>
          <a:xfrm>
            <a:off x="3673039" y="3896433"/>
            <a:ext cx="1005014" cy="430887"/>
          </a:xfrm>
          <a:prstGeom prst="rect">
            <a:avLst/>
          </a:prstGeom>
        </p:spPr>
        <p:txBody>
          <a:bodyPr wrap="square" rtlCol="0">
            <a:spAutoFit/>
          </a:bodyPr>
          <a:lstStyle/>
          <a:p>
            <a:pPr algn="ctr"/>
            <a:r>
              <a:rPr lang="en-US" sz="1100" dirty="0"/>
              <a:t>Chamfer Travel</a:t>
            </a:r>
          </a:p>
        </p:txBody>
      </p:sp>
      <p:sp>
        <p:nvSpPr>
          <p:cNvPr id="34" name="TextBox 33">
            <a:extLst>
              <a:ext uri="{FF2B5EF4-FFF2-40B4-BE49-F238E27FC236}">
                <a16:creationId xmlns:a16="http://schemas.microsoft.com/office/drawing/2014/main" id="{5433E4C2-95F6-B0AD-2105-71D3D87CE4B3}"/>
              </a:ext>
            </a:extLst>
          </p:cNvPr>
          <p:cNvSpPr txBox="1"/>
          <p:nvPr/>
        </p:nvSpPr>
        <p:spPr>
          <a:xfrm rot="16200000">
            <a:off x="3256879" y="3407726"/>
            <a:ext cx="793407" cy="261610"/>
          </a:xfrm>
          <a:prstGeom prst="rect">
            <a:avLst/>
          </a:prstGeom>
        </p:spPr>
        <p:txBody>
          <a:bodyPr wrap="square" rtlCol="0">
            <a:spAutoFit/>
          </a:bodyPr>
          <a:lstStyle/>
          <a:p>
            <a:pPr algn="l"/>
            <a:r>
              <a:rPr lang="en-US" sz="1100" dirty="0"/>
              <a:t>Contact</a:t>
            </a:r>
          </a:p>
        </p:txBody>
      </p:sp>
      <p:sp>
        <p:nvSpPr>
          <p:cNvPr id="35" name="TextBox 34">
            <a:extLst>
              <a:ext uri="{FF2B5EF4-FFF2-40B4-BE49-F238E27FC236}">
                <a16:creationId xmlns:a16="http://schemas.microsoft.com/office/drawing/2014/main" id="{E24EF7F6-35A8-4E0D-63E6-3780BDCE0A92}"/>
              </a:ext>
            </a:extLst>
          </p:cNvPr>
          <p:cNvSpPr txBox="1"/>
          <p:nvPr/>
        </p:nvSpPr>
        <p:spPr>
          <a:xfrm>
            <a:off x="5338762" y="3634823"/>
            <a:ext cx="1852860" cy="261610"/>
          </a:xfrm>
          <a:prstGeom prst="rect">
            <a:avLst/>
          </a:prstGeom>
        </p:spPr>
        <p:txBody>
          <a:bodyPr wrap="square" rtlCol="0">
            <a:spAutoFit/>
          </a:bodyPr>
          <a:lstStyle/>
          <a:p>
            <a:pPr algn="l"/>
            <a:r>
              <a:rPr lang="en-US" sz="1100" dirty="0"/>
              <a:t>Sliding Tube Side Contact</a:t>
            </a:r>
          </a:p>
        </p:txBody>
      </p:sp>
    </p:spTree>
    <p:extLst>
      <p:ext uri="{BB962C8B-B14F-4D97-AF65-F5344CB8AC3E}">
        <p14:creationId xmlns:p14="http://schemas.microsoft.com/office/powerpoint/2010/main" val="1949990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4342D-E121-AC24-EE6D-B9CBF7846EDE}"/>
              </a:ext>
            </a:extLst>
          </p:cNvPr>
          <p:cNvSpPr>
            <a:spLocks noGrp="1"/>
          </p:cNvSpPr>
          <p:nvPr>
            <p:ph type="title"/>
          </p:nvPr>
        </p:nvSpPr>
        <p:spPr/>
        <p:txBody>
          <a:bodyPr/>
          <a:lstStyle/>
          <a:p>
            <a:r>
              <a:rPr lang="en-US" dirty="0"/>
              <a:t>Testbed Hardware</a:t>
            </a:r>
          </a:p>
        </p:txBody>
      </p:sp>
      <p:sp>
        <p:nvSpPr>
          <p:cNvPr id="3" name="Date Placeholder 2">
            <a:extLst>
              <a:ext uri="{FF2B5EF4-FFF2-40B4-BE49-F238E27FC236}">
                <a16:creationId xmlns:a16="http://schemas.microsoft.com/office/drawing/2014/main" id="{30A8FF6E-8989-3A7E-9023-7D846198A4CD}"/>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F5A77D84-705D-77B7-3254-B0B27A0EFC1E}"/>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C16F6FA9-8907-F5FE-6F37-2F9CC758E172}"/>
              </a:ext>
            </a:extLst>
          </p:cNvPr>
          <p:cNvSpPr>
            <a:spLocks noGrp="1"/>
          </p:cNvSpPr>
          <p:nvPr>
            <p:ph type="sldNum" sz="quarter" idx="20"/>
          </p:nvPr>
        </p:nvSpPr>
        <p:spPr/>
        <p:txBody>
          <a:bodyPr/>
          <a:lstStyle/>
          <a:p>
            <a:fld id="{2D04F4CF-F641-6E4E-8F87-8EB8AA2BFA51}" type="slidenum">
              <a:rPr lang="en-US" smtClean="0"/>
              <a:pPr/>
              <a:t>23</a:t>
            </a:fld>
            <a:endParaRPr lang="en-US"/>
          </a:p>
        </p:txBody>
      </p:sp>
      <p:sp>
        <p:nvSpPr>
          <p:cNvPr id="6" name="Text Placeholder 5">
            <a:extLst>
              <a:ext uri="{FF2B5EF4-FFF2-40B4-BE49-F238E27FC236}">
                <a16:creationId xmlns:a16="http://schemas.microsoft.com/office/drawing/2014/main" id="{8CB091E8-D492-D7CD-0391-2424C42FCC9D}"/>
              </a:ext>
            </a:extLst>
          </p:cNvPr>
          <p:cNvSpPr>
            <a:spLocks noGrp="1"/>
          </p:cNvSpPr>
          <p:nvPr>
            <p:ph type="body" sz="quarter" idx="10"/>
          </p:nvPr>
        </p:nvSpPr>
        <p:spPr/>
        <p:txBody>
          <a:bodyPr/>
          <a:lstStyle/>
          <a:p>
            <a:endParaRPr lang="en-US"/>
          </a:p>
        </p:txBody>
      </p:sp>
      <p:pic>
        <p:nvPicPr>
          <p:cNvPr id="7" name="Picture 6">
            <a:extLst>
              <a:ext uri="{FF2B5EF4-FFF2-40B4-BE49-F238E27FC236}">
                <a16:creationId xmlns:a16="http://schemas.microsoft.com/office/drawing/2014/main" id="{96470620-EF6E-C3E6-7D17-F801AF99C749}"/>
              </a:ext>
            </a:extLst>
          </p:cNvPr>
          <p:cNvPicPr>
            <a:picLocks noChangeAspect="1"/>
          </p:cNvPicPr>
          <p:nvPr/>
        </p:nvPicPr>
        <p:blipFill rotWithShape="1">
          <a:blip r:embed="rId2">
            <a:clrChange>
              <a:clrFrom>
                <a:srgbClr val="FFFFFF"/>
              </a:clrFrom>
              <a:clrTo>
                <a:srgbClr val="FFFFFF">
                  <a:alpha val="0"/>
                </a:srgbClr>
              </a:clrTo>
            </a:clrChange>
          </a:blip>
          <a:srcRect l="1" r="46675"/>
          <a:stretch/>
        </p:blipFill>
        <p:spPr>
          <a:xfrm>
            <a:off x="486009" y="1424198"/>
            <a:ext cx="3486687" cy="2537854"/>
          </a:xfrm>
          <a:prstGeom prst="rect">
            <a:avLst/>
          </a:prstGeom>
        </p:spPr>
      </p:pic>
      <p:grpSp>
        <p:nvGrpSpPr>
          <p:cNvPr id="8" name="Group 7">
            <a:extLst>
              <a:ext uri="{FF2B5EF4-FFF2-40B4-BE49-F238E27FC236}">
                <a16:creationId xmlns:a16="http://schemas.microsoft.com/office/drawing/2014/main" id="{EFAC98CE-ABE9-D6B8-5C22-A9FE3E88515E}"/>
              </a:ext>
            </a:extLst>
          </p:cNvPr>
          <p:cNvGrpSpPr/>
          <p:nvPr/>
        </p:nvGrpSpPr>
        <p:grpSpPr>
          <a:xfrm>
            <a:off x="5244535" y="3958886"/>
            <a:ext cx="5078544" cy="900371"/>
            <a:chOff x="275297" y="3411523"/>
            <a:chExt cx="10985110" cy="1947541"/>
          </a:xfrm>
        </p:grpSpPr>
        <p:pic>
          <p:nvPicPr>
            <p:cNvPr id="9" name="Picture 8">
              <a:extLst>
                <a:ext uri="{FF2B5EF4-FFF2-40B4-BE49-F238E27FC236}">
                  <a16:creationId xmlns:a16="http://schemas.microsoft.com/office/drawing/2014/main" id="{C4FA7DDC-6618-C638-9C1A-0CCB2DD49D3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75297" y="3411523"/>
              <a:ext cx="10985110" cy="1947541"/>
            </a:xfrm>
            <a:prstGeom prst="rect">
              <a:avLst/>
            </a:prstGeom>
          </p:spPr>
        </p:pic>
        <p:sp>
          <p:nvSpPr>
            <p:cNvPr id="10" name="Rectangle 9">
              <a:extLst>
                <a:ext uri="{FF2B5EF4-FFF2-40B4-BE49-F238E27FC236}">
                  <a16:creationId xmlns:a16="http://schemas.microsoft.com/office/drawing/2014/main" id="{4DD15AE3-82C0-95D8-2278-38A79FFED671}"/>
                </a:ext>
              </a:extLst>
            </p:cNvPr>
            <p:cNvSpPr/>
            <p:nvPr/>
          </p:nvSpPr>
          <p:spPr>
            <a:xfrm>
              <a:off x="4338558" y="3896351"/>
              <a:ext cx="5063411" cy="653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0239286-5ABE-A691-15BE-89C04919F666}"/>
                </a:ext>
              </a:extLst>
            </p:cNvPr>
            <p:cNvSpPr/>
            <p:nvPr/>
          </p:nvSpPr>
          <p:spPr>
            <a:xfrm>
              <a:off x="10675688" y="3688702"/>
              <a:ext cx="298580" cy="8646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CBEB4DF-9267-989D-2532-A3FE49297FFE}"/>
                </a:ext>
              </a:extLst>
            </p:cNvPr>
            <p:cNvSpPr/>
            <p:nvPr/>
          </p:nvSpPr>
          <p:spPr>
            <a:xfrm>
              <a:off x="712061" y="3956180"/>
              <a:ext cx="982824" cy="5784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1F44722-B5A3-5915-825A-36B663828F52}"/>
                </a:ext>
              </a:extLst>
            </p:cNvPr>
            <p:cNvSpPr/>
            <p:nvPr/>
          </p:nvSpPr>
          <p:spPr>
            <a:xfrm>
              <a:off x="747858" y="3542522"/>
              <a:ext cx="514885" cy="4509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49E1199-D19F-A4E7-F7BA-5CBE6EC60064}"/>
                </a:ext>
              </a:extLst>
            </p:cNvPr>
            <p:cNvSpPr/>
            <p:nvPr/>
          </p:nvSpPr>
          <p:spPr>
            <a:xfrm>
              <a:off x="1027353" y="3558503"/>
              <a:ext cx="664598" cy="679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D2DA777-8BFD-58E8-08B0-D63623560235}"/>
                </a:ext>
              </a:extLst>
            </p:cNvPr>
            <p:cNvSpPr/>
            <p:nvPr/>
          </p:nvSpPr>
          <p:spPr>
            <a:xfrm>
              <a:off x="1079062" y="3564294"/>
              <a:ext cx="634482" cy="510073"/>
            </a:xfrm>
            <a:custGeom>
              <a:avLst/>
              <a:gdLst>
                <a:gd name="connsiteX0" fmla="*/ 584718 w 634482"/>
                <a:gd name="connsiteY0" fmla="*/ 398106 h 510073"/>
                <a:gd name="connsiteX1" fmla="*/ 273698 w 634482"/>
                <a:gd name="connsiteY1" fmla="*/ 360784 h 510073"/>
                <a:gd name="connsiteX2" fmla="*/ 205274 w 634482"/>
                <a:gd name="connsiteY2" fmla="*/ 292359 h 510073"/>
                <a:gd name="connsiteX3" fmla="*/ 155510 w 634482"/>
                <a:gd name="connsiteY3" fmla="*/ 223935 h 510073"/>
                <a:gd name="connsiteX4" fmla="*/ 155510 w 634482"/>
                <a:gd name="connsiteY4" fmla="*/ 155510 h 510073"/>
                <a:gd name="connsiteX5" fmla="*/ 199053 w 634482"/>
                <a:gd name="connsiteY5" fmla="*/ 105747 h 510073"/>
                <a:gd name="connsiteX6" fmla="*/ 261257 w 634482"/>
                <a:gd name="connsiteY6" fmla="*/ 74645 h 510073"/>
                <a:gd name="connsiteX7" fmla="*/ 360784 w 634482"/>
                <a:gd name="connsiteY7" fmla="*/ 55984 h 510073"/>
                <a:gd name="connsiteX8" fmla="*/ 578498 w 634482"/>
                <a:gd name="connsiteY8" fmla="*/ 55984 h 510073"/>
                <a:gd name="connsiteX9" fmla="*/ 634482 w 634482"/>
                <a:gd name="connsiteY9" fmla="*/ 31102 h 510073"/>
                <a:gd name="connsiteX10" fmla="*/ 634482 w 634482"/>
                <a:gd name="connsiteY10" fmla="*/ 0 h 510073"/>
                <a:gd name="connsiteX11" fmla="*/ 0 w 634482"/>
                <a:gd name="connsiteY11" fmla="*/ 0 h 510073"/>
                <a:gd name="connsiteX12" fmla="*/ 0 w 634482"/>
                <a:gd name="connsiteY12" fmla="*/ 510073 h 510073"/>
                <a:gd name="connsiteX13" fmla="*/ 528735 w 634482"/>
                <a:gd name="connsiteY13" fmla="*/ 510073 h 510073"/>
                <a:gd name="connsiteX14" fmla="*/ 584718 w 634482"/>
                <a:gd name="connsiteY14" fmla="*/ 398106 h 51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4482" h="510073">
                  <a:moveTo>
                    <a:pt x="584718" y="398106"/>
                  </a:moveTo>
                  <a:lnTo>
                    <a:pt x="273698" y="360784"/>
                  </a:lnTo>
                  <a:lnTo>
                    <a:pt x="205274" y="292359"/>
                  </a:lnTo>
                  <a:lnTo>
                    <a:pt x="155510" y="223935"/>
                  </a:lnTo>
                  <a:lnTo>
                    <a:pt x="155510" y="155510"/>
                  </a:lnTo>
                  <a:lnTo>
                    <a:pt x="199053" y="105747"/>
                  </a:lnTo>
                  <a:lnTo>
                    <a:pt x="261257" y="74645"/>
                  </a:lnTo>
                  <a:lnTo>
                    <a:pt x="360784" y="55984"/>
                  </a:lnTo>
                  <a:lnTo>
                    <a:pt x="578498" y="55984"/>
                  </a:lnTo>
                  <a:lnTo>
                    <a:pt x="634482" y="31102"/>
                  </a:lnTo>
                  <a:lnTo>
                    <a:pt x="634482" y="0"/>
                  </a:lnTo>
                  <a:lnTo>
                    <a:pt x="0" y="0"/>
                  </a:lnTo>
                  <a:lnTo>
                    <a:pt x="0" y="510073"/>
                  </a:lnTo>
                  <a:lnTo>
                    <a:pt x="528735" y="510073"/>
                  </a:lnTo>
                  <a:lnTo>
                    <a:pt x="584718" y="398106"/>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B3812B03-0EA5-2574-0A02-1F8F406937E7}"/>
                </a:ext>
              </a:extLst>
            </p:cNvPr>
            <p:cNvPicPr>
              <a:picLocks noChangeAspect="1"/>
            </p:cNvPicPr>
            <p:nvPr/>
          </p:nvPicPr>
          <p:blipFill>
            <a:blip r:embed="rId4"/>
            <a:stretch>
              <a:fillRect/>
            </a:stretch>
          </p:blipFill>
          <p:spPr>
            <a:xfrm rot="10800000">
              <a:off x="751052" y="3560393"/>
              <a:ext cx="359703" cy="490503"/>
            </a:xfrm>
            <a:prstGeom prst="rect">
              <a:avLst/>
            </a:prstGeom>
          </p:spPr>
        </p:pic>
        <p:sp>
          <p:nvSpPr>
            <p:cNvPr id="17" name="Freeform: Shape 16">
              <a:extLst>
                <a:ext uri="{FF2B5EF4-FFF2-40B4-BE49-F238E27FC236}">
                  <a16:creationId xmlns:a16="http://schemas.microsoft.com/office/drawing/2014/main" id="{9FA59990-F669-7A60-BDF9-D560B9C16983}"/>
                </a:ext>
              </a:extLst>
            </p:cNvPr>
            <p:cNvSpPr/>
            <p:nvPr/>
          </p:nvSpPr>
          <p:spPr>
            <a:xfrm>
              <a:off x="709684" y="3539412"/>
              <a:ext cx="441649" cy="584720"/>
            </a:xfrm>
            <a:custGeom>
              <a:avLst/>
              <a:gdLst>
                <a:gd name="connsiteX0" fmla="*/ 55984 w 441649"/>
                <a:gd name="connsiteY0" fmla="*/ 223935 h 584719"/>
                <a:gd name="connsiteX1" fmla="*/ 93306 w 441649"/>
                <a:gd name="connsiteY1" fmla="*/ 354564 h 584719"/>
                <a:gd name="connsiteX2" fmla="*/ 180392 w 441649"/>
                <a:gd name="connsiteY2" fmla="*/ 472751 h 584719"/>
                <a:gd name="connsiteX3" fmla="*/ 205273 w 441649"/>
                <a:gd name="connsiteY3" fmla="*/ 478972 h 584719"/>
                <a:gd name="connsiteX4" fmla="*/ 230155 w 441649"/>
                <a:gd name="connsiteY4" fmla="*/ 478972 h 584719"/>
                <a:gd name="connsiteX5" fmla="*/ 286139 w 441649"/>
                <a:gd name="connsiteY5" fmla="*/ 416768 h 584719"/>
                <a:gd name="connsiteX6" fmla="*/ 354563 w 441649"/>
                <a:gd name="connsiteY6" fmla="*/ 261257 h 584719"/>
                <a:gd name="connsiteX7" fmla="*/ 348343 w 441649"/>
                <a:gd name="connsiteY7" fmla="*/ 149290 h 584719"/>
                <a:gd name="connsiteX8" fmla="*/ 311020 w 441649"/>
                <a:gd name="connsiteY8" fmla="*/ 55984 h 584719"/>
                <a:gd name="connsiteX9" fmla="*/ 223935 w 441649"/>
                <a:gd name="connsiteY9" fmla="*/ 31102 h 584719"/>
                <a:gd name="connsiteX10" fmla="*/ 161731 w 441649"/>
                <a:gd name="connsiteY10" fmla="*/ 43543 h 584719"/>
                <a:gd name="connsiteX11" fmla="*/ 105747 w 441649"/>
                <a:gd name="connsiteY11" fmla="*/ 105747 h 584719"/>
                <a:gd name="connsiteX12" fmla="*/ 74645 w 441649"/>
                <a:gd name="connsiteY12" fmla="*/ 118188 h 584719"/>
                <a:gd name="connsiteX13" fmla="*/ 0 w 441649"/>
                <a:gd name="connsiteY13" fmla="*/ 118188 h 584719"/>
                <a:gd name="connsiteX14" fmla="*/ 0 w 441649"/>
                <a:gd name="connsiteY14" fmla="*/ 0 h 584719"/>
                <a:gd name="connsiteX15" fmla="*/ 441649 w 441649"/>
                <a:gd name="connsiteY15" fmla="*/ 18661 h 584719"/>
                <a:gd name="connsiteX16" fmla="*/ 441649 w 441649"/>
                <a:gd name="connsiteY16" fmla="*/ 584719 h 584719"/>
                <a:gd name="connsiteX17" fmla="*/ 12441 w 441649"/>
                <a:gd name="connsiteY17" fmla="*/ 547396 h 584719"/>
                <a:gd name="connsiteX18" fmla="*/ 55984 w 441649"/>
                <a:gd name="connsiteY18" fmla="*/ 223935 h 584719"/>
                <a:gd name="connsiteX0" fmla="*/ 55984 w 441649"/>
                <a:gd name="connsiteY0" fmla="*/ 223935 h 584719"/>
                <a:gd name="connsiteX1" fmla="*/ 93306 w 441649"/>
                <a:gd name="connsiteY1" fmla="*/ 354564 h 584719"/>
                <a:gd name="connsiteX2" fmla="*/ 180392 w 441649"/>
                <a:gd name="connsiteY2" fmla="*/ 472751 h 584719"/>
                <a:gd name="connsiteX3" fmla="*/ 205273 w 441649"/>
                <a:gd name="connsiteY3" fmla="*/ 478972 h 584719"/>
                <a:gd name="connsiteX4" fmla="*/ 230155 w 441649"/>
                <a:gd name="connsiteY4" fmla="*/ 478972 h 584719"/>
                <a:gd name="connsiteX5" fmla="*/ 286139 w 441649"/>
                <a:gd name="connsiteY5" fmla="*/ 416768 h 584719"/>
                <a:gd name="connsiteX6" fmla="*/ 354563 w 441649"/>
                <a:gd name="connsiteY6" fmla="*/ 261257 h 584719"/>
                <a:gd name="connsiteX7" fmla="*/ 348343 w 441649"/>
                <a:gd name="connsiteY7" fmla="*/ 149290 h 584719"/>
                <a:gd name="connsiteX8" fmla="*/ 311020 w 441649"/>
                <a:gd name="connsiteY8" fmla="*/ 55984 h 584719"/>
                <a:gd name="connsiteX9" fmla="*/ 223935 w 441649"/>
                <a:gd name="connsiteY9" fmla="*/ 31102 h 584719"/>
                <a:gd name="connsiteX10" fmla="*/ 161731 w 441649"/>
                <a:gd name="connsiteY10" fmla="*/ 43543 h 584719"/>
                <a:gd name="connsiteX11" fmla="*/ 105747 w 441649"/>
                <a:gd name="connsiteY11" fmla="*/ 105747 h 584719"/>
                <a:gd name="connsiteX12" fmla="*/ 74645 w 441649"/>
                <a:gd name="connsiteY12" fmla="*/ 99527 h 584719"/>
                <a:gd name="connsiteX13" fmla="*/ 0 w 441649"/>
                <a:gd name="connsiteY13" fmla="*/ 118188 h 584719"/>
                <a:gd name="connsiteX14" fmla="*/ 0 w 441649"/>
                <a:gd name="connsiteY14" fmla="*/ 0 h 584719"/>
                <a:gd name="connsiteX15" fmla="*/ 441649 w 441649"/>
                <a:gd name="connsiteY15" fmla="*/ 18661 h 584719"/>
                <a:gd name="connsiteX16" fmla="*/ 441649 w 441649"/>
                <a:gd name="connsiteY16" fmla="*/ 584719 h 584719"/>
                <a:gd name="connsiteX17" fmla="*/ 12441 w 441649"/>
                <a:gd name="connsiteY17" fmla="*/ 547396 h 584719"/>
                <a:gd name="connsiteX18" fmla="*/ 55984 w 441649"/>
                <a:gd name="connsiteY18" fmla="*/ 223935 h 584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41649" h="584719">
                  <a:moveTo>
                    <a:pt x="55984" y="223935"/>
                  </a:moveTo>
                  <a:lnTo>
                    <a:pt x="93306" y="354564"/>
                  </a:lnTo>
                  <a:lnTo>
                    <a:pt x="180392" y="472751"/>
                  </a:lnTo>
                  <a:lnTo>
                    <a:pt x="205273" y="478972"/>
                  </a:lnTo>
                  <a:lnTo>
                    <a:pt x="230155" y="478972"/>
                  </a:lnTo>
                  <a:lnTo>
                    <a:pt x="286139" y="416768"/>
                  </a:lnTo>
                  <a:lnTo>
                    <a:pt x="354563" y="261257"/>
                  </a:lnTo>
                  <a:lnTo>
                    <a:pt x="348343" y="149290"/>
                  </a:lnTo>
                  <a:lnTo>
                    <a:pt x="311020" y="55984"/>
                  </a:lnTo>
                  <a:lnTo>
                    <a:pt x="223935" y="31102"/>
                  </a:lnTo>
                  <a:lnTo>
                    <a:pt x="161731" y="43543"/>
                  </a:lnTo>
                  <a:lnTo>
                    <a:pt x="105747" y="105747"/>
                  </a:lnTo>
                  <a:lnTo>
                    <a:pt x="74645" y="99527"/>
                  </a:lnTo>
                  <a:lnTo>
                    <a:pt x="0" y="118188"/>
                  </a:lnTo>
                  <a:lnTo>
                    <a:pt x="0" y="0"/>
                  </a:lnTo>
                  <a:lnTo>
                    <a:pt x="441649" y="18661"/>
                  </a:lnTo>
                  <a:lnTo>
                    <a:pt x="441649" y="584719"/>
                  </a:lnTo>
                  <a:lnTo>
                    <a:pt x="12441" y="547396"/>
                  </a:lnTo>
                  <a:lnTo>
                    <a:pt x="55984" y="22393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48C558A-15F3-E49B-5195-ADF2DCE8060D}"/>
                </a:ext>
              </a:extLst>
            </p:cNvPr>
            <p:cNvSpPr/>
            <p:nvPr/>
          </p:nvSpPr>
          <p:spPr>
            <a:xfrm>
              <a:off x="711018" y="3605898"/>
              <a:ext cx="71737" cy="3402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407C97E-81E8-4914-614B-A1736424AB09}"/>
                </a:ext>
              </a:extLst>
            </p:cNvPr>
            <p:cNvSpPr/>
            <p:nvPr/>
          </p:nvSpPr>
          <p:spPr>
            <a:xfrm>
              <a:off x="11024684" y="3974842"/>
              <a:ext cx="136195" cy="5546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01581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E432C-EA54-4AAA-38E3-BC62E9C3B67B}"/>
              </a:ext>
            </a:extLst>
          </p:cNvPr>
          <p:cNvSpPr>
            <a:spLocks noGrp="1"/>
          </p:cNvSpPr>
          <p:nvPr>
            <p:ph type="title"/>
          </p:nvPr>
        </p:nvSpPr>
        <p:spPr/>
        <p:txBody>
          <a:bodyPr/>
          <a:lstStyle/>
          <a:p>
            <a:r>
              <a:rPr lang="en-US" dirty="0"/>
              <a:t>Raw images</a:t>
            </a:r>
          </a:p>
        </p:txBody>
      </p:sp>
      <p:sp>
        <p:nvSpPr>
          <p:cNvPr id="3" name="Date Placeholder 2">
            <a:extLst>
              <a:ext uri="{FF2B5EF4-FFF2-40B4-BE49-F238E27FC236}">
                <a16:creationId xmlns:a16="http://schemas.microsoft.com/office/drawing/2014/main" id="{159F4955-4EE7-DD80-8797-F57BEDEBB487}"/>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CA7C9326-3911-D299-AFC8-43D41F3B66F3}"/>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E18ECC42-874E-5797-2225-B95E55814AAB}"/>
              </a:ext>
            </a:extLst>
          </p:cNvPr>
          <p:cNvSpPr>
            <a:spLocks noGrp="1"/>
          </p:cNvSpPr>
          <p:nvPr>
            <p:ph type="sldNum" sz="quarter" idx="20"/>
          </p:nvPr>
        </p:nvSpPr>
        <p:spPr/>
        <p:txBody>
          <a:bodyPr/>
          <a:lstStyle/>
          <a:p>
            <a:fld id="{2D04F4CF-F641-6E4E-8F87-8EB8AA2BFA51}" type="slidenum">
              <a:rPr lang="en-US" smtClean="0"/>
              <a:pPr/>
              <a:t>24</a:t>
            </a:fld>
            <a:endParaRPr lang="en-US"/>
          </a:p>
        </p:txBody>
      </p:sp>
      <p:sp>
        <p:nvSpPr>
          <p:cNvPr id="6" name="Text Placeholder 5">
            <a:extLst>
              <a:ext uri="{FF2B5EF4-FFF2-40B4-BE49-F238E27FC236}">
                <a16:creationId xmlns:a16="http://schemas.microsoft.com/office/drawing/2014/main" id="{76415A7F-5BDD-38AB-28EA-BA70D3B07C0D}"/>
              </a:ext>
            </a:extLst>
          </p:cNvPr>
          <p:cNvSpPr>
            <a:spLocks noGrp="1"/>
          </p:cNvSpPr>
          <p:nvPr>
            <p:ph type="body" sz="quarter" idx="10"/>
          </p:nvPr>
        </p:nvSpPr>
        <p:spPr/>
        <p:txBody>
          <a:bodyPr/>
          <a:lstStyle/>
          <a:p>
            <a:endParaRPr lang="en-US"/>
          </a:p>
        </p:txBody>
      </p:sp>
      <p:pic>
        <p:nvPicPr>
          <p:cNvPr id="7" name="Content Placeholder 6">
            <a:extLst>
              <a:ext uri="{FF2B5EF4-FFF2-40B4-BE49-F238E27FC236}">
                <a16:creationId xmlns:a16="http://schemas.microsoft.com/office/drawing/2014/main" id="{FE829E67-5069-154D-C6E8-A13BB3772905}"/>
              </a:ext>
            </a:extLst>
          </p:cNvPr>
          <p:cNvPicPr>
            <a:picLocks noChangeAspect="1"/>
          </p:cNvPicPr>
          <p:nvPr/>
        </p:nvPicPr>
        <p:blipFill>
          <a:blip r:embed="rId2"/>
          <a:stretch>
            <a:fillRect/>
          </a:stretch>
        </p:blipFill>
        <p:spPr>
          <a:xfrm>
            <a:off x="736172" y="1416408"/>
            <a:ext cx="4577234" cy="4669290"/>
          </a:xfrm>
          <a:prstGeom prst="rect">
            <a:avLst/>
          </a:prstGeom>
        </p:spPr>
      </p:pic>
      <p:pic>
        <p:nvPicPr>
          <p:cNvPr id="9" name="Picture 8">
            <a:extLst>
              <a:ext uri="{FF2B5EF4-FFF2-40B4-BE49-F238E27FC236}">
                <a16:creationId xmlns:a16="http://schemas.microsoft.com/office/drawing/2014/main" id="{559F111A-64F1-F64B-D1CE-8D84EF06899F}"/>
              </a:ext>
            </a:extLst>
          </p:cNvPr>
          <p:cNvPicPr>
            <a:picLocks noChangeAspect="1"/>
          </p:cNvPicPr>
          <p:nvPr/>
        </p:nvPicPr>
        <p:blipFill>
          <a:blip r:embed="rId3"/>
          <a:stretch>
            <a:fillRect/>
          </a:stretch>
        </p:blipFill>
        <p:spPr>
          <a:xfrm>
            <a:off x="6507027" y="1772918"/>
            <a:ext cx="4157626" cy="3959053"/>
          </a:xfrm>
          <a:prstGeom prst="rect">
            <a:avLst/>
          </a:prstGeom>
        </p:spPr>
      </p:pic>
    </p:spTree>
    <p:extLst>
      <p:ext uri="{BB962C8B-B14F-4D97-AF65-F5344CB8AC3E}">
        <p14:creationId xmlns:p14="http://schemas.microsoft.com/office/powerpoint/2010/main" val="3566660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E432C-EA54-4AAA-38E3-BC62E9C3B67B}"/>
              </a:ext>
            </a:extLst>
          </p:cNvPr>
          <p:cNvSpPr>
            <a:spLocks noGrp="1"/>
          </p:cNvSpPr>
          <p:nvPr>
            <p:ph type="title"/>
          </p:nvPr>
        </p:nvSpPr>
        <p:spPr/>
        <p:txBody>
          <a:bodyPr/>
          <a:lstStyle/>
          <a:p>
            <a:r>
              <a:rPr lang="en-US" dirty="0"/>
              <a:t>Diagrams</a:t>
            </a:r>
          </a:p>
        </p:txBody>
      </p:sp>
      <p:sp>
        <p:nvSpPr>
          <p:cNvPr id="3" name="Date Placeholder 2">
            <a:extLst>
              <a:ext uri="{FF2B5EF4-FFF2-40B4-BE49-F238E27FC236}">
                <a16:creationId xmlns:a16="http://schemas.microsoft.com/office/drawing/2014/main" id="{159F4955-4EE7-DD80-8797-F57BEDEBB487}"/>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CA7C9326-3911-D299-AFC8-43D41F3B66F3}"/>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E18ECC42-874E-5797-2225-B95E55814AAB}"/>
              </a:ext>
            </a:extLst>
          </p:cNvPr>
          <p:cNvSpPr>
            <a:spLocks noGrp="1"/>
          </p:cNvSpPr>
          <p:nvPr>
            <p:ph type="sldNum" sz="quarter" idx="20"/>
          </p:nvPr>
        </p:nvSpPr>
        <p:spPr/>
        <p:txBody>
          <a:bodyPr/>
          <a:lstStyle/>
          <a:p>
            <a:fld id="{2D04F4CF-F641-6E4E-8F87-8EB8AA2BFA51}" type="slidenum">
              <a:rPr lang="en-US" smtClean="0"/>
              <a:pPr/>
              <a:t>25</a:t>
            </a:fld>
            <a:endParaRPr lang="en-US"/>
          </a:p>
        </p:txBody>
      </p:sp>
      <p:sp>
        <p:nvSpPr>
          <p:cNvPr id="6" name="Text Placeholder 5">
            <a:extLst>
              <a:ext uri="{FF2B5EF4-FFF2-40B4-BE49-F238E27FC236}">
                <a16:creationId xmlns:a16="http://schemas.microsoft.com/office/drawing/2014/main" id="{76415A7F-5BDD-38AB-28EA-BA70D3B07C0D}"/>
              </a:ext>
            </a:extLst>
          </p:cNvPr>
          <p:cNvSpPr>
            <a:spLocks noGrp="1"/>
          </p:cNvSpPr>
          <p:nvPr>
            <p:ph type="body" sz="quarter" idx="10"/>
          </p:nvPr>
        </p:nvSpPr>
        <p:spPr/>
        <p:txBody>
          <a:bodyPr/>
          <a:lstStyle/>
          <a:p>
            <a:endParaRPr lang="en-US"/>
          </a:p>
        </p:txBody>
      </p:sp>
      <p:pic>
        <p:nvPicPr>
          <p:cNvPr id="7" name="Content Placeholder 6">
            <a:extLst>
              <a:ext uri="{FF2B5EF4-FFF2-40B4-BE49-F238E27FC236}">
                <a16:creationId xmlns:a16="http://schemas.microsoft.com/office/drawing/2014/main" id="{FE829E67-5069-154D-C6E8-A13BB3772905}"/>
              </a:ext>
            </a:extLst>
          </p:cNvPr>
          <p:cNvPicPr>
            <a:picLocks noChangeAspect="1"/>
          </p:cNvPicPr>
          <p:nvPr/>
        </p:nvPicPr>
        <p:blipFill>
          <a:blip r:embed="rId2"/>
          <a:stretch>
            <a:fillRect/>
          </a:stretch>
        </p:blipFill>
        <p:spPr>
          <a:xfrm>
            <a:off x="810313" y="1417800"/>
            <a:ext cx="4577234" cy="4669290"/>
          </a:xfrm>
          <a:prstGeom prst="rect">
            <a:avLst/>
          </a:prstGeom>
        </p:spPr>
      </p:pic>
      <p:sp>
        <p:nvSpPr>
          <p:cNvPr id="8" name="TextBox 7">
            <a:extLst>
              <a:ext uri="{FF2B5EF4-FFF2-40B4-BE49-F238E27FC236}">
                <a16:creationId xmlns:a16="http://schemas.microsoft.com/office/drawing/2014/main" id="{D37CB36C-4951-EA8D-100C-A3B70114F777}"/>
              </a:ext>
            </a:extLst>
          </p:cNvPr>
          <p:cNvSpPr txBox="1"/>
          <p:nvPr/>
        </p:nvSpPr>
        <p:spPr>
          <a:xfrm>
            <a:off x="1081134" y="4576519"/>
            <a:ext cx="318005" cy="369332"/>
          </a:xfrm>
          <a:prstGeom prst="rect">
            <a:avLst/>
          </a:prstGeom>
          <a:solidFill>
            <a:schemeClr val="bg1"/>
          </a:solidFill>
          <a:ln>
            <a:solidFill>
              <a:schemeClr val="tx1"/>
            </a:solidFill>
          </a:ln>
        </p:spPr>
        <p:txBody>
          <a:bodyPr wrap="square" rtlCol="0">
            <a:spAutoFit/>
          </a:bodyPr>
          <a:lstStyle/>
          <a:p>
            <a:pPr algn="l"/>
            <a:r>
              <a:rPr lang="en-US" dirty="0"/>
              <a:t>1</a:t>
            </a:r>
          </a:p>
        </p:txBody>
      </p:sp>
      <p:sp>
        <p:nvSpPr>
          <p:cNvPr id="10" name="TextBox 9">
            <a:extLst>
              <a:ext uri="{FF2B5EF4-FFF2-40B4-BE49-F238E27FC236}">
                <a16:creationId xmlns:a16="http://schemas.microsoft.com/office/drawing/2014/main" id="{B3DEF4D6-D8E2-321C-E5E5-98246CE44FAB}"/>
              </a:ext>
            </a:extLst>
          </p:cNvPr>
          <p:cNvSpPr txBox="1"/>
          <p:nvPr/>
        </p:nvSpPr>
        <p:spPr>
          <a:xfrm>
            <a:off x="2367892" y="2687999"/>
            <a:ext cx="318005" cy="369332"/>
          </a:xfrm>
          <a:prstGeom prst="rect">
            <a:avLst/>
          </a:prstGeom>
          <a:solidFill>
            <a:schemeClr val="bg1"/>
          </a:solidFill>
          <a:ln>
            <a:solidFill>
              <a:schemeClr val="tx1"/>
            </a:solidFill>
          </a:ln>
        </p:spPr>
        <p:txBody>
          <a:bodyPr wrap="square" rtlCol="0">
            <a:spAutoFit/>
          </a:bodyPr>
          <a:lstStyle/>
          <a:p>
            <a:pPr algn="l"/>
            <a:r>
              <a:rPr lang="en-US" dirty="0"/>
              <a:t>3</a:t>
            </a:r>
          </a:p>
        </p:txBody>
      </p:sp>
      <p:sp>
        <p:nvSpPr>
          <p:cNvPr id="11" name="TextBox 10">
            <a:extLst>
              <a:ext uri="{FF2B5EF4-FFF2-40B4-BE49-F238E27FC236}">
                <a16:creationId xmlns:a16="http://schemas.microsoft.com/office/drawing/2014/main" id="{4967337C-E58A-42CF-C498-AD670A8566D6}"/>
              </a:ext>
            </a:extLst>
          </p:cNvPr>
          <p:cNvSpPr txBox="1"/>
          <p:nvPr/>
        </p:nvSpPr>
        <p:spPr>
          <a:xfrm>
            <a:off x="4004718" y="2891637"/>
            <a:ext cx="318005" cy="369332"/>
          </a:xfrm>
          <a:prstGeom prst="rect">
            <a:avLst/>
          </a:prstGeom>
          <a:solidFill>
            <a:schemeClr val="bg1"/>
          </a:solidFill>
          <a:ln>
            <a:solidFill>
              <a:schemeClr val="tx1"/>
            </a:solidFill>
          </a:ln>
        </p:spPr>
        <p:txBody>
          <a:bodyPr wrap="square" rtlCol="0">
            <a:spAutoFit/>
          </a:bodyPr>
          <a:lstStyle/>
          <a:p>
            <a:pPr algn="l"/>
            <a:r>
              <a:rPr lang="en-US" dirty="0"/>
              <a:t>5</a:t>
            </a:r>
          </a:p>
        </p:txBody>
      </p:sp>
      <p:sp>
        <p:nvSpPr>
          <p:cNvPr id="12" name="TextBox 11">
            <a:extLst>
              <a:ext uri="{FF2B5EF4-FFF2-40B4-BE49-F238E27FC236}">
                <a16:creationId xmlns:a16="http://schemas.microsoft.com/office/drawing/2014/main" id="{94EED4CE-4B48-C87B-B3CF-28C76C395E86}"/>
              </a:ext>
            </a:extLst>
          </p:cNvPr>
          <p:cNvSpPr txBox="1"/>
          <p:nvPr/>
        </p:nvSpPr>
        <p:spPr>
          <a:xfrm>
            <a:off x="4322723" y="5501217"/>
            <a:ext cx="318005" cy="369332"/>
          </a:xfrm>
          <a:prstGeom prst="rect">
            <a:avLst/>
          </a:prstGeom>
          <a:solidFill>
            <a:schemeClr val="bg1"/>
          </a:solidFill>
          <a:ln>
            <a:solidFill>
              <a:schemeClr val="tx1"/>
            </a:solidFill>
          </a:ln>
        </p:spPr>
        <p:txBody>
          <a:bodyPr wrap="square" rtlCol="0">
            <a:spAutoFit/>
          </a:bodyPr>
          <a:lstStyle/>
          <a:p>
            <a:pPr algn="l"/>
            <a:r>
              <a:rPr lang="en-US" dirty="0"/>
              <a:t>2</a:t>
            </a:r>
          </a:p>
        </p:txBody>
      </p:sp>
      <p:cxnSp>
        <p:nvCxnSpPr>
          <p:cNvPr id="14" name="Straight Arrow Connector 13">
            <a:extLst>
              <a:ext uri="{FF2B5EF4-FFF2-40B4-BE49-F238E27FC236}">
                <a16:creationId xmlns:a16="http://schemas.microsoft.com/office/drawing/2014/main" id="{E6986941-91B6-4A78-7C65-7A9DCC51D09E}"/>
              </a:ext>
            </a:extLst>
          </p:cNvPr>
          <p:cNvCxnSpPr>
            <a:cxnSpLocks/>
            <a:stCxn id="8" idx="3"/>
          </p:cNvCxnSpPr>
          <p:nvPr/>
        </p:nvCxnSpPr>
        <p:spPr>
          <a:xfrm flipV="1">
            <a:off x="1399139" y="4542410"/>
            <a:ext cx="968753" cy="21877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465778F-4F0A-F5FD-1002-A5EE642829E0}"/>
              </a:ext>
            </a:extLst>
          </p:cNvPr>
          <p:cNvCxnSpPr>
            <a:cxnSpLocks/>
          </p:cNvCxnSpPr>
          <p:nvPr/>
        </p:nvCxnSpPr>
        <p:spPr>
          <a:xfrm>
            <a:off x="2526894" y="3076303"/>
            <a:ext cx="24519" cy="72637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2F661A0-32F3-5A90-3BA8-0244EF8BFDCA}"/>
              </a:ext>
            </a:extLst>
          </p:cNvPr>
          <p:cNvCxnSpPr>
            <a:cxnSpLocks/>
            <a:stCxn id="11" idx="2"/>
          </p:cNvCxnSpPr>
          <p:nvPr/>
        </p:nvCxnSpPr>
        <p:spPr>
          <a:xfrm>
            <a:off x="4163721" y="3260969"/>
            <a:ext cx="397251" cy="51562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0D525AD-8AC5-9C42-2FCB-41F9574DB978}"/>
              </a:ext>
            </a:extLst>
          </p:cNvPr>
          <p:cNvCxnSpPr>
            <a:cxnSpLocks/>
            <a:stCxn id="12" idx="1"/>
          </p:cNvCxnSpPr>
          <p:nvPr/>
        </p:nvCxnSpPr>
        <p:spPr>
          <a:xfrm flipH="1" flipV="1">
            <a:off x="3282457" y="5248067"/>
            <a:ext cx="1040266" cy="43781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64BED1A-FB91-3079-67D6-596998AF16F5}"/>
              </a:ext>
            </a:extLst>
          </p:cNvPr>
          <p:cNvCxnSpPr>
            <a:cxnSpLocks/>
            <a:stCxn id="12" idx="1"/>
            <a:endCxn id="39" idx="5"/>
          </p:cNvCxnSpPr>
          <p:nvPr/>
        </p:nvCxnSpPr>
        <p:spPr>
          <a:xfrm flipH="1" flipV="1">
            <a:off x="3852372" y="4870335"/>
            <a:ext cx="470351" cy="81554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EC7B5DD-32C6-A60B-2A06-B6744F7C79C3}"/>
              </a:ext>
            </a:extLst>
          </p:cNvPr>
          <p:cNvCxnSpPr>
            <a:cxnSpLocks/>
            <a:stCxn id="8" idx="3"/>
          </p:cNvCxnSpPr>
          <p:nvPr/>
        </p:nvCxnSpPr>
        <p:spPr>
          <a:xfrm>
            <a:off x="1399139" y="4761185"/>
            <a:ext cx="968753" cy="37177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BCC1DD22-3369-F295-C71C-3AABEB99092B}"/>
              </a:ext>
            </a:extLst>
          </p:cNvPr>
          <p:cNvSpPr/>
          <p:nvPr/>
        </p:nvSpPr>
        <p:spPr>
          <a:xfrm>
            <a:off x="3125294" y="5147373"/>
            <a:ext cx="157163" cy="16643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80FD01FF-F9D4-DCBD-A6CF-B3F2039B3EDE}"/>
              </a:ext>
            </a:extLst>
          </p:cNvPr>
          <p:cNvSpPr/>
          <p:nvPr/>
        </p:nvSpPr>
        <p:spPr>
          <a:xfrm>
            <a:off x="3718225" y="4728273"/>
            <a:ext cx="157163" cy="16643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7206DCD6-B7CB-2496-F989-B67653F88F82}"/>
              </a:ext>
            </a:extLst>
          </p:cNvPr>
          <p:cNvSpPr txBox="1"/>
          <p:nvPr/>
        </p:nvSpPr>
        <p:spPr>
          <a:xfrm>
            <a:off x="3242718" y="2475712"/>
            <a:ext cx="318005" cy="369332"/>
          </a:xfrm>
          <a:prstGeom prst="rect">
            <a:avLst/>
          </a:prstGeom>
          <a:solidFill>
            <a:schemeClr val="bg1"/>
          </a:solidFill>
          <a:ln>
            <a:solidFill>
              <a:schemeClr val="tx1"/>
            </a:solidFill>
          </a:ln>
        </p:spPr>
        <p:txBody>
          <a:bodyPr wrap="square" rtlCol="0">
            <a:spAutoFit/>
          </a:bodyPr>
          <a:lstStyle/>
          <a:p>
            <a:pPr algn="l"/>
            <a:r>
              <a:rPr lang="en-US" dirty="0"/>
              <a:t>4</a:t>
            </a:r>
          </a:p>
        </p:txBody>
      </p:sp>
      <p:cxnSp>
        <p:nvCxnSpPr>
          <p:cNvPr id="42" name="Straight Arrow Connector 41">
            <a:extLst>
              <a:ext uri="{FF2B5EF4-FFF2-40B4-BE49-F238E27FC236}">
                <a16:creationId xmlns:a16="http://schemas.microsoft.com/office/drawing/2014/main" id="{9A14D01E-63B1-1584-2DEA-253A7073120F}"/>
              </a:ext>
            </a:extLst>
          </p:cNvPr>
          <p:cNvCxnSpPr>
            <a:cxnSpLocks/>
            <a:stCxn id="41" idx="2"/>
          </p:cNvCxnSpPr>
          <p:nvPr/>
        </p:nvCxnSpPr>
        <p:spPr>
          <a:xfrm flipH="1">
            <a:off x="3147554" y="2845044"/>
            <a:ext cx="254167" cy="167303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5614B73-C5D9-0A88-6D6F-B783B6A464AD}"/>
              </a:ext>
            </a:extLst>
          </p:cNvPr>
          <p:cNvCxnSpPr>
            <a:cxnSpLocks/>
            <a:stCxn id="41" idx="2"/>
          </p:cNvCxnSpPr>
          <p:nvPr/>
        </p:nvCxnSpPr>
        <p:spPr>
          <a:xfrm flipH="1">
            <a:off x="3154410" y="2845044"/>
            <a:ext cx="247311" cy="82900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2D3615EF-1FF0-9998-CC8D-DABD2A344DBD}"/>
              </a:ext>
            </a:extLst>
          </p:cNvPr>
          <p:cNvSpPr txBox="1"/>
          <p:nvPr/>
        </p:nvSpPr>
        <p:spPr>
          <a:xfrm>
            <a:off x="5714862" y="2044285"/>
            <a:ext cx="6094970" cy="3416320"/>
          </a:xfrm>
          <a:prstGeom prst="rect">
            <a:avLst/>
          </a:prstGeom>
          <a:noFill/>
        </p:spPr>
        <p:txBody>
          <a:bodyPr wrap="square">
            <a:spAutoFit/>
          </a:bodyPr>
          <a:lstStyle/>
          <a:p>
            <a:pPr algn="l">
              <a:buFont typeface="+mj-lt"/>
              <a:buAutoNum type="arabicPeriod"/>
            </a:pPr>
            <a:r>
              <a:rPr lang="en-US" b="0" i="0" dirty="0">
                <a:solidFill>
                  <a:srgbClr val="172B4D"/>
                </a:solidFill>
                <a:effectLst/>
                <a:latin typeface="-apple-system"/>
              </a:rPr>
              <a:t>There are FIVE identical strain beams </a:t>
            </a:r>
            <a:r>
              <a:rPr lang="en-US" b="0" i="0" dirty="0">
                <a:solidFill>
                  <a:srgbClr val="202124"/>
                </a:solidFill>
                <a:effectLst/>
                <a:latin typeface="-apple-system"/>
              </a:rPr>
              <a:t>aligned symmetrically about a central axis.</a:t>
            </a:r>
            <a:endParaRPr lang="en-US" b="0" i="0" dirty="0">
              <a:solidFill>
                <a:srgbClr val="172B4D"/>
              </a:solidFill>
              <a:effectLst/>
              <a:latin typeface="-apple-system"/>
            </a:endParaRPr>
          </a:p>
          <a:p>
            <a:pPr algn="l">
              <a:buFont typeface="+mj-lt"/>
              <a:buAutoNum type="arabicPeriod"/>
            </a:pPr>
            <a:r>
              <a:rPr lang="en-US" b="0" i="0" dirty="0">
                <a:solidFill>
                  <a:srgbClr val="202124"/>
                </a:solidFill>
                <a:effectLst/>
                <a:latin typeface="-apple-system"/>
              </a:rPr>
              <a:t>Each of the five beams has FOUR strain gauges glued to it, in the center the four sides of the rectangular cross section beam.</a:t>
            </a:r>
            <a:endParaRPr lang="en-US" b="0" i="0" dirty="0">
              <a:solidFill>
                <a:srgbClr val="172B4D"/>
              </a:solidFill>
              <a:effectLst/>
              <a:latin typeface="-apple-system"/>
            </a:endParaRPr>
          </a:p>
          <a:p>
            <a:pPr algn="l">
              <a:buFont typeface="+mj-lt"/>
              <a:buAutoNum type="arabicPeriod"/>
            </a:pPr>
            <a:r>
              <a:rPr lang="en-US" b="0" i="0" dirty="0">
                <a:solidFill>
                  <a:srgbClr val="202124"/>
                </a:solidFill>
                <a:effectLst/>
                <a:latin typeface="-apple-system"/>
              </a:rPr>
              <a:t>A pentagonal Printed Circuit Board (PCB) houses local sensing circuitry and connects the strain gauges.</a:t>
            </a:r>
            <a:endParaRPr lang="en-US" b="0" i="0" dirty="0">
              <a:solidFill>
                <a:srgbClr val="172B4D"/>
              </a:solidFill>
              <a:effectLst/>
              <a:latin typeface="-apple-system"/>
            </a:endParaRPr>
          </a:p>
          <a:p>
            <a:pPr algn="l">
              <a:buFont typeface="+mj-lt"/>
              <a:buAutoNum type="arabicPeriod"/>
            </a:pPr>
            <a:r>
              <a:rPr lang="en-US" b="0" i="0" dirty="0">
                <a:solidFill>
                  <a:srgbClr val="202124"/>
                </a:solidFill>
                <a:effectLst/>
                <a:latin typeface="-apple-system"/>
              </a:rPr>
              <a:t>Through holes in the fixture and PCB allow the plunger that actuates the ball locks on the RGA to pass through. Note that this creates an alternate load path through the FTS aside from the beams with strain gauges.</a:t>
            </a:r>
            <a:endParaRPr lang="en-US" b="0" i="0" dirty="0">
              <a:solidFill>
                <a:srgbClr val="172B4D"/>
              </a:solidFill>
              <a:effectLst/>
              <a:latin typeface="-apple-system"/>
            </a:endParaRPr>
          </a:p>
          <a:p>
            <a:pPr algn="l">
              <a:buFont typeface="+mj-lt"/>
              <a:buAutoNum type="arabicPeriod"/>
            </a:pPr>
            <a:r>
              <a:rPr lang="en-US" b="0" i="0" dirty="0">
                <a:solidFill>
                  <a:srgbClr val="202124"/>
                </a:solidFill>
                <a:effectLst/>
                <a:latin typeface="-apple-system"/>
              </a:rPr>
              <a:t>Side mounted routing boxes channel the wiring from the PCB to the arm harnessing.</a:t>
            </a:r>
            <a:endParaRPr lang="en-US" b="0" i="0" dirty="0">
              <a:solidFill>
                <a:srgbClr val="172B4D"/>
              </a:solidFill>
              <a:effectLst/>
              <a:latin typeface="-apple-system"/>
            </a:endParaRPr>
          </a:p>
        </p:txBody>
      </p:sp>
    </p:spTree>
    <p:extLst>
      <p:ext uri="{BB962C8B-B14F-4D97-AF65-F5344CB8AC3E}">
        <p14:creationId xmlns:p14="http://schemas.microsoft.com/office/powerpoint/2010/main" val="3410061905"/>
      </p:ext>
    </p:extLst>
  </p:cSld>
  <p:clrMapOvr>
    <a:masterClrMapping/>
  </p:clrMapOvr>
</p:sld>
</file>

<file path=ppt/theme/theme1.xml><?xml version="1.0" encoding="utf-8"?>
<a:theme xmlns:a="http://schemas.openxmlformats.org/drawingml/2006/main" name="MSR SRL Thermal Theme">
  <a:themeElements>
    <a:clrScheme name="Custom 1">
      <a:dk1>
        <a:srgbClr val="000000"/>
      </a:dk1>
      <a:lt1>
        <a:srgbClr val="FFFFFF"/>
      </a:lt1>
      <a:dk2>
        <a:srgbClr val="44546A"/>
      </a:dk2>
      <a:lt2>
        <a:srgbClr val="E7E6E6"/>
      </a:lt2>
      <a:accent1>
        <a:srgbClr val="053147"/>
      </a:accent1>
      <a:accent2>
        <a:srgbClr val="093C8E"/>
      </a:accent2>
      <a:accent3>
        <a:srgbClr val="0B3C90"/>
      </a:accent3>
      <a:accent4>
        <a:srgbClr val="04AC69"/>
      </a:accent4>
      <a:accent5>
        <a:srgbClr val="D00000"/>
      </a:accent5>
      <a:accent6>
        <a:srgbClr val="FE6E1C"/>
      </a:accent6>
      <a:hlink>
        <a:srgbClr val="347DF2"/>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MSR SRL Thermal Theme">
  <a:themeElements>
    <a:clrScheme name="Custom 1">
      <a:dk1>
        <a:srgbClr val="000000"/>
      </a:dk1>
      <a:lt1>
        <a:srgbClr val="FFFFFF"/>
      </a:lt1>
      <a:dk2>
        <a:srgbClr val="44546A"/>
      </a:dk2>
      <a:lt2>
        <a:srgbClr val="E7E6E6"/>
      </a:lt2>
      <a:accent1>
        <a:srgbClr val="053147"/>
      </a:accent1>
      <a:accent2>
        <a:srgbClr val="093C8E"/>
      </a:accent2>
      <a:accent3>
        <a:srgbClr val="0B3C90"/>
      </a:accent3>
      <a:accent4>
        <a:srgbClr val="04AC69"/>
      </a:accent4>
      <a:accent5>
        <a:srgbClr val="D00000"/>
      </a:accent5>
      <a:accent6>
        <a:srgbClr val="FE6E1C"/>
      </a:accent6>
      <a:hlink>
        <a:srgbClr val="347DF2"/>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9BC2E982C6CC4E93915529A9DC6163" ma:contentTypeVersion="2" ma:contentTypeDescription="Create a new document." ma:contentTypeScope="" ma:versionID="a453ff8c88f14ff05065b471dda84c95">
  <xsd:schema xmlns:xsd="http://www.w3.org/2001/XMLSchema" xmlns:xs="http://www.w3.org/2001/XMLSchema" xmlns:p="http://schemas.microsoft.com/office/2006/metadata/properties" xmlns:ns2="c50f00e8-08d2-4fcd-8835-d0a2723971c9" targetNamespace="http://schemas.microsoft.com/office/2006/metadata/properties" ma:root="true" ma:fieldsID="c54cb3cc351574ad75aefd3cf057920c" ns2:_="">
    <xsd:import namespace="c50f00e8-08d2-4fcd-8835-d0a2723971c9"/>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0f00e8-08d2-4fcd-8835-d0a2723971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FD51EFE-CEC9-4C20-92B7-9CCF67417691}">
  <ds:schemaRefs>
    <ds:schemaRef ds:uri="c50f00e8-08d2-4fcd-8835-d0a2723971c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802D593-E41D-4AAB-B2B8-74EA8ED190CC}">
  <ds:schemaRefs>
    <ds:schemaRef ds:uri="http://schemas.microsoft.com/sharepoint/v3/contenttype/forms"/>
  </ds:schemaRefs>
</ds:datastoreItem>
</file>

<file path=customXml/itemProps3.xml><?xml version="1.0" encoding="utf-8"?>
<ds:datastoreItem xmlns:ds="http://schemas.openxmlformats.org/officeDocument/2006/customXml" ds:itemID="{14669DF6-A632-4009-9F78-6DA88FF61F95}">
  <ds:schemaRefs>
    <ds:schemaRef ds:uri="c50f00e8-08d2-4fcd-8835-d0a2723971c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25689</TotalTime>
  <Words>2018</Words>
  <Application>Microsoft Office PowerPoint</Application>
  <PresentationFormat>Widescreen</PresentationFormat>
  <Paragraphs>428</Paragraphs>
  <Slides>25</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25</vt:i4>
      </vt:variant>
    </vt:vector>
  </HeadingPairs>
  <TitlesOfParts>
    <vt:vector size="39" baseType="lpstr">
      <vt:lpstr>-apple-system</vt:lpstr>
      <vt:lpstr>Arial</vt:lpstr>
      <vt:lpstr>Arial Narrow</vt:lpstr>
      <vt:lpstr>Calibri</vt:lpstr>
      <vt:lpstr>Calibri Light</vt:lpstr>
      <vt:lpstr>Cambria Math</vt:lpstr>
      <vt:lpstr>Helvetica Neue</vt:lpstr>
      <vt:lpstr>Helvetica Neue Light</vt:lpstr>
      <vt:lpstr>Helvetica Neue Thin</vt:lpstr>
      <vt:lpstr>Inter Regular</vt:lpstr>
      <vt:lpstr>Microgramma D Extended</vt:lpstr>
      <vt:lpstr>MSR SRL Thermal Theme</vt:lpstr>
      <vt:lpstr>Office Theme</vt:lpstr>
      <vt:lpstr>1_MSR SRL Thermal Theme</vt:lpstr>
      <vt:lpstr>Useful Diagrams</vt:lpstr>
      <vt:lpstr>PowerPoint Presentation</vt:lpstr>
      <vt:lpstr>PowerPoint Presentation</vt:lpstr>
      <vt:lpstr>Subfunctions Summary</vt:lpstr>
      <vt:lpstr>Baseline trajectory</vt:lpstr>
      <vt:lpstr>Baseline trajectory slowdown</vt:lpstr>
      <vt:lpstr>PowerPoint Presentation</vt:lpstr>
      <vt:lpstr>PowerPoint Presentation</vt:lpstr>
      <vt:lpstr>PowerPoint Presentation</vt:lpstr>
      <vt:lpstr>PowerPoint Presentation</vt:lpstr>
      <vt:lpstr>PowerPoint Presentation</vt:lpstr>
      <vt:lpstr>Active Compliance: Trajectory &amp; Control</vt:lpstr>
      <vt:lpstr>Active Compliance: Discretization &amp; Kinematics</vt:lpstr>
      <vt:lpstr>Compensation vs Augmentation</vt:lpstr>
      <vt:lpstr>Force Regulation Control Diagrams</vt:lpstr>
      <vt:lpstr>Force Regulation : Trajectory &amp; Control</vt:lpstr>
      <vt:lpstr>Force Regulation</vt:lpstr>
      <vt:lpstr>Chamfer Find</vt:lpstr>
      <vt:lpstr>Control Diagrams</vt:lpstr>
      <vt:lpstr>M2020 FDD diagram for ARM_PRELOAD</vt:lpstr>
      <vt:lpstr>Enforced Deflection Diagram</vt:lpstr>
      <vt:lpstr>Asimov Test 405</vt:lpstr>
      <vt:lpstr>Testbed Hardware</vt:lpstr>
      <vt:lpstr>Raw images</vt:lpstr>
      <vt:lpstr>Diagrams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Bowkett, Joseph J (347G)</cp:lastModifiedBy>
  <cp:revision>53</cp:revision>
  <dcterms:created xsi:type="dcterms:W3CDTF">2022-06-15T17:56:49Z</dcterms:created>
  <dcterms:modified xsi:type="dcterms:W3CDTF">2023-11-28T16:17:47Z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0x010100359BC2E982C6CC4E93915529A9DC6163</vt:lpwstr>
  </property>
  <property fmtid="{D5CDD505-2E9C-101B-9397-08002B2CF9AE}" pid="3" name="MediaServiceImageTags">
    <vt:lpwstr/>
  </property>
  <property fmtid="{D5CDD505-2E9C-101B-9397-08002B2CF9AE}" pid="4" name="_dlc_DocIdItemGuid">
    <vt:lpwstr>18d7a7f9-8841-4d02-8660-31d7f93dc83a</vt:lpwstr>
  </property>
</Properties>
</file>